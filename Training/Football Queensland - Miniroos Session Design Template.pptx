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31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C9F5"/>
    <a:srgbClr val="00EDFF"/>
    <a:srgbClr val="3AB0B9"/>
    <a:srgbClr val="002933"/>
    <a:srgbClr val="D09E00"/>
    <a:srgbClr val="FFFFFF"/>
    <a:srgbClr val="81B868"/>
    <a:srgbClr val="507E3B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278EF-5F88-43FC-9C6D-A381A8E4C019}" v="1" dt="2024-11-13T10:30:48.048"/>
    <p1510:client id="{6E62CCBA-FA13-44CB-B563-9C9C9308AD93}" v="383" dt="2024-11-13T01:38:21.751"/>
    <p1510:client id="{8A3072E5-DD52-41DC-80F8-9E82E886F1EA}" v="8" dt="2024-11-13T02:01:19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21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eth Thomson | Football Queensland" userId="45505d28-f665-4546-80c4-7c2d16b5a302" providerId="ADAL" clId="{3BA32B79-9BE3-4FDD-9934-B541065EA529}"/>
    <pc:docChg chg="modSld">
      <pc:chgData name="Gareth Thomson | Football Queensland" userId="45505d28-f665-4546-80c4-7c2d16b5a302" providerId="ADAL" clId="{3BA32B79-9BE3-4FDD-9934-B541065EA529}" dt="2024-11-13T05:15:39.512" v="11" actId="14100"/>
      <pc:docMkLst>
        <pc:docMk/>
      </pc:docMkLst>
      <pc:sldChg chg="addSp modSp mod">
        <pc:chgData name="Gareth Thomson | Football Queensland" userId="45505d28-f665-4546-80c4-7c2d16b5a302" providerId="ADAL" clId="{3BA32B79-9BE3-4FDD-9934-B541065EA529}" dt="2024-11-13T05:15:39.512" v="11" actId="14100"/>
        <pc:sldMkLst>
          <pc:docMk/>
          <pc:sldMk cId="2257159162" sldId="1131"/>
        </pc:sldMkLst>
        <pc:spChg chg="add mod">
          <ac:chgData name="Gareth Thomson | Football Queensland" userId="45505d28-f665-4546-80c4-7c2d16b5a302" providerId="ADAL" clId="{3BA32B79-9BE3-4FDD-9934-B541065EA529}" dt="2024-11-13T05:15:07.986" v="5" actId="1582"/>
          <ac:spMkLst>
            <pc:docMk/>
            <pc:sldMk cId="2257159162" sldId="1131"/>
            <ac:spMk id="25" creationId="{D4B8814A-0953-F220-E73E-BD9E286ED4A6}"/>
          </ac:spMkLst>
        </pc:spChg>
        <pc:spChg chg="add mod">
          <ac:chgData name="Gareth Thomson | Football Queensland" userId="45505d28-f665-4546-80c4-7c2d16b5a302" providerId="ADAL" clId="{3BA32B79-9BE3-4FDD-9934-B541065EA529}" dt="2024-11-13T05:15:39.512" v="11" actId="14100"/>
          <ac:spMkLst>
            <pc:docMk/>
            <pc:sldMk cId="2257159162" sldId="1131"/>
            <ac:spMk id="1025" creationId="{B557AA6D-9432-D15E-0B8B-805881832117}"/>
          </ac:spMkLst>
        </pc:spChg>
      </pc:sldChg>
    </pc:docChg>
  </pc:docChgLst>
  <pc:docChgLst>
    <pc:chgData name="Gareth Thomson | Football Queensland" userId="45505d28-f665-4546-80c4-7c2d16b5a302" providerId="ADAL" clId="{1F6278EF-5F88-43FC-9C6D-A381A8E4C019}"/>
    <pc:docChg chg="custSel modSld">
      <pc:chgData name="Gareth Thomson | Football Queensland" userId="45505d28-f665-4546-80c4-7c2d16b5a302" providerId="ADAL" clId="{1F6278EF-5F88-43FC-9C6D-A381A8E4C019}" dt="2024-11-13T10:31:50.391" v="245" actId="20577"/>
      <pc:docMkLst>
        <pc:docMk/>
      </pc:docMkLst>
      <pc:sldChg chg="addSp delSp modSp mod">
        <pc:chgData name="Gareth Thomson | Football Queensland" userId="45505d28-f665-4546-80c4-7c2d16b5a302" providerId="ADAL" clId="{1F6278EF-5F88-43FC-9C6D-A381A8E4C019}" dt="2024-11-13T10:31:50.391" v="245" actId="20577"/>
        <pc:sldMkLst>
          <pc:docMk/>
          <pc:sldMk cId="2257159162" sldId="1131"/>
        </pc:sldMkLst>
        <pc:spChg chg="mod">
          <ac:chgData name="Gareth Thomson | Football Queensland" userId="45505d28-f665-4546-80c4-7c2d16b5a302" providerId="ADAL" clId="{1F6278EF-5F88-43FC-9C6D-A381A8E4C019}" dt="2024-11-13T10:30:20.999" v="87" actId="20577"/>
          <ac:spMkLst>
            <pc:docMk/>
            <pc:sldMk cId="2257159162" sldId="1131"/>
            <ac:spMk id="3" creationId="{2CB09D16-8929-D682-7F80-576F2A75C990}"/>
          </ac:spMkLst>
        </pc:spChg>
        <pc:spChg chg="del">
          <ac:chgData name="Gareth Thomson | Football Queensland" userId="45505d28-f665-4546-80c4-7c2d16b5a302" providerId="ADAL" clId="{1F6278EF-5F88-43FC-9C6D-A381A8E4C019}" dt="2024-11-13T10:30:25.326" v="88" actId="478"/>
          <ac:spMkLst>
            <pc:docMk/>
            <pc:sldMk cId="2257159162" sldId="1131"/>
            <ac:spMk id="26" creationId="{670469CD-0714-F1E4-322B-5FC0633C4F51}"/>
          </ac:spMkLst>
        </pc:spChg>
        <pc:spChg chg="del">
          <ac:chgData name="Gareth Thomson | Football Queensland" userId="45505d28-f665-4546-80c4-7c2d16b5a302" providerId="ADAL" clId="{1F6278EF-5F88-43FC-9C6D-A381A8E4C019}" dt="2024-11-13T10:30:25.326" v="88" actId="478"/>
          <ac:spMkLst>
            <pc:docMk/>
            <pc:sldMk cId="2257159162" sldId="1131"/>
            <ac:spMk id="27" creationId="{82D734CB-A704-B3EC-5992-FAFFE6D3F046}"/>
          </ac:spMkLst>
        </pc:spChg>
        <pc:spChg chg="del">
          <ac:chgData name="Gareth Thomson | Football Queensland" userId="45505d28-f665-4546-80c4-7c2d16b5a302" providerId="ADAL" clId="{1F6278EF-5F88-43FC-9C6D-A381A8E4C019}" dt="2024-11-13T10:30:25.326" v="88" actId="478"/>
          <ac:spMkLst>
            <pc:docMk/>
            <pc:sldMk cId="2257159162" sldId="1131"/>
            <ac:spMk id="28" creationId="{87AE45DA-BE70-5403-4C97-3CC8251C51E7}"/>
          </ac:spMkLst>
        </pc:spChg>
        <pc:spChg chg="add mod">
          <ac:chgData name="Gareth Thomson | Football Queensland" userId="45505d28-f665-4546-80c4-7c2d16b5a302" providerId="ADAL" clId="{1F6278EF-5F88-43FC-9C6D-A381A8E4C019}" dt="2024-11-13T10:31:50.391" v="245" actId="20577"/>
          <ac:spMkLst>
            <pc:docMk/>
            <pc:sldMk cId="2257159162" sldId="1131"/>
            <ac:spMk id="1027" creationId="{7EF81B92-3014-0AB0-5FCC-33F979CB41B4}"/>
          </ac:spMkLst>
        </pc:spChg>
        <pc:spChg chg="add mod">
          <ac:chgData name="Gareth Thomson | Football Queensland" userId="45505d28-f665-4546-80c4-7c2d16b5a302" providerId="ADAL" clId="{1F6278EF-5F88-43FC-9C6D-A381A8E4C019}" dt="2024-11-13T10:31:35.018" v="202" actId="20577"/>
          <ac:spMkLst>
            <pc:docMk/>
            <pc:sldMk cId="2257159162" sldId="1131"/>
            <ac:spMk id="1028" creationId="{567982AC-954B-5727-7243-A8C667CEE130}"/>
          </ac:spMkLst>
        </pc:spChg>
        <pc:spChg chg="add mod">
          <ac:chgData name="Gareth Thomson | Football Queensland" userId="45505d28-f665-4546-80c4-7c2d16b5a302" providerId="ADAL" clId="{1F6278EF-5F88-43FC-9C6D-A381A8E4C019}" dt="2024-11-13T10:31:43.085" v="225" actId="20577"/>
          <ac:spMkLst>
            <pc:docMk/>
            <pc:sldMk cId="2257159162" sldId="1131"/>
            <ac:spMk id="1029" creationId="{6C721D9F-8786-8286-BE2B-8FDD82DFDCA3}"/>
          </ac:spMkLst>
        </pc:spChg>
      </pc:sldChg>
    </pc:docChg>
  </pc:docChgLst>
  <pc:docChgLst>
    <pc:chgData name="Martin Docherty | Football Queensland" userId="dc293bdc-18f2-403b-8758-354a20da47de" providerId="ADAL" clId="{85348E56-8FBD-4F8D-BBE9-B3CC45C01245}"/>
    <pc:docChg chg="custSel modSld">
      <pc:chgData name="Martin Docherty | Football Queensland" userId="dc293bdc-18f2-403b-8758-354a20da47de" providerId="ADAL" clId="{85348E56-8FBD-4F8D-BBE9-B3CC45C01245}" dt="2024-11-05T02:52:09.034" v="40" actId="13926"/>
      <pc:docMkLst>
        <pc:docMk/>
      </pc:docMkLst>
      <pc:sldChg chg="modSp mod">
        <pc:chgData name="Martin Docherty | Football Queensland" userId="dc293bdc-18f2-403b-8758-354a20da47de" providerId="ADAL" clId="{85348E56-8FBD-4F8D-BBE9-B3CC45C01245}" dt="2024-11-05T02:49:41.847" v="33" actId="313"/>
        <pc:sldMkLst>
          <pc:docMk/>
          <pc:sldMk cId="432794014" sldId="1132"/>
        </pc:sldMkLst>
        <pc:spChg chg="mod">
          <ac:chgData name="Martin Docherty | Football Queensland" userId="dc293bdc-18f2-403b-8758-354a20da47de" providerId="ADAL" clId="{85348E56-8FBD-4F8D-BBE9-B3CC45C01245}" dt="2024-11-05T02:49:41.847" v="33" actId="313"/>
          <ac:spMkLst>
            <pc:docMk/>
            <pc:sldMk cId="432794014" sldId="1132"/>
            <ac:spMk id="1213" creationId="{0D77AACE-7F6B-F080-047B-6931F395B812}"/>
          </ac:spMkLst>
        </pc:spChg>
      </pc:sldChg>
      <pc:sldChg chg="modSp mod">
        <pc:chgData name="Martin Docherty | Football Queensland" userId="dc293bdc-18f2-403b-8758-354a20da47de" providerId="ADAL" clId="{85348E56-8FBD-4F8D-BBE9-B3CC45C01245}" dt="2024-11-05T02:50:19.984" v="36" actId="33524"/>
        <pc:sldMkLst>
          <pc:docMk/>
          <pc:sldMk cId="4246693659" sldId="1133"/>
        </pc:sldMkLst>
        <pc:spChg chg="mod">
          <ac:chgData name="Martin Docherty | Football Queensland" userId="dc293bdc-18f2-403b-8758-354a20da47de" providerId="ADAL" clId="{85348E56-8FBD-4F8D-BBE9-B3CC45C01245}" dt="2024-11-05T02:50:19.984" v="36" actId="33524"/>
          <ac:spMkLst>
            <pc:docMk/>
            <pc:sldMk cId="4246693659" sldId="1133"/>
            <ac:spMk id="88" creationId="{8FFF768D-ACB2-9E3E-2B24-89490D76940F}"/>
          </ac:spMkLst>
        </pc:spChg>
      </pc:sldChg>
      <pc:sldChg chg="modSp mod">
        <pc:chgData name="Martin Docherty | Football Queensland" userId="dc293bdc-18f2-403b-8758-354a20da47de" providerId="ADAL" clId="{85348E56-8FBD-4F8D-BBE9-B3CC45C01245}" dt="2024-11-05T02:52:09.034" v="40" actId="13926"/>
        <pc:sldMkLst>
          <pc:docMk/>
          <pc:sldMk cId="644873091" sldId="1154"/>
        </pc:sldMkLst>
        <pc:spChg chg="mod">
          <ac:chgData name="Martin Docherty | Football Queensland" userId="dc293bdc-18f2-403b-8758-354a20da47de" providerId="ADAL" clId="{85348E56-8FBD-4F8D-BBE9-B3CC45C01245}" dt="2024-11-05T02:52:09.034" v="40" actId="13926"/>
          <ac:spMkLst>
            <pc:docMk/>
            <pc:sldMk cId="644873091" sldId="1154"/>
            <ac:spMk id="1434" creationId="{C0E0B9E3-1CAF-966E-F1F7-29E06CAAFFFF}"/>
          </ac:spMkLst>
        </pc:spChg>
        <pc:spChg chg="mod">
          <ac:chgData name="Martin Docherty | Football Queensland" userId="dc293bdc-18f2-403b-8758-354a20da47de" providerId="ADAL" clId="{85348E56-8FBD-4F8D-BBE9-B3CC45C01245}" dt="2024-11-05T02:51:35.768" v="39" actId="33524"/>
          <ac:spMkLst>
            <pc:docMk/>
            <pc:sldMk cId="644873091" sldId="1154"/>
            <ac:spMk id="1435" creationId="{25D65BC3-33BD-FB77-1292-649BFE001AA6}"/>
          </ac:spMkLst>
        </pc:spChg>
      </pc:sldChg>
      <pc:sldChg chg="modSp mod">
        <pc:chgData name="Martin Docherty | Football Queensland" userId="dc293bdc-18f2-403b-8758-354a20da47de" providerId="ADAL" clId="{85348E56-8FBD-4F8D-BBE9-B3CC45C01245}" dt="2024-11-05T02:48:47.388" v="32" actId="20577"/>
        <pc:sldMkLst>
          <pc:docMk/>
          <pc:sldMk cId="1948147583" sldId="1155"/>
        </pc:sldMkLst>
        <pc:spChg chg="mod">
          <ac:chgData name="Martin Docherty | Football Queensland" userId="dc293bdc-18f2-403b-8758-354a20da47de" providerId="ADAL" clId="{85348E56-8FBD-4F8D-BBE9-B3CC45C01245}" dt="2024-11-05T02:48:47.388" v="32" actId="20577"/>
          <ac:spMkLst>
            <pc:docMk/>
            <pc:sldMk cId="1948147583" sldId="1155"/>
            <ac:spMk id="17" creationId="{8C3677D2-CEC8-91F0-6E9B-B32F0D3B36D7}"/>
          </ac:spMkLst>
        </pc:spChg>
      </pc:sldChg>
    </pc:docChg>
  </pc:docChgLst>
  <pc:docChgLst>
    <pc:chgData name="Gareth Thomson | Football Queensland" userId="45505d28-f665-4546-80c4-7c2d16b5a302" providerId="ADAL" clId="{6E62CCBA-FA13-44CB-B563-9C9C9308AD93}"/>
    <pc:docChg chg="undo custSel addSld delSld modSld">
      <pc:chgData name="Gareth Thomson | Football Queensland" userId="45505d28-f665-4546-80c4-7c2d16b5a302" providerId="ADAL" clId="{6E62CCBA-FA13-44CB-B563-9C9C9308AD93}" dt="2024-11-13T01:55:36.589" v="15298" actId="113"/>
      <pc:docMkLst>
        <pc:docMk/>
      </pc:docMkLst>
      <pc:sldChg chg="modSp mod">
        <pc:chgData name="Gareth Thomson | Football Queensland" userId="45505d28-f665-4546-80c4-7c2d16b5a302" providerId="ADAL" clId="{6E62CCBA-FA13-44CB-B563-9C9C9308AD93}" dt="2024-11-06T21:22:31.840" v="9290" actId="207"/>
        <pc:sldMkLst>
          <pc:docMk/>
          <pc:sldMk cId="2249587282" sldId="257"/>
        </pc:sldMkLst>
        <pc:spChg chg="mod">
          <ac:chgData name="Gareth Thomson | Football Queensland" userId="45505d28-f665-4546-80c4-7c2d16b5a302" providerId="ADAL" clId="{6E62CCBA-FA13-44CB-B563-9C9C9308AD93}" dt="2024-11-06T21:21:55.512" v="9239" actId="207"/>
          <ac:spMkLst>
            <pc:docMk/>
            <pc:sldMk cId="2249587282" sldId="257"/>
            <ac:spMk id="5" creationId="{B609970A-9B7B-6632-2E94-A1E5E9E9B562}"/>
          </ac:spMkLst>
        </pc:spChg>
        <pc:picChg chg="mod">
          <ac:chgData name="Gareth Thomson | Football Queensland" userId="45505d28-f665-4546-80c4-7c2d16b5a302" providerId="ADAL" clId="{6E62CCBA-FA13-44CB-B563-9C9C9308AD93}" dt="2024-11-06T21:22:31.840" v="9290" actId="207"/>
          <ac:picMkLst>
            <pc:docMk/>
            <pc:sldMk cId="2249587282" sldId="257"/>
            <ac:picMk id="3" creationId="{E040E69F-47C3-3521-E5EB-2CD48181DECF}"/>
          </ac:picMkLst>
        </pc:picChg>
        <pc:picChg chg="mod modCrop">
          <ac:chgData name="Gareth Thomson | Football Queensland" userId="45505d28-f665-4546-80c4-7c2d16b5a302" providerId="ADAL" clId="{6E62CCBA-FA13-44CB-B563-9C9C9308AD93}" dt="2024-11-06T12:30:15.802" v="7265" actId="18131"/>
          <ac:picMkLst>
            <pc:docMk/>
            <pc:sldMk cId="2249587282" sldId="257"/>
            <ac:picMk id="7" creationId="{612C8FF5-3537-AD88-5AF3-5041CB3E0C27}"/>
          </ac:picMkLst>
        </pc:picChg>
      </pc:sldChg>
      <pc:sldChg chg="addSp delSp modSp del mod">
        <pc:chgData name="Gareth Thomson | Football Queensland" userId="45505d28-f665-4546-80c4-7c2d16b5a302" providerId="ADAL" clId="{6E62CCBA-FA13-44CB-B563-9C9C9308AD93}" dt="2024-11-05T21:17:26.257" v="565" actId="47"/>
        <pc:sldMkLst>
          <pc:docMk/>
          <pc:sldMk cId="1030907932" sldId="1130"/>
        </pc:sldMkLst>
        <pc:spChg chg="mod">
          <ac:chgData name="Gareth Thomson | Football Queensland" userId="45505d28-f665-4546-80c4-7c2d16b5a302" providerId="ADAL" clId="{6E62CCBA-FA13-44CB-B563-9C9C9308AD93}" dt="2024-11-05T20:29:02.072" v="411" actId="14100"/>
          <ac:spMkLst>
            <pc:docMk/>
            <pc:sldMk cId="1030907932" sldId="1130"/>
            <ac:spMk id="2" creationId="{E9FB86D6-253E-B4B1-4A31-4C179F6CC814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5" creationId="{778E392E-130E-F871-1B97-B04E0DFE0D07}"/>
          </ac:spMkLst>
        </pc:spChg>
        <pc:spChg chg="mod">
          <ac:chgData name="Gareth Thomson | Football Queensland" userId="45505d28-f665-4546-80c4-7c2d16b5a302" providerId="ADAL" clId="{6E62CCBA-FA13-44CB-B563-9C9C9308AD93}" dt="2024-11-05T05:06:21.656" v="196" actId="20577"/>
          <ac:spMkLst>
            <pc:docMk/>
            <pc:sldMk cId="1030907932" sldId="1130"/>
            <ac:spMk id="6" creationId="{E1AC0E8F-378B-8885-B8AF-6642B8D0FBE3}"/>
          </ac:spMkLst>
        </pc:spChg>
        <pc:spChg chg="mod">
          <ac:chgData name="Gareth Thomson | Football Queensland" userId="45505d28-f665-4546-80c4-7c2d16b5a302" providerId="ADAL" clId="{6E62CCBA-FA13-44CB-B563-9C9C9308AD93}" dt="2024-11-05T05:06:45.163" v="236" actId="20577"/>
          <ac:spMkLst>
            <pc:docMk/>
            <pc:sldMk cId="1030907932" sldId="1130"/>
            <ac:spMk id="7" creationId="{4DDB8BA3-9FBB-7448-79CB-53D22E9093D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0" creationId="{CDA36D0B-F290-5CE5-3022-ED4F559C6A9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" creationId="{4BC795C4-ED59-8A58-D54E-77A2D95DC9A8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" creationId="{77EEC162-1D15-386B-D1EE-E9F9AB252791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" creationId="{CC9E33CD-D914-E4C1-3BB3-133AD08C46CE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4" creationId="{C36E605C-1A34-6790-6212-03508301DB3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5" creationId="{4DA1349A-36B5-D875-FC44-54D74E208DCA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7" creationId="{D16412D5-C47E-9FDF-6774-D273A3FC9208}"/>
          </ac:spMkLst>
        </pc:spChg>
        <pc:spChg chg="mod">
          <ac:chgData name="Gareth Thomson | Football Queensland" userId="45505d28-f665-4546-80c4-7c2d16b5a302" providerId="ADAL" clId="{6E62CCBA-FA13-44CB-B563-9C9C9308AD93}" dt="2024-11-05T05:06:34.810" v="234" actId="20577"/>
          <ac:spMkLst>
            <pc:docMk/>
            <pc:sldMk cId="1030907932" sldId="1130"/>
            <ac:spMk id="20" creationId="{84C1C66C-B418-0672-A281-2F14419018B8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21" creationId="{608DFB47-AA15-F3FC-C3A5-8638EE09226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22" creationId="{85617D2E-FC63-3149-33FF-5372D6B97BA6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30" creationId="{0B3D20DC-24F8-857B-FBA6-3A862779405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24" creationId="{661B4AE7-2D84-A467-D404-E93267C9E31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25" creationId="{18D78483-129C-64AB-2942-3A2F7935FBF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27" creationId="{3A1ABC3D-FCA8-B7E7-6ADC-4E32551FE62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29" creationId="{44AE7B1E-6A40-704A-17F0-D9287E71E99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0" creationId="{311243FA-6355-3B13-D598-F42A79199E6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1" creationId="{5DD4A9A1-8A41-7526-742A-9BA9589BC6A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3" creationId="{1053D6AC-07C1-6349-BCB6-4CC2FC9AE6D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7" creationId="{9F734463-9EFE-8EC2-A59C-8B3C5D625C2D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8" creationId="{12FA9718-9FCF-F220-E717-8D0FB7B0A3C7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39" creationId="{8189C4F3-621C-B806-A277-879432434E7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40" creationId="{DE470329-16AC-FCCA-7F83-F0F98E40DEF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46" creationId="{56662E42-3C46-48C9-CDF5-BD8F59FC0FC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47" creationId="{81D007F4-0D14-6CAD-0F06-CA38D2CA4AE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48" creationId="{2266AC1C-A4FA-4BA9-5EFC-DA7DE510C1A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49" creationId="{85DD5351-F0EA-70CF-9392-32C178D4F726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51" creationId="{D6EC41C4-D685-AD07-95E0-045290D4E926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52" creationId="{66F367C6-FE01-9172-58ED-7D7E9D8F6526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53" creationId="{CD699AEA-FE2B-6DA0-0696-382EBB36385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54" creationId="{0E2E70AB-9EA1-76BC-D617-697809A30072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55" creationId="{0E9A1104-BD1F-B2A8-36E2-D5412C41838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88" creationId="{554B4D46-DB7D-0755-4A50-21E956B08F4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89" creationId="{94D2DC4A-DD9B-F165-61B2-B86257B0BC79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0" creationId="{D43B8EDE-4DC4-6F2D-1DCA-660004BEF2DD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1" creationId="{7ACACABB-42A3-6D73-E33B-BF19BD03105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2" creationId="{253047B4-FD93-2F8A-AAE3-AB9F53CC4010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3" creationId="{5CDAE8AD-4F48-9076-CB10-D8DF129C0E5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4" creationId="{610C1AD8-80BF-F1A9-9A67-6215689C585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6" creationId="{619A22F1-A449-0819-F72E-81D6863E0C9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7" creationId="{166C8B01-E350-3BDD-88F0-77CBCD30401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8" creationId="{F5AD0905-C5C4-1A22-1489-2798950A293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099" creationId="{06FE48AB-1248-6AF4-944D-F1D2987E890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0" creationId="{9580CDA5-6A23-0F9A-5F69-B6F4ECD8DE7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3" creationId="{B8E4177F-FA67-79CB-00B0-71B4A1A23D3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4" creationId="{BC8E9B34-AD29-A0C3-A709-C8B08689E77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5" creationId="{4D25537A-C21A-6358-4BF3-3BA0D726199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6" creationId="{A808098B-20D4-242B-6789-A5E4E1698BC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07" creationId="{0413687A-7DB5-7FCA-DA26-242A00F42872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2" creationId="{204477D8-00D3-0EF8-1645-78607AAB1D2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4" creationId="{4749AD41-0F8F-469B-3C96-B3CCAD61DCCD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5" creationId="{E63583DF-70BE-103E-028C-1CDCEF19D6C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6" creationId="{2D8FEC2B-A8A7-781D-FBB2-ED658F07CD2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7" creationId="{347F2F1C-BA2C-C7D1-4EA7-5C0443179635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18" creationId="{025A4FBA-2C90-C322-D4E8-97C5A4C9237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21" creationId="{17A6C780-222D-1843-B337-F2CBED4B72A7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22" creationId="{9EF8A751-31E9-0BDB-3EAA-AF93B603067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23" creationId="{D38800A2-C8D6-C628-F173-CBF7F6649B7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24" creationId="{48431FBE-4003-8D66-DA71-A4441CF9679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26" creationId="{120AB16F-39FE-532C-8EEA-87F71A444F74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27" creationId="{FFC5E9DD-D827-D221-E15E-C3E40DEB161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3" creationId="{CCC8E09C-0513-0D18-9FA3-5CCD858BD16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4" creationId="{CCA8352F-072B-41DE-3119-029858565CF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5" creationId="{7F2504F0-74E7-8C16-0D2B-17F3B251E47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7" creationId="{0FADF282-4635-5F72-5490-9F22B71A802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8" creationId="{8E0EF4B0-2E03-CB83-E193-E5A052AC711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39" creationId="{81D0AD94-428B-A406-B256-8FA0D0C2F42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0" creationId="{0B3E35A4-8669-ECD4-EE0E-74B372AFC9B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2" creationId="{EC51480D-CDAF-5CDF-DFE6-3B511779834B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3" creationId="{84BDF472-9D54-1C4D-4996-92F21C02710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4" creationId="{C600F9D3-C3EF-101E-60DF-D3A5124D559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5" creationId="{461059E3-CFE8-5700-7054-06B358C2C43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7" creationId="{6E44889E-09F1-9711-2106-CCD624F2E1B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8" creationId="{B609457B-0B90-6037-3A91-1F2C367D81CD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49" creationId="{5F6EC149-5D73-9975-89AC-F954729E9E5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0" creationId="{25B05A7E-9325-1A29-E1C4-2F3F7C938678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1" creationId="{534AA9BF-BF48-FA94-0D23-E7A12DC0E05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4" creationId="{6B770359-44F9-CE04-F801-276403401A0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55" creationId="{523BEF9E-BA41-4321-3A92-4F5E30B1498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6" creationId="{FF77C98B-2AF2-30B8-1B4C-CADA1CF3917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7" creationId="{0E5870A8-25A5-AD84-D1CE-7B3DD9AC429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59" creationId="{9C7783D2-B1FF-E7EF-5896-841F40D85CF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62" creationId="{B7D2C89A-FD5B-3F2A-F794-D85D2E6C644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65" creationId="{EED1EF6F-B8CC-6D4A-1ACD-58628DE13485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71" creationId="{CAAFE156-84D4-6E7B-41C8-387EDE0082E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77" creationId="{385B37CF-0114-DCDD-B09F-036EAB49D52C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83" creationId="{0F3A3EC8-D03B-CD57-BB90-9A59DB968816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85" creationId="{8D6000E2-F3EB-77AE-1E81-B75A81D52CB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1" creationId="{8EB32266-6ED2-9947-057E-F7726AE6A19F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92" creationId="{A96779FF-01BC-226F-9508-EC483AFE30A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194" creationId="{4E2826E3-0BEB-6799-1700-6A9B66A8FC97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5" creationId="{FC44CE30-1AFF-C728-0513-377432C5566E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6" creationId="{6B142A17-65A4-3257-5F79-2D9CD1A36A27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7" creationId="{F2F30E3F-DFEC-5719-95D1-12DE0F6BA66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8" creationId="{0B5D4B87-CB47-5385-DF57-48BFB9DED58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199" creationId="{6A161C5E-B3C8-7EAB-B741-ED7F5AE9CBBB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0" creationId="{07CC3A69-E14C-1315-E3C8-5D6C333FDFF6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1" creationId="{3A954F94-62EB-85B6-C2FA-AA6A6F0E1FD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2" creationId="{9CCDAF46-3FE8-0ADE-0C62-ADAAA8704BC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03" creationId="{5849CBF3-318F-5D10-3EE9-A2E21BCAE97B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4" creationId="{18EA88C3-7024-4767-88A4-35EE102432E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5" creationId="{B7D06F27-0044-3F6F-E382-46859863947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6" creationId="{AC67F9A2-5DCE-D272-2DDC-623ECD3D7E7B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7" creationId="{9BF8FA4B-67D2-857F-B039-C441B0A2A4D6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8" creationId="{7C16A296-15EC-93D1-951D-C9426424C7D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09" creationId="{B6F24DA9-D6F9-86C9-5FBE-D43B52ED1A47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0" creationId="{8452C360-0D1B-C505-A3F0-D61F3622276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1" creationId="{CE87848D-4D37-8CAB-DC1D-DEC8AF6EEF77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2" creationId="{6204CF7C-B3E4-40EF-3564-6A92C52A63AC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3" creationId="{871F08A0-773C-DD78-70B1-3A65DFBB0FD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4" creationId="{1EB865D0-B946-D8BF-B934-DE64BF853DDB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5" creationId="{7848A28C-DA15-347D-C3B3-AE18467A680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6" creationId="{8AAC7C72-89AE-4B4F-4F7B-831630178D3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7" creationId="{96A7586C-02BD-D083-0873-5FB62F5D585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18" creationId="{676BDA40-DAEC-7974-E08A-19043B071E2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19" creationId="{2ACB60D7-EA28-A027-7E50-C567EB180900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20" creationId="{213B4DC2-8669-ACCB-6A14-53A3BE15D34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26" creationId="{587E3A3D-E216-1147-3506-5A28DAEB8A3A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27" creationId="{B70AE908-E2C2-D060-7767-FAEF0762887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29" creationId="{D68B4C0E-B0D3-9117-456F-3AD6E7B54ED4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35" creationId="{7723B003-914F-9B51-FC1B-0B99BCBD9A0A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41" creationId="{D57AD2D2-6C4D-2D7E-8C95-A08D829DD6B8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47" creationId="{3C160137-FB81-38E0-080A-61B44A557093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53" creationId="{68AB084C-09E9-D1E1-62C8-1B0404EAC7CE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59" creationId="{6FE753F7-35F6-79F9-95E5-A9CD22609D63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65" creationId="{CFA3F9EA-A7E2-C85B-2A8E-87662BFC5AF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71" creationId="{46F17889-6A9D-6BD5-E0A4-7ABCF8E04EBB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77" creationId="{F6E9309E-A6F6-E002-867F-5D4112FC777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78" creationId="{CCF47F1E-D286-B4E8-9E51-FBE1BA77843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80" creationId="{FA88E483-1A04-7143-6617-C983CACE164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84" creationId="{9BA2C1F3-113B-64C9-E37D-051A8C4B2C9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285" creationId="{A2A4E64B-943C-13EF-AF11-3A5F085874EE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86" creationId="{4C97AE3F-182E-26CB-33C3-6577F494490A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87" creationId="{47148DE1-D5B8-EC5D-3BAE-298C65A6545F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88" creationId="{E75AAB4F-00B0-2821-048C-FC27C2FB983E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289" creationId="{82902724-1A2E-BE97-97CB-CD93CC0FAC4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12" creationId="{AF177E8B-386E-41D0-1A43-CBD7948F88F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13" creationId="{B386D925-3952-A633-A110-31A98CDD72A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15" creationId="{6442E984-BC12-4477-039D-12323F809F6D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16" creationId="{3D6767DF-56A3-C77E-775B-7F345CEA6CF4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37" creationId="{3EB4F851-5B8E-6C59-8E4A-853CEE57BA53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38" creationId="{39A7289E-3723-156A-19FF-884DE959340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39" creationId="{5066DF44-9D5E-1465-DB29-B931BC703AD4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0" creationId="{38ACEF79-0FA8-1207-4428-3AC8D50DC612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1" creationId="{FFA359BB-D9E7-DE7C-8568-5C5B07EDD22D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2" creationId="{6D7A6296-5CBD-0544-4CFF-EE7C5A73285F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3" creationId="{A8ED0092-06CD-3204-1FED-037EB0D38DE0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4" creationId="{996BDACD-896A-B634-BD74-91C1E8653746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5" creationId="{1B6E768B-597C-304A-0000-956F2FD84229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6" creationId="{C88B8799-F1EE-D845-3CFC-E1604CA271B0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7" creationId="{4E6697C4-1250-8857-E8A4-37100BBBC557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8" creationId="{4C0ECD61-76F1-95F7-A0E4-03C9C31F40DA}"/>
          </ac:spMkLst>
        </pc:spChg>
        <pc:spChg chg="del">
          <ac:chgData name="Gareth Thomson | Football Queensland" userId="45505d28-f665-4546-80c4-7c2d16b5a302" providerId="ADAL" clId="{6E62CCBA-FA13-44CB-B563-9C9C9308AD93}" dt="2024-11-05T04:50:37.806" v="84" actId="478"/>
          <ac:spMkLst>
            <pc:docMk/>
            <pc:sldMk cId="1030907932" sldId="1130"/>
            <ac:spMk id="1349" creationId="{DD6EEAA1-44CB-198C-84FB-1391E30FA78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50" creationId="{471F006E-5C68-A6AC-B5FC-F805E360BAC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3" creationId="{AA8F38A5-939B-514E-7DD3-26F53A758E0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4" creationId="{ED7D460E-1D8D-CF4A-C1E2-ACA19189F0D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5" creationId="{F5FE55A6-4567-8940-6F65-06AA8E23882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7" creationId="{86C2BF38-65D6-DD26-35B6-ED3917D3A09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8" creationId="{233C34F2-3B56-20DA-1A52-C7AEF4E50C1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69" creationId="{A5B4B4A0-9A22-C5DE-CEF1-9769BBDDCDE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0" creationId="{E9EEED6B-A5C1-F60E-241D-F9283C88DF2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2" creationId="{32CB7862-40C1-3DD5-2E32-3CB3791954C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3" creationId="{D75E2AC3-50EE-0ADD-91AC-C38A067D70A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4" creationId="{B8D5D8DA-EB66-1C7B-8BAD-B75F15C6E70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5" creationId="{B377B54F-F946-3097-7083-089E533A3BD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6" creationId="{2FA543ED-7CD9-ADDE-A7F4-8ED1BB439C1B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7" creationId="{E95FD5FD-1ED6-44D6-C8BD-03CC95E4F16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8" creationId="{04F931FB-ECBB-26EE-D543-EE67A1D7B13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79" creationId="{9E3582DA-53D7-A9D9-76BD-70C3156B8DF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1" creationId="{4083B282-05B7-0790-7BE5-0997353840B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2" creationId="{C5551618-2FA8-E8EC-85D5-A909744576F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3" creationId="{EF43F2D9-2B6C-A5C3-9FEF-B878639FB65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4" creationId="{B2778B6C-2D5A-7894-E1AD-2BF5A675F4D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6" creationId="{06311F04-5040-8346-E89C-EE356A6EAAD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7" creationId="{0E61BEC0-77B0-EBF3-660B-767A8BD8A0D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8" creationId="{9FB1D0FF-F92E-34A3-B416-1E3AC989438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89" creationId="{31A9D270-4321-DE52-BD5F-4C8BDB0836F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0" creationId="{800AC6CB-6FBF-DAC8-04AC-59ACCADE9F5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1" creationId="{EA4FEC59-2A11-9D13-7699-CD8548F45C48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2" creationId="{68D5CB8C-C24D-29DB-C743-2E8B89CEB81A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3" creationId="{D59549D5-54B3-DEA3-1D92-A94CC49D710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4" creationId="{CBCA24F8-C647-A4A2-86C0-17F8C478F8F5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5" creationId="{913381FC-D665-C1FA-3956-ED3647711B8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7" creationId="{F55CBDE3-5AEC-A75D-84CF-99DE42ACCEF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8" creationId="{626BE02C-F0CB-7625-D87B-B303285E868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399" creationId="{0078403B-3EA7-F1D8-9F8E-E6E2CCBA225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0" creationId="{F166804A-DBC9-7571-431E-536538B03FF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2" creationId="{283899AC-8CB2-1419-A5A0-A1A3B71EA47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3" creationId="{5D71F83E-D461-6DB2-C7C7-E1D1BC23B65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4" creationId="{F574E701-63E0-40C5-C29F-A030F31FB33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5" creationId="{C7C7A08B-599C-1BDA-5B24-D962C36A7CE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6" creationId="{1044E659-AF88-1764-F2C0-DBCA9B0EC906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7" creationId="{C9CAF1A6-4C3D-1F82-6DBD-B7F959B3CCE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8" creationId="{76C20212-DFB7-63A3-2406-B423B53C77DA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09" creationId="{1078D3CB-1B29-1DC8-B662-B90694ACCA1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0" creationId="{E3AA4E1C-817A-D333-13C8-49508746F1D7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4" creationId="{7B05E21A-9E02-A3FE-B3AE-9DE01F367AA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5" creationId="{BAEEF205-AA41-AA7C-2A3C-9AA597DD63B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6" creationId="{7D4DF6A4-E769-B7C2-0CDD-F59C61E7466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7" creationId="{FDC916BF-8252-5DFF-8920-981B7BFA373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19" creationId="{05453009-21D0-00E1-870F-DA270E3AFDE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0" creationId="{5372597A-9134-530D-B091-9C473AD6AB2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1" creationId="{7E4F9FF7-63BA-7D0A-08B5-774339C8B5A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2" creationId="{A4B92F76-D366-BD65-83C5-F0988B1A281B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4" creationId="{BCD85073-5385-71C0-4A44-AD3030FB94B7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5" creationId="{02C26331-BAA4-8A5E-8080-76877BCC925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6" creationId="{46FCED25-7D8C-375E-F291-04194E08E8B7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7" creationId="{D9E39E55-BC7C-6268-A2DC-B8340865ED8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29" creationId="{D9289828-6913-C40B-C421-67E8C48164F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0" creationId="{EF46B699-FB16-11A8-14AF-6076A840279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1" creationId="{5D4449CB-792B-3C8E-E50C-47689B6B269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2" creationId="{51BDF66B-F143-88E2-2F1D-C9F10B569A8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4" creationId="{5416FDB5-9CE5-1A67-F694-FDD20A89579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5" creationId="{5F8254BE-AC57-60CB-4D01-84FD439BAB3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6" creationId="{261AF14F-EA32-E8D2-53F3-78D2DC5E69A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7" creationId="{DF95FB75-2C2B-EF90-5801-40BBD58749D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39" creationId="{3AA10FD0-97D0-93B6-1FB5-A47495394F2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0" creationId="{08F9BD96-D423-EAAB-1866-5AE8D15D9CB5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1" creationId="{6125D82C-7D58-F667-7FFE-0E88C71A567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2" creationId="{DED00DFE-8BEB-84C7-6345-54CD4B1AE34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4" creationId="{7C36B0A5-AF42-0421-3BB3-A92686973D03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5" creationId="{0BBC997A-8519-2826-D43B-A2E65449D37F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6" creationId="{2622D416-C9AD-9556-6106-ACF39E6F534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7" creationId="{8C234A4A-EF91-7E7E-E87C-AA5743B6760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49" creationId="{32319982-C863-4C3E-7CC2-11D85A752826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0" creationId="{257F06A1-B7E7-7D49-1D57-38E656BA7154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1" creationId="{02E56F20-45B2-168C-7727-F86003C97E9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2" creationId="{39B44407-E1F5-6FA3-27C9-98199E759BDA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4" creationId="{0CE16E20-71D6-83A9-F8EA-91A26CBA834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5" creationId="{9CC312F5-CAEA-A1FC-D073-56664804594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6" creationId="{756417D2-5E28-004F-DB05-E951D84B35C1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7" creationId="{1C5A5B0A-F5D6-D621-19B3-E59E2D20225C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8" creationId="{43196CC3-8013-B4DC-EEBF-8D65FC3A2022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59" creationId="{E23754CA-FDDF-6D90-DABB-402E7E34BF2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0" creationId="{A3A627F3-17DB-E5EE-4E74-B1A13F9368C2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1" creationId="{A8468463-F2D2-B82A-03BD-3725D82AD017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2" creationId="{11CA9A3D-0DF2-02A1-E830-E5ED72F21A1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3" creationId="{0963CFB4-FAAB-F767-FF49-6D9C0FB3B089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5" creationId="{5B5F2C63-0F2A-D4F0-B2FF-0E322970B8BB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6" creationId="{CB0ED35F-A3BE-BCBF-9169-EE3BE278F7A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7" creationId="{281E2D39-0AAA-24D6-FB2C-8BB229C6AB7E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68" creationId="{C5A75359-AD7B-2E73-C1D0-04E9B458E732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0" creationId="{A24EB818-FDBF-720D-E7A0-A0651C338D48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1" creationId="{F6D7A694-24C5-7E94-E38E-418233EE97E0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2" creationId="{94849BC5-1F40-0E5F-B392-4CF81125BC5C}"/>
          </ac:spMkLst>
        </pc:spChg>
        <pc:spChg chg="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3" creationId="{3E722516-5B06-9E18-52E6-00BC756D2BEE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4" creationId="{327E4A37-88AD-70F3-FD89-AB07F028765C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5.943" v="250"/>
          <ac:spMkLst>
            <pc:docMk/>
            <pc:sldMk cId="1030907932" sldId="1130"/>
            <ac:spMk id="1475" creationId="{41894140-8700-33AE-BF59-EED333762753}"/>
          </ac:spMkLst>
        </pc:s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23" creationId="{39C17088-B24C-A728-6294-96BCE01DF42A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31" creationId="{9F3ABE3F-008C-371F-4356-FCE4D29E1376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026" creationId="{0F8A39C8-CD67-9A4B-344C-7713C26B4D25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028" creationId="{73D06AF3-5463-E190-D5F7-2065EE073573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036" creationId="{BAD02FDD-99E5-DB23-FBA5-018FE760BE75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045" creationId="{5C491291-E896-8479-E7B7-47E438794A64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095" creationId="{73DC2D30-F4D3-98CE-04A8-F16056A06629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01" creationId="{DD8EDED0-15FA-9331-82F5-FFEB36E53C9F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19" creationId="{DE607A2A-3229-9589-AB40-B6272848527E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20" creationId="{C8330DCD-0BA8-B65F-76FB-13FABDF4670D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25" creationId="{D71AE1E2-5FBB-8F20-6D3F-650F1B27FEC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28" creationId="{7379AF69-C6D2-298C-5F5D-2E71E90DF3D5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36" creationId="{B38DAF45-01CA-B839-A340-5E3B168C0091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41" creationId="{AF656100-9194-7746-6AAA-A597A780262D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46" creationId="{7AC4A94A-AE1E-4D01-E113-5CFE0BD3AD4E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53" creationId="{E5279B06-0BDD-4F32-8F07-23D006A08D5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58" creationId="{A465FCDB-3C7B-944C-1C5C-A3895BCF34F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66" creationId="{FE347B44-7C4B-54C6-D47C-8912E8DEF15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72" creationId="{F5589C14-1429-AA53-3D7E-36E9D27DAA1D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78" creationId="{FFAE5E14-8212-36FA-5900-A8C74B05848E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186" creationId="{BB81B625-77EE-ADEE-B9BB-33AF0B08801B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193" creationId="{C4964CCD-D3FC-DFB7-DB12-1D6488B3361C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21" creationId="{3E08F28C-74F2-C679-65C4-98A28E54BC59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228" creationId="{AB4B2CEA-8C1E-03C2-CD99-F1A5994EE4F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30" creationId="{DD4AC16C-B0CC-D65B-66DA-04200C7013D8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36" creationId="{D5B94B67-E7E2-8D45-E9B3-0117DCECAAC5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42" creationId="{F7D8E76C-FB76-05E5-4494-84015BEB3C58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48" creationId="{F2BBF5DE-DBD4-751E-4721-15DE136399C8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54" creationId="{2C21F6F6-B780-F4D8-5734-EFA770B93127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60" creationId="{3A051DE3-F1C4-1A1E-7E71-CDC0C4F0740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66" creationId="{024F5699-D42C-44E9-1D4F-C388495D49F7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72" creationId="{DEE34965-079D-58A0-CD65-1C5666A3C31C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282" creationId="{8B786F6D-3EC7-2310-1D6C-5BD289D621F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92" creationId="{53646CD3-FE9A-999D-F374-32A286C7EEA0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297" creationId="{4F275A5E-6149-FA72-B778-435ADBD5E347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02" creationId="{3F0D0013-2C08-E85C-9FC7-4D2F7F892323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07" creationId="{000342E7-F979-70CA-33F2-498598923AF3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14" creationId="{EF03DA02-034C-8165-AB56-23CD2B3895F6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17" creationId="{A5534155-DDF9-D576-793A-58C146C28A1D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22" creationId="{1E949FF8-C52E-E278-FD3B-B0F0F59A0BEC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27" creationId="{9A5FC2C5-70B5-B960-2378-02103D07D93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32" creationId="{B19E7713-E0D2-9D18-61B4-E920F8EF719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53" creationId="{3D6CA2DE-EB7A-B934-7B1A-F1E533A63743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37.806" v="84" actId="478"/>
          <ac:grpSpMkLst>
            <pc:docMk/>
            <pc:sldMk cId="1030907932" sldId="1130"/>
            <ac:grpSpMk id="1358" creationId="{D98F6229-852F-9F1D-B116-3614177A805B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66" creationId="{5CA0DA47-FD92-6AB1-261F-BCCC6A0F2FC6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71" creationId="{3303840C-14AE-20DC-BEE9-44FC2B9867E3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80" creationId="{E1AD9B5C-AF24-8B32-0C4C-043E3347FC76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85" creationId="{730F8D02-F464-67EA-6E98-B8CA17718F2E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396" creationId="{746FF3BE-2643-84AA-EB14-BF22FD3E0AD3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01" creationId="{9453E65D-F614-7A9A-30FE-43CCFB22406B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13" creationId="{499CE7B0-2F90-F67A-794D-14E4FACC27A4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18" creationId="{7CC9EE74-3876-1064-C19A-AA8B8F0889CD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23" creationId="{50DCA19D-C99A-DD64-A5CF-8DC2F8AE014A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28" creationId="{4CB0B94F-718D-9D98-6EA3-2EB8C9F7B1F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33" creationId="{372D36C1-587E-427D-7797-FDB931BF6CBB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38" creationId="{1C5F36D2-6F64-4E98-610F-D101AC4BCA8E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43" creationId="{BCEF555C-FCFC-76FC-83FB-1D684A6C91BD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48" creationId="{C1D84DD0-5503-4F29-0CF2-D7EF7DBE5227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53" creationId="{89B4B049-2BCA-1CE0-F7FC-5A1AE9514001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64" creationId="{24F6FE57-A920-1369-0AA8-C128D6E7EC89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5.943" v="250"/>
          <ac:grpSpMkLst>
            <pc:docMk/>
            <pc:sldMk cId="1030907932" sldId="1130"/>
            <ac:grpSpMk id="1469" creationId="{EE46E6F7-993B-E295-1268-C4D8CBD37C63}"/>
          </ac:grpSpMkLst>
        </pc:grp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24" creationId="{A2DA6306-AE84-027D-C3E0-AFED00C254B2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25" creationId="{4237874B-0CE7-318B-989C-D5BAB64FA40B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1035" creationId="{E5C7D9CB-F246-49F1-682D-1D7153D2F8A6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1152" creationId="{B34D7EC5-5CAC-2195-B5B5-9B3FA5DD6644}"/>
          </ac:picMkLst>
        </pc:picChg>
        <pc:picChg chg="del">
          <ac:chgData name="Gareth Thomson | Football Queensland" userId="45505d28-f665-4546-80c4-7c2d16b5a302" providerId="ADAL" clId="{6E62CCBA-FA13-44CB-B563-9C9C9308AD93}" dt="2024-11-05T04:50:37.806" v="84" actId="478"/>
          <ac:picMkLst>
            <pc:docMk/>
            <pc:sldMk cId="1030907932" sldId="1130"/>
            <ac:picMk id="1290" creationId="{4851551D-2FF9-6536-9D14-269D93045665}"/>
          </ac:picMkLst>
        </pc:picChg>
        <pc:picChg chg="del">
          <ac:chgData name="Gareth Thomson | Football Queensland" userId="45505d28-f665-4546-80c4-7c2d16b5a302" providerId="ADAL" clId="{6E62CCBA-FA13-44CB-B563-9C9C9308AD93}" dt="2024-11-05T04:50:37.806" v="84" actId="478"/>
          <ac:picMkLst>
            <pc:docMk/>
            <pc:sldMk cId="1030907932" sldId="1130"/>
            <ac:picMk id="1291" creationId="{36A59C48-9D2A-EAC6-B8E7-25226A7D785F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1411" creationId="{B3563A06-4F09-AAE5-DF38-EF358DFAD9F9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5.943" v="250"/>
          <ac:picMkLst>
            <pc:docMk/>
            <pc:sldMk cId="1030907932" sldId="1130"/>
            <ac:picMk id="1412" creationId="{F03DDA09-5204-D5EC-4B90-F5E6D89E192A}"/>
          </ac:picMkLst>
        </pc:pic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041" creationId="{9E746095-2272-FEC7-7341-CF709F3C3127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042" creationId="{E206D5C4-3C83-39AB-DF24-EF1DBCAD668D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043" creationId="{763AB1E0-0E0D-166C-B2DD-DD0F30BEC752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044" creationId="{728607FE-E85D-75CD-6696-0886354237D2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050" creationId="{6AB70C10-C962-EF2B-3A52-3B274395D885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108" creationId="{350B86E8-EC2F-6CB4-805E-9DF25B9862BE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109" creationId="{1B9F1BB5-DAA6-7C62-C124-1B47C963CFFB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110" creationId="{63BE3D60-CF20-88DB-A9AB-B2D24EEBAF85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111" creationId="{ED96E7F0-1E34-A4ED-1A13-9BAE68FFF46E}"/>
          </ac:cxnSpMkLst>
        </pc:cxnChg>
        <pc:cxnChg chg="add mod">
          <ac:chgData name="Gareth Thomson | Football Queensland" userId="45505d28-f665-4546-80c4-7c2d16b5a302" providerId="ADAL" clId="{6E62CCBA-FA13-44CB-B563-9C9C9308AD93}" dt="2024-11-05T05:10:45.943" v="250"/>
          <ac:cxnSpMkLst>
            <pc:docMk/>
            <pc:sldMk cId="1030907932" sldId="1130"/>
            <ac:cxnSpMk id="1113" creationId="{130F513E-6F9B-E348-024E-6960DAC65D21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37.806" v="84" actId="478"/>
          <ac:cxnSpMkLst>
            <pc:docMk/>
            <pc:sldMk cId="1030907932" sldId="1130"/>
            <ac:cxnSpMk id="1279" creationId="{4F73C61B-1FFC-0FC2-CBE8-2EC21DFCFB34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37.806" v="84" actId="478"/>
          <ac:cxnSpMkLst>
            <pc:docMk/>
            <pc:sldMk cId="1030907932" sldId="1130"/>
            <ac:cxnSpMk id="1281" creationId="{F918D47C-1A6E-87EF-FB18-10E25FA18153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37.806" v="84" actId="478"/>
          <ac:cxnSpMkLst>
            <pc:docMk/>
            <pc:sldMk cId="1030907932" sldId="1130"/>
            <ac:cxnSpMk id="1283" creationId="{C1BE4416-6F44-63D1-E7B5-BCDBCCF7B616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37.806" v="84" actId="478"/>
          <ac:cxnSpMkLst>
            <pc:docMk/>
            <pc:sldMk cId="1030907932" sldId="1130"/>
            <ac:cxnSpMk id="1351" creationId="{AB7F1679-74CC-72F9-482D-38EC99B0305F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37.806" v="84" actId="478"/>
          <ac:cxnSpMkLst>
            <pc:docMk/>
            <pc:sldMk cId="1030907932" sldId="1130"/>
            <ac:cxnSpMk id="1352" creationId="{34D216A0-806E-2EFA-4DF0-67CDAA6971EA}"/>
          </ac:cxnSpMkLst>
        </pc:cxnChg>
      </pc:sldChg>
      <pc:sldChg chg="addSp delSp modSp mod">
        <pc:chgData name="Gareth Thomson | Football Queensland" userId="45505d28-f665-4546-80c4-7c2d16b5a302" providerId="ADAL" clId="{6E62CCBA-FA13-44CB-B563-9C9C9308AD93}" dt="2024-11-13T00:50:59.975" v="13260" actId="478"/>
        <pc:sldMkLst>
          <pc:docMk/>
          <pc:sldMk cId="2257159162" sldId="1131"/>
        </pc:sldMkLst>
        <pc:spChg chg="mod">
          <ac:chgData name="Gareth Thomson | Football Queensland" userId="45505d28-f665-4546-80c4-7c2d16b5a302" providerId="ADAL" clId="{6E62CCBA-FA13-44CB-B563-9C9C9308AD93}" dt="2024-11-06T21:06:02.566" v="8308" actId="20577"/>
          <ac:spMkLst>
            <pc:docMk/>
            <pc:sldMk cId="2257159162" sldId="1131"/>
            <ac:spMk id="3" creationId="{2CB09D16-8929-D682-7F80-576F2A75C990}"/>
          </ac:spMkLst>
        </pc:spChg>
        <pc:spChg chg="mod">
          <ac:chgData name="Gareth Thomson | Football Queensland" userId="45505d28-f665-4546-80c4-7c2d16b5a302" providerId="ADAL" clId="{6E62CCBA-FA13-44CB-B563-9C9C9308AD93}" dt="2024-11-05T22:38:48.965" v="1006" actId="20577"/>
          <ac:spMkLst>
            <pc:docMk/>
            <pc:sldMk cId="2257159162" sldId="1131"/>
            <ac:spMk id="4" creationId="{CD8A4C7C-8D9D-68AA-EDB7-2A564E4014B5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6" creationId="{05A25C03-C0F7-CAAC-F3A8-1547623486F0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" creationId="{EC08F070-7096-5FF7-081D-065DA8961F40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" creationId="{6356F01D-4110-D109-1430-80F738795683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5" creationId="{1AB8DC8C-9EB1-25C6-0744-ED58B4E86AC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46.173" v="86" actId="478"/>
          <ac:spMkLst>
            <pc:docMk/>
            <pc:sldMk cId="2257159162" sldId="1131"/>
            <ac:spMk id="16" creationId="{41A9A8BE-299D-E042-1F4A-8F244C97D117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7" creationId="{A258CBAB-F6EE-5A68-2956-C3E353C9801D}"/>
          </ac:spMkLst>
        </pc:spChg>
        <pc:spChg chg="add del">
          <ac:chgData name="Gareth Thomson | Football Queensland" userId="45505d28-f665-4546-80c4-7c2d16b5a302" providerId="ADAL" clId="{6E62CCBA-FA13-44CB-B563-9C9C9308AD93}" dt="2024-11-05T04:50:46.173" v="86" actId="478"/>
          <ac:spMkLst>
            <pc:docMk/>
            <pc:sldMk cId="2257159162" sldId="1131"/>
            <ac:spMk id="18" creationId="{F3B68888-B45C-E96F-BF74-545B851282D2}"/>
          </ac:spMkLst>
        </pc:spChg>
        <pc:spChg chg="add del">
          <ac:chgData name="Gareth Thomson | Football Queensland" userId="45505d28-f665-4546-80c4-7c2d16b5a302" providerId="ADAL" clId="{6E62CCBA-FA13-44CB-B563-9C9C9308AD93}" dt="2024-11-05T04:50:46.173" v="86" actId="478"/>
          <ac:spMkLst>
            <pc:docMk/>
            <pc:sldMk cId="2257159162" sldId="1131"/>
            <ac:spMk id="19" creationId="{F5929257-86B4-8360-5177-98947B45D637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20" creationId="{19F8841A-6847-18CA-80C2-34106FE6EBA6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21" creationId="{2D0DA24E-48E0-2B77-AF3D-EE35698BE783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22" creationId="{2E4BCCC7-9458-C9D0-87E0-11312B6C4240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23" creationId="{F5D09C7D-91E8-CF7A-DC06-9A07EAF986AD}"/>
          </ac:spMkLst>
        </pc:spChg>
        <pc:spChg chg="add mod">
          <ac:chgData name="Gareth Thomson | Football Queensland" userId="45505d28-f665-4546-80c4-7c2d16b5a302" providerId="ADAL" clId="{6E62CCBA-FA13-44CB-B563-9C9C9308AD93}" dt="2024-11-06T12:52:37.507" v="7576" actId="20577"/>
          <ac:spMkLst>
            <pc:docMk/>
            <pc:sldMk cId="2257159162" sldId="1131"/>
            <ac:spMk id="26" creationId="{670469CD-0714-F1E4-322B-5FC0633C4F51}"/>
          </ac:spMkLst>
        </pc:spChg>
        <pc:spChg chg="add mod">
          <ac:chgData name="Gareth Thomson | Football Queensland" userId="45505d28-f665-4546-80c4-7c2d16b5a302" providerId="ADAL" clId="{6E62CCBA-FA13-44CB-B563-9C9C9308AD93}" dt="2024-11-06T12:44:23.487" v="7287" actId="20577"/>
          <ac:spMkLst>
            <pc:docMk/>
            <pc:sldMk cId="2257159162" sldId="1131"/>
            <ac:spMk id="27" creationId="{82D734CB-A704-B3EC-5992-FAFFE6D3F046}"/>
          </ac:spMkLst>
        </pc:spChg>
        <pc:spChg chg="add mod">
          <ac:chgData name="Gareth Thomson | Football Queensland" userId="45505d28-f665-4546-80c4-7c2d16b5a302" providerId="ADAL" clId="{6E62CCBA-FA13-44CB-B563-9C9C9308AD93}" dt="2024-11-06T12:49:40.706" v="7444" actId="20577"/>
          <ac:spMkLst>
            <pc:docMk/>
            <pc:sldMk cId="2257159162" sldId="1131"/>
            <ac:spMk id="28" creationId="{87AE45DA-BE70-5403-4C97-3CC8251C51E7}"/>
          </ac:spMkLst>
        </pc:spChg>
        <pc:spChg chg="add mod">
          <ac:chgData name="Gareth Thomson | Football Queensland" userId="45505d28-f665-4546-80c4-7c2d16b5a302" providerId="ADAL" clId="{6E62CCBA-FA13-44CB-B563-9C9C9308AD93}" dt="2024-11-05T22:01:44.648" v="700" actId="34135"/>
          <ac:spMkLst>
            <pc:docMk/>
            <pc:sldMk cId="2257159162" sldId="1131"/>
            <ac:spMk id="29" creationId="{8AD6CD21-F419-BCF4-A81D-C733EB4149E2}"/>
          </ac:spMkLst>
        </pc:spChg>
        <pc:spChg chg="add mod">
          <ac:chgData name="Gareth Thomson | Football Queensland" userId="45505d28-f665-4546-80c4-7c2d16b5a302" providerId="ADAL" clId="{6E62CCBA-FA13-44CB-B563-9C9C9308AD93}" dt="2024-11-05T22:01:44.648" v="700" actId="34135"/>
          <ac:spMkLst>
            <pc:docMk/>
            <pc:sldMk cId="2257159162" sldId="1131"/>
            <ac:spMk id="30" creationId="{3E283DC7-1B9E-145F-22C3-1B3027FC9EB4}"/>
          </ac:spMkLst>
        </pc:spChg>
        <pc:spChg chg="add mod">
          <ac:chgData name="Gareth Thomson | Football Queensland" userId="45505d28-f665-4546-80c4-7c2d16b5a302" providerId="ADAL" clId="{6E62CCBA-FA13-44CB-B563-9C9C9308AD93}" dt="2024-11-05T22:01:44.648" v="700" actId="34135"/>
          <ac:spMkLst>
            <pc:docMk/>
            <pc:sldMk cId="2257159162" sldId="1131"/>
            <ac:spMk id="1026" creationId="{18DBD31E-0837-7868-FFF3-2BB4507F793A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27" creationId="{9C9BB362-3F21-15FD-C373-A3AABDE8496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28" creationId="{DC76A315-361E-FCF8-BB74-3E1ABCB66336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29" creationId="{ACB38401-20A9-1A1C-9851-3AA9D66E7DB5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032" creationId="{1B8021F8-A2A1-DBDE-ACAC-259DA04B609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37" creationId="{F607B699-072B-E8D2-D55E-475373DF0E85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38" creationId="{44F43E97-4918-243F-6AF8-10A080DC3805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44" creationId="{EE5BA9EA-352F-03C4-CDAC-063FD620A8BA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92" creationId="{BA8DD71F-3DDA-4C4B-E55A-16BC83C586DC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93" creationId="{74F8C17D-2453-24AC-4DF9-85DC59E52F00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099" creationId="{9ED3157B-6A5E-D45B-F91E-53845841F0A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17" creationId="{B757332A-3EC4-6EF6-A9C5-3A8D81AEFD3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18" creationId="{94E0B14E-34D4-7BB5-3614-C949F625F25C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19" creationId="{808BF524-0642-E3C5-C2C2-0819244FDE73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24" creationId="{27E92E60-8F42-C3D0-56D7-AF0A19221A0A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25" creationId="{FF38B294-9213-BB98-2471-211B0600B4A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27" creationId="{2210547C-8445-1EC9-0910-4F1C95E46E6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28" creationId="{2A77E780-2D63-E913-D63A-C5E6E06EEB0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30" creationId="{D69D96FF-74A8-6C0F-F40A-CDA3119E3F9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31" creationId="{4CD99DC4-CF24-EEF0-C606-F2212992B7A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32" creationId="{2440BCBF-CC77-1B79-053A-B1239A58A2A3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37" creationId="{6DF82694-9527-4D8E-4F1D-EF376295636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38" creationId="{7EE8C3F4-C427-F074-37B1-FD2AEBE8082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44" creationId="{2B69ED48-1DA7-4856-FF18-47463769869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45" creationId="{9F024BC4-241D-78B2-94D2-DC13EF64AA41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51" creationId="{18728570-1AA4-6B5B-052B-56DB534A302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52" creationId="{2862CFA8-82D5-B59D-84B4-D4AA1CDBEAE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55" creationId="{B1D26262-F2E3-9CBA-2F44-8F4BBB62346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0" creationId="{C3B91B03-5D71-F463-D419-25F35012939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1" creationId="{3A16D68C-1C92-B33D-CEB1-1A0E2837B621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62" creationId="{501327B6-DBE8-29C1-2641-8CD2A532943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3" creationId="{127BCE35-BFE8-51CB-D2F1-DE7966578F5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4" creationId="{3A744F96-4E06-259D-0FEA-86558DFF88A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6" creationId="{D56F3B93-C923-446E-8F8B-598B00573A6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7" creationId="{453BF61C-3FA7-B0CB-8702-AB23607F62E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8" creationId="{8A8C0E2E-5D54-83F7-87B1-52416EB4C8B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69" creationId="{A7BD7A72-13C4-4ACA-E05F-BE749DF9B65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1" creationId="{E65987C3-8735-0487-9245-A9B5B07488C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2" creationId="{8129D170-5F18-F13A-3DF0-FBA14292A8B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3" creationId="{68561165-009F-2B56-9175-43C0B3C7DC7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4" creationId="{53F31380-C360-C926-084F-4C831BAA39A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6" creationId="{B55BE492-4F64-1249-A913-E18FEBA0070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7" creationId="{317D36AD-459F-22E4-4C89-71DE4F2C718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8" creationId="{BDEBC66C-8864-11A5-37B4-8084EFEF1E4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79" creationId="{12601719-925D-1D37-0C79-ABD5D74C6A5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1" creationId="{B8F1BD4E-45F4-2BD9-4E95-8762A008E0B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2" creationId="{A3792CDA-AE18-A2B5-94DA-610D51D92F3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3" creationId="{59CA6DB9-FA3F-5F6E-4589-6E00C0F6DDC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4" creationId="{571ABA54-8594-47ED-F00A-AB3D8974446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6" creationId="{323D67E3-7894-A2A9-5057-AACAFF09199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7" creationId="{5E3EE44B-86A1-02D8-208E-5ACF9A552F4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8" creationId="{4B3BD74C-BA8A-0933-2CCA-C8A7F1A8811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89" creationId="{BBF4AC92-299F-8FFE-938B-5287DB5188E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190" creationId="{E6DE2768-BE14-FA29-5F1B-7B085B951D4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193" creationId="{DCEA1B5D-9C1D-0FAD-04ED-E00465F7AA0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95" creationId="{89901C01-B763-DAC6-8978-EEBC0F65A58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96" creationId="{91DE5825-A23B-9EB4-5E9D-575ED5101C9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97" creationId="{43740C51-1E02-A3A6-E8E9-62A12146C81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198" creationId="{816AA165-9604-3810-BA3F-F00ED7991B09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199" creationId="{86EEE452-ED0C-6632-A961-207A1B3B84AB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00" creationId="{61B1C2DD-FAC6-864D-52BD-169FD43ABDD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2" creationId="{ACD5B1EE-9D83-51C4-DF8D-D0B22832D15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3" creationId="{A7A651E9-AE77-F81D-8A3C-DE2C621D5C9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4" creationId="{15E4F0C5-4690-E77E-AFC7-477945738EB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5" creationId="{77C83FB5-FF3D-0E7A-97A8-85B1F86DE19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7" creationId="{257716D6-C02A-57A3-C37B-74D997B45C9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8" creationId="{EE36189D-2146-631B-53EB-B3C6186F089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09" creationId="{F1322E8D-8646-3EA9-A4DA-62D913C6BAB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0" creationId="{520A8663-11D3-4CDF-9242-BF20AD79EFA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2" creationId="{1B2873EA-CE69-03D4-0187-3010EA4643C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3" creationId="{BBD795D9-DFC4-10E4-2E38-512E4D9CC0D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4" creationId="{D8BA7FD4-814D-2284-4A34-E7D7D5E784D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5" creationId="{9502A433-4CB7-4CC6-71CB-E903C3C527E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19" creationId="{1A60FDFC-600A-95F8-DC8F-EF30ACDABA2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20" creationId="{9E5E5270-751E-974F-ED7A-13F96402028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21" creationId="{227157D5-337F-7EF8-6E1D-97B22BB4E22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22" creationId="{62C07356-6FDE-931D-F2F0-BB411B186E1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29" creationId="{215C93CD-7EDB-EDB7-C18B-9CD2891D0A9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30" creationId="{04211A58-69C0-81C1-CE75-C16E0B10B27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31" creationId="{ABD6E159-06B2-184D-21E8-3A393AAAAC6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32" creationId="{CCFED561-7132-4595-5A87-74C0ACF153B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4" creationId="{2C50A58E-09FA-5507-8408-5090F3D2309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5" creationId="{DDF7829E-1C0D-AF13-B061-6A69AB497AC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6" creationId="{9B2C3209-5433-6D30-7C5D-60DB2F9B77F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7" creationId="{271AF653-CCD1-902D-8FC3-E797F1EBE26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8" creationId="{14DD1EB8-13EE-861D-B1D9-F6DCE0CB78E9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39" creationId="{943E1B3C-50EC-5335-A558-48F8E874A643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40" creationId="{A9E54A8D-1A5C-CB95-D613-6CDD9EC0A00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42" creationId="{EDD80BE8-C2F4-C6CE-35EC-53BAF9E8979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43" creationId="{E22279EB-0072-CF73-64A4-C3FB1C9110E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44" creationId="{1A3E334C-2DCC-27F9-0F6D-034BF7CA8FF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45" creationId="{6909A1F5-A97E-AD7D-657F-E53A58EA6B7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47" creationId="{1B1D3F00-759D-845A-47CF-B72ADDAB9C9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80" creationId="{2B4FFA0C-7D5D-339D-7001-B0491412C62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81" creationId="{78F9DC69-89F5-64B3-6468-3FEDAEA9DAA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82" creationId="{50CA4789-1152-8198-ED80-09DB924EEDE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83" creationId="{0BC974B6-5B85-79B7-4D6B-E333C1562CD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84" creationId="{661AF937-4BCF-AEF1-6440-86368581D43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86" creationId="{2DE054DF-ADFE-245E-935A-B81DDC9187A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87" creationId="{2F3F6CC3-0259-262F-6A0E-9074F896ADBC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88" creationId="{B514B7D7-A9D0-9A9F-690E-E0D154E5C50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0" creationId="{15E1C2A9-6B76-F09C-9F96-0ABDAC660A4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1" creationId="{507601C8-0097-A577-4E5B-10FF3C75689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2" creationId="{7556B33F-634A-34F2-295A-70596841AB8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3" creationId="{074E6DC0-27BC-3C44-ADE9-86DEB78CBC31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294" creationId="{054FC1F1-5BCC-1CAF-F5AD-759D3FD4D3F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6" creationId="{091D9B61-63CA-34A6-C6F6-CE57032B8AD1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7" creationId="{0BBFBF69-3EC6-3F7F-90D9-A39792FF22F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8" creationId="{85B52D30-0754-F385-78B3-A35FB047508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299" creationId="{83550A98-00FA-F0E5-BCBE-D88DD496ECE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00" creationId="{5FE8508A-24F9-EABE-FCAF-F4A6C042B3D3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05" creationId="{BC0AEE48-EF07-B1F0-8510-07805439DDD1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07" creationId="{570AF10E-9C70-F31F-8C96-339531E0F947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08" creationId="{8FF275A5-D9BC-4D18-FC8D-3B18556F1092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09" creationId="{84E83219-5C18-EEDC-C264-0C883B7DF03B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10" creationId="{2F4FEEE4-1AC3-1335-1863-E1164269624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11" creationId="{497CEEED-BED0-F6D2-484B-D0E224D11A87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12" creationId="{E82CA824-2EC9-D647-5E14-98CE536E4A2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18" creationId="{D69F249A-D36B-EF7E-F137-ABB91858291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19" creationId="{1EFC86B4-8972-3F3A-0953-D703E85A98B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0" creationId="{990FBF1B-FB33-C42E-EB08-8EE8351BA0B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1" creationId="{D8567069-DA06-7FA4-DE9E-3794153E1AE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3" creationId="{74F5924A-9D40-8799-BAB2-01FE90555E2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4" creationId="{F5842358-8DBD-5EA1-8826-1C7B89F997F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5" creationId="{C73073C0-FDAB-4724-892E-50426DF6CBF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6" creationId="{712DD14E-C01C-4F21-89DA-25609CA6BA6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8" creationId="{BA39DC7E-DBEA-310D-40E5-62798E825BC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29" creationId="{A4863E8A-F65D-51CC-B6DF-F5CE16B24A2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30" creationId="{251F6728-87EA-9FF9-A5C8-966CAD4F51B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31" creationId="{7E5A99D9-2818-C619-29A7-A3EA9CF88286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2" creationId="{F0DE71F8-53E3-AEF4-477C-63347B3D32B1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3" creationId="{902E443E-4B30-02E6-4C0B-297AFC26A9D2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4" creationId="{9919B454-4BA3-85D1-678D-029AA8455D1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5" creationId="{BF88B384-9685-829E-DF14-29B1F201700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6" creationId="{18047C8C-3EE9-1767-4612-467A3D0124D3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37" creationId="{61848C2D-CA1D-A538-A567-0E3A419FFCE3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39" creationId="{908BEA71-9505-025E-7EE7-DAEE69C12B2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0" creationId="{2399C9EC-F9A5-DDD3-AFF7-37C59515652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1" creationId="{1B34AAC3-F123-50B3-0CB5-CF3584A27DA2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2" creationId="{C385F937-3BC5-F51F-95A8-6098086EE33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4" creationId="{7945331D-AA51-ACA0-419E-2A9365C643E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5" creationId="{6C4B63CB-5607-2534-D53E-F3200BB818D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6" creationId="{C2A95C19-BB54-1046-B7D5-C46C047884C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47" creationId="{A93E6C99-9F21-895C-F39D-1722807CDC5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8.064" v="699" actId="478"/>
          <ac:spMkLst>
            <pc:docMk/>
            <pc:sldMk cId="2257159162" sldId="1131"/>
            <ac:spMk id="1348" creationId="{760F70D8-D56D-0AA0-6DA7-217A34B92BE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8.064" v="699" actId="478"/>
          <ac:spMkLst>
            <pc:docMk/>
            <pc:sldMk cId="2257159162" sldId="1131"/>
            <ac:spMk id="1349" creationId="{51B9AAD6-AABE-49BA-E8C3-620033BEB9D2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51" creationId="{E2677CAA-4434-0AF2-7FF2-7E7A4D321F1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52" creationId="{E53051E3-9BAC-5015-48AB-67873A55883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353" creationId="{D541AE3B-4D8B-48C2-654A-8BF721E54D7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57" creationId="{633E6D7A-5E83-2069-8938-06D43698188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58" creationId="{D4F1B00D-A389-1535-2508-A367AE09C79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59" creationId="{F3CEB868-6C7B-EB17-66F9-A2B88523B0B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60" creationId="{608F1776-3014-96F3-5E03-16AA19DBA80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62" creationId="{EB38E4AC-D8B8-F6C5-1348-48EC4715C84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63" creationId="{D8256585-3A6A-CD61-8C61-9D6D1C8F47D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64" creationId="{7AA6C0B5-F119-3989-B9B3-962F65754A63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66" creationId="{3CAF7701-A15A-68C5-56E7-C45D96A6EE6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67" creationId="{0A116145-11B9-479C-20A9-EA8DFFE066C9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73" creationId="{C7D19CA1-006C-E56D-92EB-D322B13921D5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74" creationId="{D9DC3E73-4296-20CE-7AC4-C74E811CA057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381" creationId="{E1C1D6F5-241A-5840-1E55-D689F6E4C7A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387" creationId="{E4E70A03-CD18-70E2-CFEF-964AAB05F711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18" creationId="{8163B6D1-3A28-6330-C817-DC5319BBB382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19" creationId="{C61A106F-F35A-CC0D-04B1-D21739D846DB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0" creationId="{67B5A221-761A-1160-DBDA-CE858C75CCC9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1" creationId="{BC34E5B3-0A10-05BA-C353-0EF012ACF04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2" creationId="{87B1DC17-61DA-EA99-9206-7E336C1051F7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3" creationId="{270B62B3-EC7A-25D4-0FF4-CAABCD0EED34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4" creationId="{E11F8B40-8D45-D7D5-EA67-DB241679CBBC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5" creationId="{9F945AC9-53DC-BAFC-FD06-6ABFE1060926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6" creationId="{E7555157-1D92-C85B-2112-8CBE450E313C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7" creationId="{43F4A33D-EA88-A9D0-83A1-843ACA971AD9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8" creationId="{A604558C-972C-E3EE-2C93-A73AC076EF5A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29" creationId="{F52FAEDB-7622-271B-DA15-6ACFAA88328E}"/>
          </ac:spMkLst>
        </pc:spChg>
        <pc:spChg chg="add del">
          <ac:chgData name="Gareth Thomson | Football Queensland" userId="45505d28-f665-4546-80c4-7c2d16b5a302" providerId="ADAL" clId="{6E62CCBA-FA13-44CB-B563-9C9C9308AD93}" dt="2024-11-05T04:50:50.348" v="87" actId="478"/>
          <ac:spMkLst>
            <pc:docMk/>
            <pc:sldMk cId="2257159162" sldId="1131"/>
            <ac:spMk id="1430" creationId="{A443B3B1-A60A-0329-6D4A-E5B3D4922DC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32" creationId="{52B4D714-FE9C-13B5-DDE5-44A969BB820B}"/>
          </ac:spMkLst>
        </pc:spChg>
        <pc:spChg chg="del">
          <ac:chgData name="Gareth Thomson | Football Queensland" userId="45505d28-f665-4546-80c4-7c2d16b5a302" providerId="ADAL" clId="{6E62CCBA-FA13-44CB-B563-9C9C9308AD93}" dt="2024-11-05T05:07:01.827" v="237" actId="478"/>
          <ac:spMkLst>
            <pc:docMk/>
            <pc:sldMk cId="2257159162" sldId="1131"/>
            <ac:spMk id="1433" creationId="{35240D45-76DD-D994-27FC-34D73660235E}"/>
          </ac:spMkLst>
        </pc:spChg>
        <pc:spChg chg="del">
          <ac:chgData name="Gareth Thomson | Football Queensland" userId="45505d28-f665-4546-80c4-7c2d16b5a302" providerId="ADAL" clId="{6E62CCBA-FA13-44CB-B563-9C9C9308AD93}" dt="2024-11-05T05:07:01.827" v="237" actId="478"/>
          <ac:spMkLst>
            <pc:docMk/>
            <pc:sldMk cId="2257159162" sldId="1131"/>
            <ac:spMk id="1434" creationId="{4B2688B9-719B-E9A0-2C49-805E19ED21B2}"/>
          </ac:spMkLst>
        </pc:spChg>
        <pc:spChg chg="del">
          <ac:chgData name="Gareth Thomson | Football Queensland" userId="45505d28-f665-4546-80c4-7c2d16b5a302" providerId="ADAL" clId="{6E62CCBA-FA13-44CB-B563-9C9C9308AD93}" dt="2024-11-05T05:07:01.827" v="237" actId="478"/>
          <ac:spMkLst>
            <pc:docMk/>
            <pc:sldMk cId="2257159162" sldId="1131"/>
            <ac:spMk id="1435" creationId="{A1531702-E47B-81A2-2BAA-DE9E3B3ED0B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46" creationId="{C57E21E6-AB8D-2AAA-841B-887726AC14B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47" creationId="{B3BC6588-C539-956A-9193-A5D8FC1EA02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48" creationId="{2C6716E4-3D88-C9EE-9374-16CDD627B52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0" creationId="{BCC34807-F8D4-CF11-97C4-B477263FDB9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1" creationId="{C3B3C2CB-9C84-18C1-7421-2AFC8C4968CD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2" creationId="{9F30B9C1-EB6F-2DFC-FCF9-3CE0D858E36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3" creationId="{B0CAE0B8-BDB5-87B0-1E42-0BD11F71B8C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5" creationId="{0B730967-1AF7-1791-3585-6D44E3E9A19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6" creationId="{43B6BA97-1B28-F341-6BCB-0A5DFE762F8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7" creationId="{1188AFA6-BC2E-7097-D65B-F0F7560BF83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58" creationId="{45FFFDB6-B296-E4C6-3EF6-EE05CF5F4E5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0" creationId="{CD3A9E9B-A151-AD2B-8290-5F200ACC5D8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1" creationId="{A3B9E7BF-29D9-3409-E8D0-D31B96D8D719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2" creationId="{D7E26113-386A-F814-A63D-E3D40ED8CFB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3" creationId="{F35802CD-FEA4-2474-756C-6695026DF83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5" creationId="{93914B69-BC08-ADBE-DC99-84522622293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6" creationId="{65F8AD6B-51A3-FCBB-5D62-56474EC6A03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7" creationId="{CF4645F5-D548-C06B-D20D-0C342BFDB23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68" creationId="{5BD91B12-99B0-5C9E-DEB9-08253AA21BB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0" creationId="{98329BA8-675C-6163-9C6F-8237721662AE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1" creationId="{61456CF7-6E34-366A-5651-3757F137EE64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2" creationId="{68D41838-C959-5C6A-1771-46C98489236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3" creationId="{B902D511-1087-379E-965A-7CAE0DD50AE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5" creationId="{FB2666EB-C492-8563-E97B-BCF1F5111B46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6" creationId="{E6E6A0A0-AD00-CA86-F322-EA88F54D4FDF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7" creationId="{8B054304-C2C6-A782-0223-5A518507449A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78" creationId="{0CBFF71B-0D05-FBCD-B6A9-5F8AD2EE43DC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79" creationId="{1D65456D-1191-BE09-4C52-D7117E79EEE3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80" creationId="{F0C37519-3655-80B3-90DA-9CA2963198A9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81" creationId="{FB4517AE-9E35-460D-4F57-850F5102BB9B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82" creationId="{A8992D32-692C-DB25-E080-1CA09167BF0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83" creationId="{85B6DF61-37B4-1BC0-40C3-F5FDE76B0AA6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84" creationId="{E5B72689-063C-0977-1E63-DE4B767A7A4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86" creationId="{10E40B76-80A0-F9ED-4E4B-6C9A86D4C607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87" creationId="{62297A5F-ED40-5E42-950B-F75F6FF5689C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88" creationId="{1097C95E-6EA1-FBDF-85CB-2D0C8170DE68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89" creationId="{A015C092-B6D9-6EA0-508F-2B49FE204C1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91" creationId="{3A39C934-24AE-B11A-FEE1-BBAE10FADD75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92" creationId="{10BC1078-A059-9AE1-DE1E-7E6329F6DF90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93" creationId="{45D84A3E-DEF5-2676-5E67-CB16776E050B}"/>
          </ac:spMkLst>
        </pc:spChg>
        <pc:spChg chg="mod">
          <ac:chgData name="Gareth Thomson | Football Queensland" userId="45505d28-f665-4546-80c4-7c2d16b5a302" providerId="ADAL" clId="{6E62CCBA-FA13-44CB-B563-9C9C9308AD93}" dt="2024-11-05T05:10:43.924" v="249"/>
          <ac:spMkLst>
            <pc:docMk/>
            <pc:sldMk cId="2257159162" sldId="1131"/>
            <ac:spMk id="1494" creationId="{F1D86B48-01F5-8833-68EE-E86CFDA4A8F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8.064" v="699" actId="478"/>
          <ac:spMkLst>
            <pc:docMk/>
            <pc:sldMk cId="2257159162" sldId="1131"/>
            <ac:spMk id="1495" creationId="{D3805923-AB16-9218-86FA-F8942C1F065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1:33.303" v="698" actId="478"/>
          <ac:spMkLst>
            <pc:docMk/>
            <pc:sldMk cId="2257159162" sldId="1131"/>
            <ac:spMk id="1496" creationId="{AED4274D-FDEF-8958-BF2A-14982E33B3E2}"/>
          </ac:spMkLst>
        </pc:spChg>
        <pc:spChg chg="add mod">
          <ac:chgData name="Gareth Thomson | Football Queensland" userId="45505d28-f665-4546-80c4-7c2d16b5a302" providerId="ADAL" clId="{6E62CCBA-FA13-44CB-B563-9C9C9308AD93}" dt="2024-11-05T22:41:33.461" v="1011" actId="14100"/>
          <ac:spMkLst>
            <pc:docMk/>
            <pc:sldMk cId="2257159162" sldId="1131"/>
            <ac:spMk id="1497" creationId="{67989D7B-29DB-E3BC-04FF-F4E5E62CE534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35.261" v="1012" actId="478"/>
          <ac:spMkLst>
            <pc:docMk/>
            <pc:sldMk cId="2257159162" sldId="1131"/>
            <ac:spMk id="1498" creationId="{8C6D7857-A138-752A-CA60-A4F891603934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04" creationId="{0A006E99-CBE2-D3A6-3B11-2C5090AD3847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05" creationId="{4E7E12F4-24D0-D9D1-53B6-95974B2C17F2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06" creationId="{E8E2FAE4-64EE-8913-A345-4B8475B33419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07" creationId="{23802F88-CB6E-D77F-9F6A-B8D7651CD1E2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09" creationId="{38A63EA7-57A0-CF46-DDF8-3FD6F9049FD9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10" creationId="{89F84305-1330-C93C-DE70-6B023B9EB815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11" creationId="{5822F915-9100-94A5-2FD2-2E3C68FF6C9A}"/>
          </ac:spMkLst>
        </pc:spChg>
        <pc:spChg chg="mod">
          <ac:chgData name="Gareth Thomson | Football Queensland" userId="45505d28-f665-4546-80c4-7c2d16b5a302" providerId="ADAL" clId="{6E62CCBA-FA13-44CB-B563-9C9C9308AD93}" dt="2024-11-05T22:03:19.881" v="719"/>
          <ac:spMkLst>
            <pc:docMk/>
            <pc:sldMk cId="2257159162" sldId="1131"/>
            <ac:spMk id="1512" creationId="{FBB5B7D5-AF45-A355-60D5-5B895CD0C342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14" creationId="{30D6223A-BFA1-1C0E-E368-812737B6E687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15" creationId="{67B38FCC-4E38-0477-C117-5CC1F73B44FD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16" creationId="{0F0E22E8-1AA2-BCED-46D0-39651E01C355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17" creationId="{F0C2EA30-F1E0-E847-4866-B688B4C6E4EC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19" creationId="{2DF703FC-A788-8DEA-B878-4AF956BB881D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20" creationId="{640594FC-F7F6-DD2C-89C3-83C7855749F4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21" creationId="{EA616B49-387E-8F00-BC97-1728B6F4BF85}"/>
          </ac:spMkLst>
        </pc:spChg>
        <pc:spChg chg="mod">
          <ac:chgData name="Gareth Thomson | Football Queensland" userId="45505d28-f665-4546-80c4-7c2d16b5a302" providerId="ADAL" clId="{6E62CCBA-FA13-44CB-B563-9C9C9308AD93}" dt="2024-11-05T22:03:21.041" v="720"/>
          <ac:spMkLst>
            <pc:docMk/>
            <pc:sldMk cId="2257159162" sldId="1131"/>
            <ac:spMk id="1522" creationId="{E50ECE16-AE69-6DEB-E237-2991A140731E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24" creationId="{E6B5B6E5-8968-91C2-EB22-4D5782C3F326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25" creationId="{0A92A749-FBAD-80B7-3867-7814388F0FE5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26" creationId="{49962168-34F4-49AD-04EF-03D2E95F716B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27" creationId="{26BAF93C-DEB9-9BB3-5B52-A8EDF83050E3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29" creationId="{0D1675E0-E40B-AA86-3783-A8A89B28B427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30" creationId="{11ACB37C-9576-08CD-2300-A316E7492527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31" creationId="{A50218ED-6DAC-E5AC-1835-577FD36C52FB}"/>
          </ac:spMkLst>
        </pc:spChg>
        <pc:spChg chg="mod">
          <ac:chgData name="Gareth Thomson | Football Queensland" userId="45505d28-f665-4546-80c4-7c2d16b5a302" providerId="ADAL" clId="{6E62CCBA-FA13-44CB-B563-9C9C9308AD93}" dt="2024-11-05T22:03:35.952" v="722"/>
          <ac:spMkLst>
            <pc:docMk/>
            <pc:sldMk cId="2257159162" sldId="1131"/>
            <ac:spMk id="1532" creationId="{0D188B06-20F0-0155-8CE9-A0514C104316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34" creationId="{C4289151-4657-E25E-C167-18F691D362B4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35" creationId="{BAC01C3D-5579-8AA6-92C6-7BC8EEE0569E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36" creationId="{5ED077E7-9CD7-A619-1542-977080BE3A3E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37" creationId="{7DA58781-FA41-955C-F7F3-615C2D46589F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39" creationId="{90D6139A-6784-9890-203B-773579E2F6C4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40" creationId="{83DF33E4-24EC-1483-6C23-E77301983830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41" creationId="{B0393297-54B3-F835-9A52-F7FA6754E756}"/>
          </ac:spMkLst>
        </pc:spChg>
        <pc:spChg chg="mod">
          <ac:chgData name="Gareth Thomson | Football Queensland" userId="45505d28-f665-4546-80c4-7c2d16b5a302" providerId="ADAL" clId="{6E62CCBA-FA13-44CB-B563-9C9C9308AD93}" dt="2024-11-05T22:03:39.795" v="724"/>
          <ac:spMkLst>
            <pc:docMk/>
            <pc:sldMk cId="2257159162" sldId="1131"/>
            <ac:spMk id="1542" creationId="{BAA8D454-EA9F-0D04-35BE-1FBF29D7DE24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4:26.669" v="748" actId="478"/>
          <ac:spMkLst>
            <pc:docMk/>
            <pc:sldMk cId="2257159162" sldId="1131"/>
            <ac:spMk id="1543" creationId="{947698A7-E7BA-1A72-B759-809703A7B41C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4:26.669" v="748" actId="478"/>
          <ac:spMkLst>
            <pc:docMk/>
            <pc:sldMk cId="2257159162" sldId="1131"/>
            <ac:spMk id="1544" creationId="{C8672566-B6E7-19A5-56C1-AD86F410B9E1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4:26.669" v="748" actId="478"/>
          <ac:spMkLst>
            <pc:docMk/>
            <pc:sldMk cId="2257159162" sldId="1131"/>
            <ac:spMk id="1545" creationId="{11F79C89-D6EA-24EA-B35E-CF2C89CE752F}"/>
          </ac:spMkLst>
        </pc:spChg>
        <pc:spChg chg="add mod">
          <ac:chgData name="Gareth Thomson | Football Queensland" userId="45505d28-f665-4546-80c4-7c2d16b5a302" providerId="ADAL" clId="{6E62CCBA-FA13-44CB-B563-9C9C9308AD93}" dt="2024-11-05T22:38:21.016" v="994" actId="1076"/>
          <ac:spMkLst>
            <pc:docMk/>
            <pc:sldMk cId="2257159162" sldId="1131"/>
            <ac:spMk id="1546" creationId="{55A7D18C-AD10-CCD3-33FB-19A3D704389A}"/>
          </ac:spMkLst>
        </pc:spChg>
        <pc:spChg chg="add mod">
          <ac:chgData name="Gareth Thomson | Football Queensland" userId="45505d28-f665-4546-80c4-7c2d16b5a302" providerId="ADAL" clId="{6E62CCBA-FA13-44CB-B563-9C9C9308AD93}" dt="2024-11-05T22:04:16.044" v="737" actId="571"/>
          <ac:spMkLst>
            <pc:docMk/>
            <pc:sldMk cId="2257159162" sldId="1131"/>
            <ac:spMk id="1547" creationId="{6E3499AE-7ADC-F5A6-DC77-2BABE9A40948}"/>
          </ac:spMkLst>
        </pc:spChg>
        <pc:spChg chg="add mod">
          <ac:chgData name="Gareth Thomson | Football Queensland" userId="45505d28-f665-4546-80c4-7c2d16b5a302" providerId="ADAL" clId="{6E62CCBA-FA13-44CB-B563-9C9C9308AD93}" dt="2024-11-05T22:38:27.440" v="996" actId="1037"/>
          <ac:spMkLst>
            <pc:docMk/>
            <pc:sldMk cId="2257159162" sldId="1131"/>
            <ac:spMk id="1548" creationId="{6ED3861E-E4A4-E833-4103-4F7A40731F32}"/>
          </ac:spMkLst>
        </pc:spChg>
        <pc:spChg chg="add mod">
          <ac:chgData name="Gareth Thomson | Football Queensland" userId="45505d28-f665-4546-80c4-7c2d16b5a302" providerId="ADAL" clId="{6E62CCBA-FA13-44CB-B563-9C9C9308AD93}" dt="2024-11-05T22:38:14.690" v="992" actId="1076"/>
          <ac:spMkLst>
            <pc:docMk/>
            <pc:sldMk cId="2257159162" sldId="1131"/>
            <ac:spMk id="1549" creationId="{A8D8FC98-73E1-F4B8-9835-2353A1D18D79}"/>
          </ac:spMkLst>
        </pc:spChg>
        <pc:spChg chg="add mod">
          <ac:chgData name="Gareth Thomson | Football Queensland" userId="45505d28-f665-4546-80c4-7c2d16b5a302" providerId="ADAL" clId="{6E62CCBA-FA13-44CB-B563-9C9C9308AD93}" dt="2024-11-05T22:04:20.110" v="747" actId="1038"/>
          <ac:spMkLst>
            <pc:docMk/>
            <pc:sldMk cId="2257159162" sldId="1131"/>
            <ac:spMk id="1550" creationId="{7D6D3636-A536-76AB-9FEE-C6872A4F7B99}"/>
          </ac:spMkLst>
        </pc:spChg>
        <pc:spChg chg="add mod">
          <ac:chgData name="Gareth Thomson | Football Queensland" userId="45505d28-f665-4546-80c4-7c2d16b5a302" providerId="ADAL" clId="{6E62CCBA-FA13-44CB-B563-9C9C9308AD93}" dt="2024-11-05T22:38:18.300" v="993" actId="1076"/>
          <ac:spMkLst>
            <pc:docMk/>
            <pc:sldMk cId="2257159162" sldId="1131"/>
            <ac:spMk id="1551" creationId="{0AD6AAA1-345B-5AF1-FF01-7516CAF449F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9:31.565" v="1121" actId="478"/>
          <ac:spMkLst>
            <pc:docMk/>
            <pc:sldMk cId="2257159162" sldId="1131"/>
            <ac:spMk id="1552" creationId="{5D77D17D-6D51-7514-6CB1-FF3B0F4B16EC}"/>
          </ac:spMkLst>
        </pc:spChg>
        <pc:spChg chg="add mod">
          <ac:chgData name="Gareth Thomson | Football Queensland" userId="45505d28-f665-4546-80c4-7c2d16b5a302" providerId="ADAL" clId="{6E62CCBA-FA13-44CB-B563-9C9C9308AD93}" dt="2024-11-05T22:06:04.140" v="783" actId="1036"/>
          <ac:spMkLst>
            <pc:docMk/>
            <pc:sldMk cId="2257159162" sldId="1131"/>
            <ac:spMk id="1553" creationId="{D649D792-1937-CD55-C568-E3A93A3ABCB1}"/>
          </ac:spMkLst>
        </pc:spChg>
        <pc:spChg chg="add mod">
          <ac:chgData name="Gareth Thomson | Football Queensland" userId="45505d28-f665-4546-80c4-7c2d16b5a302" providerId="ADAL" clId="{6E62CCBA-FA13-44CB-B563-9C9C9308AD93}" dt="2024-11-05T22:06:04.140" v="783" actId="1036"/>
          <ac:spMkLst>
            <pc:docMk/>
            <pc:sldMk cId="2257159162" sldId="1131"/>
            <ac:spMk id="1556" creationId="{9F5F3652-AC70-8E36-19A7-8CB4E4051E42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6:54.746" v="1067" actId="478"/>
          <ac:spMkLst>
            <pc:docMk/>
            <pc:sldMk cId="2257159162" sldId="1131"/>
            <ac:spMk id="1557" creationId="{26393809-F8D6-91F6-C75B-6B9793454EE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7:07.773" v="794" actId="478"/>
          <ac:spMkLst>
            <pc:docMk/>
            <pc:sldMk cId="2257159162" sldId="1131"/>
            <ac:spMk id="1558" creationId="{82C946CE-FA8E-B1CE-23AD-CCA4DE329E0E}"/>
          </ac:spMkLst>
        </pc:spChg>
        <pc:spChg chg="add mod">
          <ac:chgData name="Gareth Thomson | Football Queensland" userId="45505d28-f665-4546-80c4-7c2d16b5a302" providerId="ADAL" clId="{6E62CCBA-FA13-44CB-B563-9C9C9308AD93}" dt="2024-11-05T22:42:46.428" v="1017" actId="14100"/>
          <ac:spMkLst>
            <pc:docMk/>
            <pc:sldMk cId="2257159162" sldId="1131"/>
            <ac:spMk id="1559" creationId="{429109FB-A480-DED7-1E86-F8A95C97F30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2:48.423" v="1018" actId="478"/>
          <ac:spMkLst>
            <pc:docMk/>
            <pc:sldMk cId="2257159162" sldId="1131"/>
            <ac:spMk id="1560" creationId="{51B28192-2E8B-0B0D-3187-53BF50930D5A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66" creationId="{4539B144-4566-755D-6BF9-AB2A776199DE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67" creationId="{5C7877B8-896A-65F2-8B9C-1C35E743FA04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68" creationId="{68054DE9-5909-3C20-89FA-EE8582487E29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69" creationId="{1A8365DA-54B6-5B7B-181F-0F51FC0744C9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1" creationId="{D0579B60-0E9A-A030-6762-837B45650D8D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2" creationId="{78989027-2634-4A4E-A210-1EB39A82E9D8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3" creationId="{BCEBFE65-F60F-D81B-9233-B804454655BB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4" creationId="{F362B2D5-2F0C-3C83-A842-B70D2F2C599D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6" creationId="{1DB6AF14-ECEA-42FD-F496-DF653A7E8A89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7" creationId="{0C05E5E7-A37D-496A-436E-B600D848E697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8" creationId="{327602FF-B227-8A19-6F61-7231659B6278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79" creationId="{3E9336A2-076F-9ACD-07B4-E54F9EC07EFB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1" creationId="{9A707071-A356-E39E-48CF-81BDD71BFB0C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2" creationId="{A4FF8367-6374-7680-F287-A6509424F917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3" creationId="{5019AA16-C953-2A65-5FF6-CC5187555465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4" creationId="{A1E2FB3E-9C42-53B1-8380-01D50B314C8C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6" creationId="{6630C364-DC4D-422D-DF03-BED15BBD6CC2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7" creationId="{68C77B4D-ADCC-DF9C-1DA5-2CAA14316B1D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8" creationId="{1EE2E72D-B200-0C18-53CE-25B301A11014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89" creationId="{17510918-4CFA-5BC0-76AF-6B02786B3EED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1" creationId="{63978C03-6BB8-BC32-F861-C71D624F885C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2" creationId="{AEE62946-A19E-E092-99C3-BAF78A7CDCA6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3" creationId="{5E8B1843-2CB0-FAB3-03DD-8CCB6C0BB434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4" creationId="{324D58D0-5E86-F15D-4C45-A923B7224EEF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6" creationId="{C4F9807E-0299-7C93-427C-74B829572E20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7" creationId="{52F3E35C-078E-5682-FCA1-9C3DC6230BB4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598" creationId="{5F9E65CA-3C74-1E90-86D2-74899A3509D1}"/>
          </ac:spMkLst>
        </pc:spChg>
        <pc:spChg chg="mod">
          <ac:chgData name="Gareth Thomson | Football Queensland" userId="45505d28-f665-4546-80c4-7c2d16b5a302" providerId="ADAL" clId="{6E62CCBA-FA13-44CB-B563-9C9C9308AD93}" dt="2024-11-05T22:45:57.549" v="1051" actId="20577"/>
          <ac:spMkLst>
            <pc:docMk/>
            <pc:sldMk cId="2257159162" sldId="1131"/>
            <ac:spMk id="1599" creationId="{54BC9F2C-D95E-0B70-3C55-976326C71FC7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601" creationId="{D7EB82FC-58EB-4926-EEC0-6403EA64BC37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602" creationId="{95F63759-E7DD-3338-11E5-6981EB64E739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603" creationId="{294D767F-6019-1289-429D-765D59DF6174}"/>
          </ac:spMkLst>
        </pc:spChg>
        <pc:spChg chg="mod">
          <ac:chgData name="Gareth Thomson | Football Queensland" userId="45505d28-f665-4546-80c4-7c2d16b5a302" providerId="ADAL" clId="{6E62CCBA-FA13-44CB-B563-9C9C9308AD93}" dt="2024-11-05T22:06:59.207" v="791"/>
          <ac:spMkLst>
            <pc:docMk/>
            <pc:sldMk cId="2257159162" sldId="1131"/>
            <ac:spMk id="1604" creationId="{63C879AC-AE8B-D07E-E9EA-C10428AB4F7F}"/>
          </ac:spMkLst>
        </pc:spChg>
        <pc:spChg chg="add mod">
          <ac:chgData name="Gareth Thomson | Football Queensland" userId="45505d28-f665-4546-80c4-7c2d16b5a302" providerId="ADAL" clId="{6E62CCBA-FA13-44CB-B563-9C9C9308AD93}" dt="2024-11-05T22:47:34.794" v="1080" actId="1076"/>
          <ac:spMkLst>
            <pc:docMk/>
            <pc:sldMk cId="2257159162" sldId="1131"/>
            <ac:spMk id="1605" creationId="{38774047-9727-9DBE-B870-E76B5E88151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8:40.431" v="1104" actId="478"/>
          <ac:spMkLst>
            <pc:docMk/>
            <pc:sldMk cId="2257159162" sldId="1131"/>
            <ac:spMk id="1606" creationId="{A7DEB4A4-8113-643D-DCCC-C9DD92017743}"/>
          </ac:spMkLst>
        </pc:spChg>
        <pc:spChg chg="add mod">
          <ac:chgData name="Gareth Thomson | Football Queensland" userId="45505d28-f665-4546-80c4-7c2d16b5a302" providerId="ADAL" clId="{6E62CCBA-FA13-44CB-B563-9C9C9308AD93}" dt="2024-11-05T22:47:50.050" v="1086" actId="1076"/>
          <ac:spMkLst>
            <pc:docMk/>
            <pc:sldMk cId="2257159162" sldId="1131"/>
            <ac:spMk id="1607" creationId="{4623C776-07CB-D6D7-D9CB-C1CB3F9B55FD}"/>
          </ac:spMkLst>
        </pc:spChg>
        <pc:spChg chg="add mod">
          <ac:chgData name="Gareth Thomson | Football Queensland" userId="45505d28-f665-4546-80c4-7c2d16b5a302" providerId="ADAL" clId="{6E62CCBA-FA13-44CB-B563-9C9C9308AD93}" dt="2024-11-05T22:07:05.741" v="793" actId="1076"/>
          <ac:spMkLst>
            <pc:docMk/>
            <pc:sldMk cId="2257159162" sldId="1131"/>
            <ac:spMk id="1608" creationId="{0DFA53AF-E46F-E40B-F248-268067036DE0}"/>
          </ac:spMkLst>
        </pc:spChg>
        <pc:spChg chg="add mod">
          <ac:chgData name="Gareth Thomson | Football Queensland" userId="45505d28-f665-4546-80c4-7c2d16b5a302" providerId="ADAL" clId="{6E62CCBA-FA13-44CB-B563-9C9C9308AD93}" dt="2024-11-05T22:07:05.741" v="793" actId="1076"/>
          <ac:spMkLst>
            <pc:docMk/>
            <pc:sldMk cId="2257159162" sldId="1131"/>
            <ac:spMk id="1609" creationId="{84EC03C3-A755-0D3E-56E6-79AEBE5B52B6}"/>
          </ac:spMkLst>
        </pc:spChg>
        <pc:spChg chg="add mod">
          <ac:chgData name="Gareth Thomson | Football Queensland" userId="45505d28-f665-4546-80c4-7c2d16b5a302" providerId="ADAL" clId="{6E62CCBA-FA13-44CB-B563-9C9C9308AD93}" dt="2024-11-05T22:07:05.741" v="793" actId="1076"/>
          <ac:spMkLst>
            <pc:docMk/>
            <pc:sldMk cId="2257159162" sldId="1131"/>
            <ac:spMk id="1610" creationId="{1330A2B8-4389-FF1D-DC3B-A8F1468FBBDE}"/>
          </ac:spMkLst>
        </pc:spChg>
        <pc:spChg chg="add del mod">
          <ac:chgData name="Gareth Thomson | Football Queensland" userId="45505d28-f665-4546-80c4-7c2d16b5a302" providerId="ADAL" clId="{6E62CCBA-FA13-44CB-B563-9C9C9308AD93}" dt="2024-11-13T00:50:59.975" v="13260" actId="478"/>
          <ac:spMkLst>
            <pc:docMk/>
            <pc:sldMk cId="2257159162" sldId="1131"/>
            <ac:spMk id="1611" creationId="{C8862F70-B76F-0CEA-0F55-52C98ABEE4B0}"/>
          </ac:spMkLst>
        </pc:spChg>
        <pc:spChg chg="add mod">
          <ac:chgData name="Gareth Thomson | Football Queensland" userId="45505d28-f665-4546-80c4-7c2d16b5a302" providerId="ADAL" clId="{6E62CCBA-FA13-44CB-B563-9C9C9308AD93}" dt="2024-11-05T22:07:05.741" v="793" actId="1076"/>
          <ac:spMkLst>
            <pc:docMk/>
            <pc:sldMk cId="2257159162" sldId="1131"/>
            <ac:spMk id="1612" creationId="{ECE80D00-3C33-CA96-E7AE-C73D1592DCC9}"/>
          </ac:spMkLst>
        </pc:spChg>
        <pc:spChg chg="add mod">
          <ac:chgData name="Gareth Thomson | Football Queensland" userId="45505d28-f665-4546-80c4-7c2d16b5a302" providerId="ADAL" clId="{6E62CCBA-FA13-44CB-B563-9C9C9308AD93}" dt="2024-11-05T22:47:20.115" v="1075" actId="688"/>
          <ac:spMkLst>
            <pc:docMk/>
            <pc:sldMk cId="2257159162" sldId="1131"/>
            <ac:spMk id="1613" creationId="{EE3AAA2F-EEB9-B0BC-64DE-15DC2FB4C9E7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50:04.444" v="1132" actId="478"/>
          <ac:spMkLst>
            <pc:docMk/>
            <pc:sldMk cId="2257159162" sldId="1131"/>
            <ac:spMk id="1614" creationId="{55FFE3D4-F28A-52E9-5760-5CFF614ECB7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7:32.804" v="798" actId="478"/>
          <ac:spMkLst>
            <pc:docMk/>
            <pc:sldMk cId="2257159162" sldId="1131"/>
            <ac:spMk id="1615" creationId="{3FAFFD57-4DF5-4A16-FE89-E5CA51274211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16" creationId="{6A876037-6153-823D-E4F4-F25487849A8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01.064" v="801" actId="478"/>
          <ac:spMkLst>
            <pc:docMk/>
            <pc:sldMk cId="2257159162" sldId="1131"/>
            <ac:spMk id="1617" creationId="{25985603-1628-5BDB-0284-07983B1338CD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3" creationId="{149F1666-EFB2-8490-F532-FDD626D62592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4" creationId="{E460ABF5-04A3-739A-3F5E-BC46A0C76B13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5" creationId="{4AD23E47-1FA9-4BA8-8BA2-D0913571C34E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6" creationId="{0741354A-F8CB-45D0-3B89-CB864063B5B3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8" creationId="{6A8414F8-4F15-4EF7-337C-FD76A6D43C00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29" creationId="{093196C3-4BB2-696F-7B97-84D00973C3BC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0" creationId="{877303DF-7350-718D-A87D-0D7CF5B5A67A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1" creationId="{FDB69181-F800-BF76-30D4-A2896052C586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3" creationId="{2044297E-1F71-EB6C-3886-144359CC71FC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4" creationId="{34278D80-0E63-58B6-823A-EC1B3C20603C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5" creationId="{0DB2C25B-2ADD-048C-D8B9-D2CF3633F747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6" creationId="{62398458-C60A-1470-B8F4-FFF961214B0E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8" creationId="{C3609A58-F54C-9AF7-FDCD-61AC144F5C50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39" creationId="{6D8D5E72-7B52-18AA-8CF7-C95C76AB8921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0" creationId="{8C8EA471-5675-C0B9-E1A9-138D10C74253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1" creationId="{3A96E1A3-6B67-040E-9DF6-2BDD7974D389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3" creationId="{7C31C022-D835-A81D-EDB9-C7A6088264CE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4" creationId="{51281E22-47E3-6F85-07CA-7A78B4D06410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5" creationId="{90EF8668-364D-223C-14F3-184A90F1D1C0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6" creationId="{261A21C8-BACE-023B-C043-DB7EB532C505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8" creationId="{34F2E3A5-B8D0-5E5C-223D-B331FF470664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49" creationId="{39BBA86E-A1DF-531F-C8BA-B7888997707A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0" creationId="{5FDB8732-9813-FBCA-E9AF-EA7FA309DD62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1" creationId="{E01F800B-DCF0-3268-DDAC-DF6F43658081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3" creationId="{FEFCC206-327E-3C53-2E3B-7F4D10EC0F53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4" creationId="{9580B162-E4CE-E242-A725-5A9B6DCA05B9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5" creationId="{1A0EAB81-D1C7-A249-2284-C879B6D71A7C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6" creationId="{15A8959A-3CE8-40C5-6354-7121774BD1FC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8" creationId="{1A84A0D1-1216-4115-B1B6-BD110A793505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59" creationId="{BC079A1B-DA5F-3C5D-F8CA-93BC92CF17FB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60" creationId="{F082E9A3-8786-8BA9-24A3-4087D96B8E47}"/>
          </ac:spMkLst>
        </pc:spChg>
        <pc:spChg chg="mod">
          <ac:chgData name="Gareth Thomson | Football Queensland" userId="45505d28-f665-4546-80c4-7c2d16b5a302" providerId="ADAL" clId="{6E62CCBA-FA13-44CB-B563-9C9C9308AD93}" dt="2024-11-05T22:07:23.338" v="795"/>
          <ac:spMkLst>
            <pc:docMk/>
            <pc:sldMk cId="2257159162" sldId="1131"/>
            <ac:spMk id="1661" creationId="{B9C79513-4C54-C949-92E8-FB22D8D079E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2" creationId="{5CA440FF-D5E6-1A0A-8004-3B7EA0A8B72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3" creationId="{C0F1C2B0-A566-49F6-E6E7-811B1B041C0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4" creationId="{2013A9B7-2E16-DF1E-BA11-BD71A74E071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5" creationId="{2890B9AE-9176-50F0-548A-5DAF962BA3E5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6" creationId="{17A14A88-149E-78A4-C361-09694C98C19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7" creationId="{42E15F3F-1AE4-E65D-7A58-87D16E6C7C36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8" creationId="{863B3506-66DC-CDCC-3F7C-C5189D854F9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69" creationId="{9D6E587A-15C6-8C04-6361-B1EED7F7D60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41:16.757" v="1008" actId="478"/>
          <ac:spMkLst>
            <pc:docMk/>
            <pc:sldMk cId="2257159162" sldId="1131"/>
            <ac:spMk id="1670" creationId="{456E563F-E0F7-5184-4AFB-CD444FEF5476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71" creationId="{F8DB4BFA-0526-C317-E818-BF0214C75513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72" creationId="{4A7CBF6F-3BE1-920A-4C57-36F90AC17B9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78" creationId="{39B38B71-58DE-CB46-15E3-F4269A28A9A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79" creationId="{D375DC5D-537A-BC19-E520-B5D702F4BFDC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0" creationId="{4FA73F60-C3D5-A6EB-D359-46866D5C8AD4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1" creationId="{4296CEE4-5ECB-3EBC-4C0F-EDE72484C96A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3" creationId="{6A0F864E-CC62-D576-7239-9444F366C6D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4" creationId="{FC56C4CD-0CDC-4684-3F98-F05F21A72350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5" creationId="{CD53B0EA-946F-E231-B73B-0F22477FD11C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6" creationId="{7F76EF13-B2E9-5E5E-99C0-ABE03E0B517F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8" creationId="{82ECC58C-5D06-0749-E3AC-62946E1BDE24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89" creationId="{69885C85-8CF5-E0ED-71D3-C31C6A69617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0" creationId="{DCAC1BD1-7839-24DF-40E2-5594ABA2004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1" creationId="{F8105B4C-A118-479F-78C1-D276CB876CA3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3" creationId="{CEDFBB2E-3277-D648-839D-865ADF76E30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4" creationId="{41DA76B8-F8E4-0FCC-AF99-EE72FA10B1BD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5" creationId="{98AAAC60-059E-2565-FE59-ED268B22327C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6" creationId="{26DF7FEA-0455-F9D2-A4DB-94AE72F63004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8" creationId="{BE611B3C-08CD-BCE0-E791-79AB8A409DD3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699" creationId="{611C410A-6322-BF89-9621-BC600046BF73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0" creationId="{3BE2B554-0B7C-BE86-4AFA-0AF946E59A2F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1" creationId="{BE69539D-0216-245F-D3A1-ACBF67E52CE1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3" creationId="{9E3E55DD-4E6D-0820-90DD-0FC3A8EF8B08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4" creationId="{3B784B02-320D-8B56-324D-761B34A4FF9A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5" creationId="{8BF45E90-8928-03BF-F9AE-C100930DDEB6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6" creationId="{1C9AE189-009B-0532-BE40-9799B4778235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8" creationId="{F0C907CD-54E2-772F-1889-14AAEC53DD89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09" creationId="{C42F380D-13AD-52E4-36EF-577951414DC8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0" creationId="{025167F2-EA40-F1D8-7176-214C0F6D460C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1" creationId="{4CB73131-056C-4713-6026-CC2098650DAD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3" creationId="{8266E056-6ED1-75AD-17F6-E954D61D7B48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4" creationId="{173AE6D9-830C-316D-629C-EA465349AEDB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5" creationId="{AACC4F20-A1A2-2F79-8538-E45C4995761B}"/>
          </ac:spMkLst>
        </pc:spChg>
        <pc:spChg chg="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6" creationId="{0E08D1BD-5F89-14A6-F0CB-818BD5BF5202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7" creationId="{E672FF86-C7A6-45F3-8AF6-49B2E7F2EAD4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8" creationId="{96C1F608-5967-87BD-991A-3A9A24BE992E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19" creationId="{DA06BDDB-0BC0-8E18-0C09-30EB5D727E10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0" creationId="{3460ABF6-533F-C466-D521-9196C75A8948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1" creationId="{A16A1116-33B6-ABAF-9874-993B60F6B560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2" creationId="{FD051F6F-F017-A474-84B1-DAC9D42E6440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3" creationId="{BDC5A26F-423B-6563-B493-DA56C9E8F204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4" creationId="{46539449-0517-A047-E373-FFE7C190D5C3}"/>
          </ac:spMkLst>
        </pc:spChg>
        <pc:spChg chg="add mod">
          <ac:chgData name="Gareth Thomson | Football Queensland" userId="45505d28-f665-4546-80c4-7c2d16b5a302" providerId="ADAL" clId="{6E62CCBA-FA13-44CB-B563-9C9C9308AD93}" dt="2024-11-05T22:41:11.318" v="1007"/>
          <ac:spMkLst>
            <pc:docMk/>
            <pc:sldMk cId="2257159162" sldId="1131"/>
            <ac:spMk id="1725" creationId="{92AB12FE-C49E-0D84-81CC-5B1C3697F966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26" creationId="{F1E00AC9-9664-3474-6997-BC98140EF8FC}"/>
          </ac:spMkLst>
        </pc:spChg>
        <pc:spChg chg="add mod">
          <ac:chgData name="Gareth Thomson | Football Queensland" userId="45505d28-f665-4546-80c4-7c2d16b5a302" providerId="ADAL" clId="{6E62CCBA-FA13-44CB-B563-9C9C9308AD93}" dt="2024-11-05T22:50:12.537" v="1135" actId="14100"/>
          <ac:spMkLst>
            <pc:docMk/>
            <pc:sldMk cId="2257159162" sldId="1131"/>
            <ac:spMk id="1727" creationId="{8FFFC2D5-2894-4B06-45DE-BFF168B47B4B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3" creationId="{47632B4F-223D-5B63-6C31-2A28AFE3F2D3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4" creationId="{71AD3FFA-343B-8F32-0DD6-C52B55032532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5" creationId="{C00421F6-EF03-FD04-61BA-A12C633AAFBC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6" creationId="{2E8E02AF-01A3-90E2-27D9-C7FECD6905D2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8" creationId="{01766D42-67AC-0909-5E0A-44ECEBA7014C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39" creationId="{EF5BAF31-7B8F-B649-6204-54E545C1B0C6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0" creationId="{5FCF04BF-5874-A956-F602-F98A9AAC2377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1" creationId="{86C01C4A-7D51-38A9-E4E7-A023B383F7C6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3" creationId="{377F29ED-1D74-8EA2-C072-139D1A21A755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4" creationId="{BA167899-A0A0-90B8-0C82-CEB0FFDD9621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5" creationId="{F33E696D-D4C3-BC86-D6F9-84B26374272B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6" creationId="{B70684B4-493F-3D39-76EA-A5C7A8615FA0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8" creationId="{F64B9478-A2CD-F7B9-C720-550EB4EC6929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49" creationId="{CF59D42A-6AB9-C9F2-FA28-031B8DC6CC40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0" creationId="{4DD0DFD4-70BE-DB25-66F7-B4C3EFAE8ED0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1" creationId="{01B7B2E4-EA43-6D34-6227-7B58369AF941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3" creationId="{1E097754-75F7-83CF-DF01-29792179FDA7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4" creationId="{D1FFC4B8-637F-64F3-6A33-589FE616B26F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5" creationId="{81FB26D8-1131-447F-AA08-F30FFC1EB2E9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6" creationId="{55093E3C-FC74-7491-D680-DD3F51373882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8" creationId="{674D26BA-AF3C-935F-80CA-9F21C97CDE27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59" creationId="{3E2D1D61-0F62-4BF3-507C-C66A50EE8B32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0" creationId="{EF176793-6266-8CD4-DB4F-8D8F40CD44AD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1" creationId="{F499CDEE-B3D2-9CE4-29C7-A36F31D68B33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3" creationId="{73B1FD28-878B-61B0-1CB8-BA884464359F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4" creationId="{65D07AAB-DFD4-8D57-DF17-8590CEFF292F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5" creationId="{7045B143-59AC-0A9F-FD5A-B483ED0F952B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6" creationId="{111BE311-F0D3-B7E0-DF84-2CEA4EA124B4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8" creationId="{A482CDAF-CDC8-A250-CA29-4657ABD62CD3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69" creationId="{79287172-5839-EDC5-D21A-3E242FFB1971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70" creationId="{F75CE2F5-8155-CCFB-60AC-FFCFE96AF76E}"/>
          </ac:spMkLst>
        </pc:spChg>
        <pc:spChg chg="mod">
          <ac:chgData name="Gareth Thomson | Football Queensland" userId="45505d28-f665-4546-80c4-7c2d16b5a302" providerId="ADAL" clId="{6E62CCBA-FA13-44CB-B563-9C9C9308AD93}" dt="2024-11-05T22:41:20.707" v="1009"/>
          <ac:spMkLst>
            <pc:docMk/>
            <pc:sldMk cId="2257159162" sldId="1131"/>
            <ac:spMk id="1771" creationId="{35FEAF6C-99ED-784E-6018-FF3DD7856E86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72" creationId="{1D4627DF-2CC7-90B3-9D43-07DD28BC989E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73" creationId="{E8AC5443-F874-DF33-D722-56A1B1372259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74" creationId="{6D3A3B46-1C02-F607-799C-592F14EEEA20}"/>
          </ac:spMkLst>
        </pc:spChg>
        <pc:spChg chg="add mod">
          <ac:chgData name="Gareth Thomson | Football Queensland" userId="45505d28-f665-4546-80c4-7c2d16b5a302" providerId="ADAL" clId="{6E62CCBA-FA13-44CB-B563-9C9C9308AD93}" dt="2024-11-05T22:50:17.902" v="1143" actId="1038"/>
          <ac:spMkLst>
            <pc:docMk/>
            <pc:sldMk cId="2257159162" sldId="1131"/>
            <ac:spMk id="1775" creationId="{5CA67362-6634-8CB8-0233-703BDA49161E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76" creationId="{2F7E195D-B827-F7EA-C1DC-646D94A0E187}"/>
          </ac:spMkLst>
        </pc:spChg>
        <pc:spChg chg="add mod">
          <ac:chgData name="Gareth Thomson | Football Queensland" userId="45505d28-f665-4546-80c4-7c2d16b5a302" providerId="ADAL" clId="{6E62CCBA-FA13-44CB-B563-9C9C9308AD93}" dt="2024-11-05T22:50:17.902" v="1143" actId="1038"/>
          <ac:spMkLst>
            <pc:docMk/>
            <pc:sldMk cId="2257159162" sldId="1131"/>
            <ac:spMk id="1777" creationId="{98AC3267-2D84-346A-E9C0-00FE2E8FEE59}"/>
          </ac:spMkLst>
        </pc:spChg>
        <pc:spChg chg="add mod ord">
          <ac:chgData name="Gareth Thomson | Football Queensland" userId="45505d28-f665-4546-80c4-7c2d16b5a302" providerId="ADAL" clId="{6E62CCBA-FA13-44CB-B563-9C9C9308AD93}" dt="2024-11-06T03:29:26.994" v="4020" actId="166"/>
          <ac:spMkLst>
            <pc:docMk/>
            <pc:sldMk cId="2257159162" sldId="1131"/>
            <ac:spMk id="1778" creationId="{8E4D6724-0710-CECB-D5D1-DF7AB9990B2C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79" creationId="{7D56C02B-8439-4390-31D2-896762BC24BC}"/>
          </ac:spMkLst>
        </pc:spChg>
        <pc:spChg chg="add mod">
          <ac:chgData name="Gareth Thomson | Football Queensland" userId="45505d28-f665-4546-80c4-7c2d16b5a302" providerId="ADAL" clId="{6E62CCBA-FA13-44CB-B563-9C9C9308AD93}" dt="2024-11-05T22:41:26.196" v="1010" actId="1076"/>
          <ac:spMkLst>
            <pc:docMk/>
            <pc:sldMk cId="2257159162" sldId="1131"/>
            <ac:spMk id="1780" creationId="{9EE33485-EC92-87AE-35D3-27C22CFD340E}"/>
          </ac:spMkLst>
        </pc:spChg>
        <pc:spChg chg="add mod">
          <ac:chgData name="Gareth Thomson | Football Queensland" userId="45505d28-f665-4546-80c4-7c2d16b5a302" providerId="ADAL" clId="{6E62CCBA-FA13-44CB-B563-9C9C9308AD93}" dt="2024-11-05T22:47:23.163" v="1076" actId="1076"/>
          <ac:spMkLst>
            <pc:docMk/>
            <pc:sldMk cId="2257159162" sldId="1131"/>
            <ac:spMk id="1781" creationId="{39D302D4-0A1B-C474-6A47-EEC3438EFB0C}"/>
          </ac:spMkLst>
        </pc:spChg>
        <pc:spChg chg="add mod">
          <ac:chgData name="Gareth Thomson | Football Queensland" userId="45505d28-f665-4546-80c4-7c2d16b5a302" providerId="ADAL" clId="{6E62CCBA-FA13-44CB-B563-9C9C9308AD93}" dt="2024-11-05T22:47:30.745" v="1079" actId="1076"/>
          <ac:spMkLst>
            <pc:docMk/>
            <pc:sldMk cId="2257159162" sldId="1131"/>
            <ac:spMk id="1782" creationId="{DEF330B7-BC2D-6E3D-23E1-DA66E108958A}"/>
          </ac:spMkLst>
        </pc:spChg>
        <pc:spChg chg="add mod">
          <ac:chgData name="Gareth Thomson | Football Queensland" userId="45505d28-f665-4546-80c4-7c2d16b5a302" providerId="ADAL" clId="{6E62CCBA-FA13-44CB-B563-9C9C9308AD93}" dt="2024-11-05T22:47:25.995" v="1077" actId="1076"/>
          <ac:spMkLst>
            <pc:docMk/>
            <pc:sldMk cId="2257159162" sldId="1131"/>
            <ac:spMk id="1783" creationId="{4754742B-1728-4EFA-5021-C69C44D5D24A}"/>
          </ac:spMkLst>
        </pc:spChg>
        <pc:spChg chg="add mod">
          <ac:chgData name="Gareth Thomson | Football Queensland" userId="45505d28-f665-4546-80c4-7c2d16b5a302" providerId="ADAL" clId="{6E62CCBA-FA13-44CB-B563-9C9C9308AD93}" dt="2024-11-05T22:47:27.966" v="1078" actId="1076"/>
          <ac:spMkLst>
            <pc:docMk/>
            <pc:sldMk cId="2257159162" sldId="1131"/>
            <ac:spMk id="1784" creationId="{DF7E56CF-A24F-5A41-5062-618D48245CC3}"/>
          </ac:spMkLst>
        </pc:spChg>
        <pc:spChg chg="mod">
          <ac:chgData name="Gareth Thomson | Football Queensland" userId="45505d28-f665-4546-80c4-7c2d16b5a302" providerId="ADAL" clId="{6E62CCBA-FA13-44CB-B563-9C9C9308AD93}" dt="2024-11-05T22:46:08.190" v="1055"/>
          <ac:spMkLst>
            <pc:docMk/>
            <pc:sldMk cId="2257159162" sldId="1131"/>
            <ac:spMk id="1786" creationId="{99271E4D-0D15-AE49-CC28-E13313CE0552}"/>
          </ac:spMkLst>
        </pc:spChg>
        <pc:spChg chg="mod">
          <ac:chgData name="Gareth Thomson | Football Queensland" userId="45505d28-f665-4546-80c4-7c2d16b5a302" providerId="ADAL" clId="{6E62CCBA-FA13-44CB-B563-9C9C9308AD93}" dt="2024-11-05T22:46:08.190" v="1055"/>
          <ac:spMkLst>
            <pc:docMk/>
            <pc:sldMk cId="2257159162" sldId="1131"/>
            <ac:spMk id="1787" creationId="{187CB68C-6324-D702-A357-2091E68924E7}"/>
          </ac:spMkLst>
        </pc:spChg>
        <pc:spChg chg="mod">
          <ac:chgData name="Gareth Thomson | Football Queensland" userId="45505d28-f665-4546-80c4-7c2d16b5a302" providerId="ADAL" clId="{6E62CCBA-FA13-44CB-B563-9C9C9308AD93}" dt="2024-11-05T22:46:08.190" v="1055"/>
          <ac:spMkLst>
            <pc:docMk/>
            <pc:sldMk cId="2257159162" sldId="1131"/>
            <ac:spMk id="1788" creationId="{17D4B74A-7B9F-96CC-ABA2-CE518B1F04D1}"/>
          </ac:spMkLst>
        </pc:spChg>
        <pc:spChg chg="mod">
          <ac:chgData name="Gareth Thomson | Football Queensland" userId="45505d28-f665-4546-80c4-7c2d16b5a302" providerId="ADAL" clId="{6E62CCBA-FA13-44CB-B563-9C9C9308AD93}" dt="2024-11-05T22:46:08.190" v="1055"/>
          <ac:spMkLst>
            <pc:docMk/>
            <pc:sldMk cId="2257159162" sldId="1131"/>
            <ac:spMk id="1789" creationId="{A0B62790-0370-1DF0-CB3D-49571132A264}"/>
          </ac:spMkLst>
        </pc:spChg>
        <pc:spChg chg="mod">
          <ac:chgData name="Gareth Thomson | Football Queensland" userId="45505d28-f665-4546-80c4-7c2d16b5a302" providerId="ADAL" clId="{6E62CCBA-FA13-44CB-B563-9C9C9308AD93}" dt="2024-11-05T22:46:15.310" v="1058"/>
          <ac:spMkLst>
            <pc:docMk/>
            <pc:sldMk cId="2257159162" sldId="1131"/>
            <ac:spMk id="1791" creationId="{646B77DC-5B2F-E742-A53B-34BC151BDC6D}"/>
          </ac:spMkLst>
        </pc:spChg>
        <pc:spChg chg="mod">
          <ac:chgData name="Gareth Thomson | Football Queensland" userId="45505d28-f665-4546-80c4-7c2d16b5a302" providerId="ADAL" clId="{6E62CCBA-FA13-44CB-B563-9C9C9308AD93}" dt="2024-11-05T22:46:15.310" v="1058"/>
          <ac:spMkLst>
            <pc:docMk/>
            <pc:sldMk cId="2257159162" sldId="1131"/>
            <ac:spMk id="1792" creationId="{F5655B61-8511-9282-AB7B-A92C44C58C07}"/>
          </ac:spMkLst>
        </pc:spChg>
        <pc:spChg chg="mod">
          <ac:chgData name="Gareth Thomson | Football Queensland" userId="45505d28-f665-4546-80c4-7c2d16b5a302" providerId="ADAL" clId="{6E62CCBA-FA13-44CB-B563-9C9C9308AD93}" dt="2024-11-05T22:46:15.310" v="1058"/>
          <ac:spMkLst>
            <pc:docMk/>
            <pc:sldMk cId="2257159162" sldId="1131"/>
            <ac:spMk id="1793" creationId="{4C52A1C8-A183-D616-D4C4-DC325B898BF5}"/>
          </ac:spMkLst>
        </pc:spChg>
        <pc:spChg chg="mod">
          <ac:chgData name="Gareth Thomson | Football Queensland" userId="45505d28-f665-4546-80c4-7c2d16b5a302" providerId="ADAL" clId="{6E62CCBA-FA13-44CB-B563-9C9C9308AD93}" dt="2024-11-05T22:46:15.310" v="1058"/>
          <ac:spMkLst>
            <pc:docMk/>
            <pc:sldMk cId="2257159162" sldId="1131"/>
            <ac:spMk id="1794" creationId="{E1FFEF69-3CFA-DF23-9199-767AE7443248}"/>
          </ac:spMkLst>
        </pc:spChg>
        <pc:spChg chg="mod">
          <ac:chgData name="Gareth Thomson | Football Queensland" userId="45505d28-f665-4546-80c4-7c2d16b5a302" providerId="ADAL" clId="{6E62CCBA-FA13-44CB-B563-9C9C9308AD93}" dt="2024-11-05T22:46:22.060" v="1061"/>
          <ac:spMkLst>
            <pc:docMk/>
            <pc:sldMk cId="2257159162" sldId="1131"/>
            <ac:spMk id="1796" creationId="{04753810-3CAA-2D6C-4A8F-848CA1A17C5B}"/>
          </ac:spMkLst>
        </pc:spChg>
        <pc:spChg chg="mod">
          <ac:chgData name="Gareth Thomson | Football Queensland" userId="45505d28-f665-4546-80c4-7c2d16b5a302" providerId="ADAL" clId="{6E62CCBA-FA13-44CB-B563-9C9C9308AD93}" dt="2024-11-05T22:46:22.060" v="1061"/>
          <ac:spMkLst>
            <pc:docMk/>
            <pc:sldMk cId="2257159162" sldId="1131"/>
            <ac:spMk id="1797" creationId="{13CC3B9A-A2CD-8E0A-43C8-7061BE1CF808}"/>
          </ac:spMkLst>
        </pc:spChg>
        <pc:spChg chg="mod">
          <ac:chgData name="Gareth Thomson | Football Queensland" userId="45505d28-f665-4546-80c4-7c2d16b5a302" providerId="ADAL" clId="{6E62CCBA-FA13-44CB-B563-9C9C9308AD93}" dt="2024-11-05T22:46:22.060" v="1061"/>
          <ac:spMkLst>
            <pc:docMk/>
            <pc:sldMk cId="2257159162" sldId="1131"/>
            <ac:spMk id="1798" creationId="{FAAEABDC-F6BF-B8B2-9533-135A8A4A2CE3}"/>
          </ac:spMkLst>
        </pc:spChg>
        <pc:spChg chg="mod">
          <ac:chgData name="Gareth Thomson | Football Queensland" userId="45505d28-f665-4546-80c4-7c2d16b5a302" providerId="ADAL" clId="{6E62CCBA-FA13-44CB-B563-9C9C9308AD93}" dt="2024-11-05T22:46:22.060" v="1061"/>
          <ac:spMkLst>
            <pc:docMk/>
            <pc:sldMk cId="2257159162" sldId="1131"/>
            <ac:spMk id="1799" creationId="{8F464826-8EAB-3218-98CD-7DB128A86E28}"/>
          </ac:spMkLst>
        </pc:spChg>
        <pc:spChg chg="mod">
          <ac:chgData name="Gareth Thomson | Football Queensland" userId="45505d28-f665-4546-80c4-7c2d16b5a302" providerId="ADAL" clId="{6E62CCBA-FA13-44CB-B563-9C9C9308AD93}" dt="2024-11-05T22:47:53.535" v="1087"/>
          <ac:spMkLst>
            <pc:docMk/>
            <pc:sldMk cId="2257159162" sldId="1131"/>
            <ac:spMk id="1801" creationId="{333FD5A0-B1CC-C599-67B0-F32485A8B7E1}"/>
          </ac:spMkLst>
        </pc:spChg>
        <pc:spChg chg="mod">
          <ac:chgData name="Gareth Thomson | Football Queensland" userId="45505d28-f665-4546-80c4-7c2d16b5a302" providerId="ADAL" clId="{6E62CCBA-FA13-44CB-B563-9C9C9308AD93}" dt="2024-11-05T22:47:53.535" v="1087"/>
          <ac:spMkLst>
            <pc:docMk/>
            <pc:sldMk cId="2257159162" sldId="1131"/>
            <ac:spMk id="1802" creationId="{0F74BD52-21B0-9633-2A32-26177A733340}"/>
          </ac:spMkLst>
        </pc:spChg>
        <pc:spChg chg="mod">
          <ac:chgData name="Gareth Thomson | Football Queensland" userId="45505d28-f665-4546-80c4-7c2d16b5a302" providerId="ADAL" clId="{6E62CCBA-FA13-44CB-B563-9C9C9308AD93}" dt="2024-11-05T22:47:53.535" v="1087"/>
          <ac:spMkLst>
            <pc:docMk/>
            <pc:sldMk cId="2257159162" sldId="1131"/>
            <ac:spMk id="1803" creationId="{8138C065-E558-AA83-458C-B293E03C5C28}"/>
          </ac:spMkLst>
        </pc:spChg>
        <pc:spChg chg="mod">
          <ac:chgData name="Gareth Thomson | Football Queensland" userId="45505d28-f665-4546-80c4-7c2d16b5a302" providerId="ADAL" clId="{6E62CCBA-FA13-44CB-B563-9C9C9308AD93}" dt="2024-11-05T22:47:53.535" v="1087"/>
          <ac:spMkLst>
            <pc:docMk/>
            <pc:sldMk cId="2257159162" sldId="1131"/>
            <ac:spMk id="1804" creationId="{35633FA5-D2CC-2AA2-351B-2776032AEFDD}"/>
          </ac:spMkLst>
        </pc:spChg>
        <pc:spChg chg="add mod">
          <ac:chgData name="Gareth Thomson | Football Queensland" userId="45505d28-f665-4546-80c4-7c2d16b5a302" providerId="ADAL" clId="{6E62CCBA-FA13-44CB-B563-9C9C9308AD93}" dt="2024-11-05T22:47:55.951" v="1088" actId="1076"/>
          <ac:spMkLst>
            <pc:docMk/>
            <pc:sldMk cId="2257159162" sldId="1131"/>
            <ac:spMk id="1805" creationId="{235553DB-B9E4-D34B-EA90-8360037FD2A7}"/>
          </ac:spMkLst>
        </pc:spChg>
        <pc:spChg chg="mod">
          <ac:chgData name="Gareth Thomson | Football Queensland" userId="45505d28-f665-4546-80c4-7c2d16b5a302" providerId="ADAL" clId="{6E62CCBA-FA13-44CB-B563-9C9C9308AD93}" dt="2024-11-05T22:47:56.494" v="1089"/>
          <ac:spMkLst>
            <pc:docMk/>
            <pc:sldMk cId="2257159162" sldId="1131"/>
            <ac:spMk id="1807" creationId="{0D03CB92-BC78-3FC6-19CE-FBC4398AE8DD}"/>
          </ac:spMkLst>
        </pc:spChg>
        <pc:spChg chg="mod">
          <ac:chgData name="Gareth Thomson | Football Queensland" userId="45505d28-f665-4546-80c4-7c2d16b5a302" providerId="ADAL" clId="{6E62CCBA-FA13-44CB-B563-9C9C9308AD93}" dt="2024-11-05T22:47:56.494" v="1089"/>
          <ac:spMkLst>
            <pc:docMk/>
            <pc:sldMk cId="2257159162" sldId="1131"/>
            <ac:spMk id="1808" creationId="{FBA5D9E3-6D4D-FA33-F245-BA693E034F26}"/>
          </ac:spMkLst>
        </pc:spChg>
        <pc:spChg chg="mod">
          <ac:chgData name="Gareth Thomson | Football Queensland" userId="45505d28-f665-4546-80c4-7c2d16b5a302" providerId="ADAL" clId="{6E62CCBA-FA13-44CB-B563-9C9C9308AD93}" dt="2024-11-05T22:47:56.494" v="1089"/>
          <ac:spMkLst>
            <pc:docMk/>
            <pc:sldMk cId="2257159162" sldId="1131"/>
            <ac:spMk id="1809" creationId="{A920AE2E-C9BA-6FF8-CC38-86866A50C007}"/>
          </ac:spMkLst>
        </pc:spChg>
        <pc:spChg chg="mod">
          <ac:chgData name="Gareth Thomson | Football Queensland" userId="45505d28-f665-4546-80c4-7c2d16b5a302" providerId="ADAL" clId="{6E62CCBA-FA13-44CB-B563-9C9C9308AD93}" dt="2024-11-05T22:47:56.494" v="1089"/>
          <ac:spMkLst>
            <pc:docMk/>
            <pc:sldMk cId="2257159162" sldId="1131"/>
            <ac:spMk id="1810" creationId="{B363B2AE-266F-8EBA-2274-0239C7FE7E5A}"/>
          </ac:spMkLst>
        </pc:spChg>
        <pc:spChg chg="add mod">
          <ac:chgData name="Gareth Thomson | Football Queensland" userId="45505d28-f665-4546-80c4-7c2d16b5a302" providerId="ADAL" clId="{6E62CCBA-FA13-44CB-B563-9C9C9308AD93}" dt="2024-11-05T22:47:59.320" v="1090" actId="1076"/>
          <ac:spMkLst>
            <pc:docMk/>
            <pc:sldMk cId="2257159162" sldId="1131"/>
            <ac:spMk id="1811" creationId="{50200A42-A6FE-E1C6-B1EE-2A1EFEC51506}"/>
          </ac:spMkLst>
        </pc:spChg>
        <pc:spChg chg="add mod">
          <ac:chgData name="Gareth Thomson | Football Queensland" userId="45505d28-f665-4546-80c4-7c2d16b5a302" providerId="ADAL" clId="{6E62CCBA-FA13-44CB-B563-9C9C9308AD93}" dt="2024-11-05T22:48:15.243" v="1095" actId="1076"/>
          <ac:spMkLst>
            <pc:docMk/>
            <pc:sldMk cId="2257159162" sldId="1131"/>
            <ac:spMk id="1812" creationId="{A9E66601-8D1A-C578-A827-10847BF600CD}"/>
          </ac:spMkLst>
        </pc:spChg>
        <pc:spChg chg="add del mod">
          <ac:chgData name="Gareth Thomson | Football Queensland" userId="45505d28-f665-4546-80c4-7c2d16b5a302" providerId="ADAL" clId="{6E62CCBA-FA13-44CB-B563-9C9C9308AD93}" dt="2024-11-13T00:50:59.975" v="13260" actId="478"/>
          <ac:spMkLst>
            <pc:docMk/>
            <pc:sldMk cId="2257159162" sldId="1131"/>
            <ac:spMk id="1813" creationId="{9CE05314-0911-D1BA-DB70-8DB73979401F}"/>
          </ac:spMkLst>
        </pc:spChg>
        <pc:spChg chg="add mod">
          <ac:chgData name="Gareth Thomson | Football Queensland" userId="45505d28-f665-4546-80c4-7c2d16b5a302" providerId="ADAL" clId="{6E62CCBA-FA13-44CB-B563-9C9C9308AD93}" dt="2024-11-05T22:48:49.774" v="1106" actId="1076"/>
          <ac:spMkLst>
            <pc:docMk/>
            <pc:sldMk cId="2257159162" sldId="1131"/>
            <ac:spMk id="1814" creationId="{369BF276-0D1D-9C83-9EF3-7CFBA4819908}"/>
          </ac:spMkLst>
        </pc:spChg>
        <pc:spChg chg="add mod">
          <ac:chgData name="Gareth Thomson | Football Queensland" userId="45505d28-f665-4546-80c4-7c2d16b5a302" providerId="ADAL" clId="{6E62CCBA-FA13-44CB-B563-9C9C9308AD93}" dt="2024-11-05T22:48:55.502" v="1109" actId="14100"/>
          <ac:spMkLst>
            <pc:docMk/>
            <pc:sldMk cId="2257159162" sldId="1131"/>
            <ac:spMk id="1815" creationId="{A272BFFA-A118-3BBE-E0CD-33B8F3FE14B6}"/>
          </ac:spMkLst>
        </pc:spChg>
        <pc:spChg chg="mod">
          <ac:chgData name="Gareth Thomson | Football Queensland" userId="45505d28-f665-4546-80c4-7c2d16b5a302" providerId="ADAL" clId="{6E62CCBA-FA13-44CB-B563-9C9C9308AD93}" dt="2024-11-05T22:49:24.901" v="1117"/>
          <ac:spMkLst>
            <pc:docMk/>
            <pc:sldMk cId="2257159162" sldId="1131"/>
            <ac:spMk id="1817" creationId="{590837E8-D58C-5E7B-A607-03B6C468523F}"/>
          </ac:spMkLst>
        </pc:spChg>
        <pc:spChg chg="mod">
          <ac:chgData name="Gareth Thomson | Football Queensland" userId="45505d28-f665-4546-80c4-7c2d16b5a302" providerId="ADAL" clId="{6E62CCBA-FA13-44CB-B563-9C9C9308AD93}" dt="2024-11-05T22:49:24.901" v="1117"/>
          <ac:spMkLst>
            <pc:docMk/>
            <pc:sldMk cId="2257159162" sldId="1131"/>
            <ac:spMk id="1818" creationId="{EC1874F4-3821-B3AB-E008-C9DD9F7F0CBA}"/>
          </ac:spMkLst>
        </pc:spChg>
        <pc:spChg chg="mod">
          <ac:chgData name="Gareth Thomson | Football Queensland" userId="45505d28-f665-4546-80c4-7c2d16b5a302" providerId="ADAL" clId="{6E62CCBA-FA13-44CB-B563-9C9C9308AD93}" dt="2024-11-05T22:49:24.901" v="1117"/>
          <ac:spMkLst>
            <pc:docMk/>
            <pc:sldMk cId="2257159162" sldId="1131"/>
            <ac:spMk id="1819" creationId="{8496FED3-F9F7-B3DC-D23A-1E5750483D67}"/>
          </ac:spMkLst>
        </pc:spChg>
        <pc:spChg chg="mod">
          <ac:chgData name="Gareth Thomson | Football Queensland" userId="45505d28-f665-4546-80c4-7c2d16b5a302" providerId="ADAL" clId="{6E62CCBA-FA13-44CB-B563-9C9C9308AD93}" dt="2024-11-05T22:49:24.901" v="1117"/>
          <ac:spMkLst>
            <pc:docMk/>
            <pc:sldMk cId="2257159162" sldId="1131"/>
            <ac:spMk id="1820" creationId="{3D2C5A36-F5FD-77F1-B4E8-4B806E0AAB80}"/>
          </ac:spMkLst>
        </pc:spChg>
        <pc:spChg chg="mod">
          <ac:chgData name="Gareth Thomson | Football Queensland" userId="45505d28-f665-4546-80c4-7c2d16b5a302" providerId="ADAL" clId="{6E62CCBA-FA13-44CB-B563-9C9C9308AD93}" dt="2024-11-05T22:49:32.864" v="1122"/>
          <ac:spMkLst>
            <pc:docMk/>
            <pc:sldMk cId="2257159162" sldId="1131"/>
            <ac:spMk id="1822" creationId="{8B5C8D26-75CD-1FD3-1C8A-4F09079BE5CA}"/>
          </ac:spMkLst>
        </pc:spChg>
        <pc:spChg chg="mod">
          <ac:chgData name="Gareth Thomson | Football Queensland" userId="45505d28-f665-4546-80c4-7c2d16b5a302" providerId="ADAL" clId="{6E62CCBA-FA13-44CB-B563-9C9C9308AD93}" dt="2024-11-05T22:49:32.864" v="1122"/>
          <ac:spMkLst>
            <pc:docMk/>
            <pc:sldMk cId="2257159162" sldId="1131"/>
            <ac:spMk id="1823" creationId="{346EC672-8515-517A-00ED-D064946614ED}"/>
          </ac:spMkLst>
        </pc:spChg>
        <pc:spChg chg="mod">
          <ac:chgData name="Gareth Thomson | Football Queensland" userId="45505d28-f665-4546-80c4-7c2d16b5a302" providerId="ADAL" clId="{6E62CCBA-FA13-44CB-B563-9C9C9308AD93}" dt="2024-11-05T22:49:32.864" v="1122"/>
          <ac:spMkLst>
            <pc:docMk/>
            <pc:sldMk cId="2257159162" sldId="1131"/>
            <ac:spMk id="1824" creationId="{73D82474-DCF1-E5EF-253A-D4862DE8C411}"/>
          </ac:spMkLst>
        </pc:spChg>
        <pc:spChg chg="mod">
          <ac:chgData name="Gareth Thomson | Football Queensland" userId="45505d28-f665-4546-80c4-7c2d16b5a302" providerId="ADAL" clId="{6E62CCBA-FA13-44CB-B563-9C9C9308AD93}" dt="2024-11-05T22:49:32.864" v="1122"/>
          <ac:spMkLst>
            <pc:docMk/>
            <pc:sldMk cId="2257159162" sldId="1131"/>
            <ac:spMk id="1825" creationId="{1948CF89-AD58-05EF-559C-CEFC9533195D}"/>
          </ac:spMkLst>
        </pc:spChg>
        <pc:spChg chg="mod">
          <ac:chgData name="Gareth Thomson | Football Queensland" userId="45505d28-f665-4546-80c4-7c2d16b5a302" providerId="ADAL" clId="{6E62CCBA-FA13-44CB-B563-9C9C9308AD93}" dt="2024-11-05T22:49:54.049" v="1126"/>
          <ac:spMkLst>
            <pc:docMk/>
            <pc:sldMk cId="2257159162" sldId="1131"/>
            <ac:spMk id="1827" creationId="{C450079F-8A51-8FD4-5A0F-B27E615726F5}"/>
          </ac:spMkLst>
        </pc:spChg>
        <pc:spChg chg="mod">
          <ac:chgData name="Gareth Thomson | Football Queensland" userId="45505d28-f665-4546-80c4-7c2d16b5a302" providerId="ADAL" clId="{6E62CCBA-FA13-44CB-B563-9C9C9308AD93}" dt="2024-11-05T22:49:54.049" v="1126"/>
          <ac:spMkLst>
            <pc:docMk/>
            <pc:sldMk cId="2257159162" sldId="1131"/>
            <ac:spMk id="1828" creationId="{A96F6A7D-F6B8-BAE0-22D6-D6A62EE12806}"/>
          </ac:spMkLst>
        </pc:spChg>
        <pc:spChg chg="mod">
          <ac:chgData name="Gareth Thomson | Football Queensland" userId="45505d28-f665-4546-80c4-7c2d16b5a302" providerId="ADAL" clId="{6E62CCBA-FA13-44CB-B563-9C9C9308AD93}" dt="2024-11-05T22:49:54.049" v="1126"/>
          <ac:spMkLst>
            <pc:docMk/>
            <pc:sldMk cId="2257159162" sldId="1131"/>
            <ac:spMk id="1829" creationId="{976472CF-CFA2-3F5D-6E2F-D5021458F12B}"/>
          </ac:spMkLst>
        </pc:spChg>
        <pc:spChg chg="mod">
          <ac:chgData name="Gareth Thomson | Football Queensland" userId="45505d28-f665-4546-80c4-7c2d16b5a302" providerId="ADAL" clId="{6E62CCBA-FA13-44CB-B563-9C9C9308AD93}" dt="2024-11-05T22:49:54.049" v="1126"/>
          <ac:spMkLst>
            <pc:docMk/>
            <pc:sldMk cId="2257159162" sldId="1131"/>
            <ac:spMk id="1830" creationId="{FB4D3F96-5C5E-0462-6D17-3646F97E5D33}"/>
          </ac:spMkLst>
        </pc:spChg>
        <pc:spChg chg="mod">
          <ac:chgData name="Gareth Thomson | Football Queensland" userId="45505d28-f665-4546-80c4-7c2d16b5a302" providerId="ADAL" clId="{6E62CCBA-FA13-44CB-B563-9C9C9308AD93}" dt="2024-11-05T22:49:59.653" v="1129"/>
          <ac:spMkLst>
            <pc:docMk/>
            <pc:sldMk cId="2257159162" sldId="1131"/>
            <ac:spMk id="1832" creationId="{73C2E564-09D4-F8F5-AE23-4EC878DAF886}"/>
          </ac:spMkLst>
        </pc:spChg>
        <pc:spChg chg="mod">
          <ac:chgData name="Gareth Thomson | Football Queensland" userId="45505d28-f665-4546-80c4-7c2d16b5a302" providerId="ADAL" clId="{6E62CCBA-FA13-44CB-B563-9C9C9308AD93}" dt="2024-11-05T22:49:59.653" v="1129"/>
          <ac:spMkLst>
            <pc:docMk/>
            <pc:sldMk cId="2257159162" sldId="1131"/>
            <ac:spMk id="1833" creationId="{1D51758E-BBB8-32B9-205A-433273D24D36}"/>
          </ac:spMkLst>
        </pc:spChg>
        <pc:spChg chg="mod">
          <ac:chgData name="Gareth Thomson | Football Queensland" userId="45505d28-f665-4546-80c4-7c2d16b5a302" providerId="ADAL" clId="{6E62CCBA-FA13-44CB-B563-9C9C9308AD93}" dt="2024-11-05T22:49:59.653" v="1129"/>
          <ac:spMkLst>
            <pc:docMk/>
            <pc:sldMk cId="2257159162" sldId="1131"/>
            <ac:spMk id="1834" creationId="{6C273A31-304D-D232-0AA4-81E98C9AC76A}"/>
          </ac:spMkLst>
        </pc:spChg>
        <pc:spChg chg="mod">
          <ac:chgData name="Gareth Thomson | Football Queensland" userId="45505d28-f665-4546-80c4-7c2d16b5a302" providerId="ADAL" clId="{6E62CCBA-FA13-44CB-B563-9C9C9308AD93}" dt="2024-11-05T22:49:59.653" v="1129"/>
          <ac:spMkLst>
            <pc:docMk/>
            <pc:sldMk cId="2257159162" sldId="1131"/>
            <ac:spMk id="1835" creationId="{305E9A63-9026-3EC3-3018-687B74DCD3B2}"/>
          </ac:spMkLst>
        </pc:spChg>
        <pc:spChg chg="add mod">
          <ac:chgData name="Gareth Thomson | Football Queensland" userId="45505d28-f665-4546-80c4-7c2d16b5a302" providerId="ADAL" clId="{6E62CCBA-FA13-44CB-B563-9C9C9308AD93}" dt="2024-11-06T13:05:58.690" v="7819" actId="1076"/>
          <ac:spMkLst>
            <pc:docMk/>
            <pc:sldMk cId="2257159162" sldId="1131"/>
            <ac:spMk id="1847" creationId="{0FF213B0-BC30-F555-36B2-1C26ABF0BCE2}"/>
          </ac:spMkLst>
        </pc:spChg>
        <pc:spChg chg="add mod">
          <ac:chgData name="Gareth Thomson | Football Queensland" userId="45505d28-f665-4546-80c4-7c2d16b5a302" providerId="ADAL" clId="{6E62CCBA-FA13-44CB-B563-9C9C9308AD93}" dt="2024-11-06T13:05:42.514" v="7810" actId="20577"/>
          <ac:spMkLst>
            <pc:docMk/>
            <pc:sldMk cId="2257159162" sldId="1131"/>
            <ac:spMk id="1848" creationId="{7B441C65-04E6-D934-29FF-F17790485F6D}"/>
          </ac:spMkLst>
        </pc:spChg>
        <pc:spChg chg="add mod">
          <ac:chgData name="Gareth Thomson | Football Queensland" userId="45505d28-f665-4546-80c4-7c2d16b5a302" providerId="ADAL" clId="{6E62CCBA-FA13-44CB-B563-9C9C9308AD93}" dt="2024-11-06T13:05:46.809" v="7814" actId="20577"/>
          <ac:spMkLst>
            <pc:docMk/>
            <pc:sldMk cId="2257159162" sldId="1131"/>
            <ac:spMk id="1849" creationId="{464032C1-1D61-5570-68CF-2CAAA7275C36}"/>
          </ac:spMkLst>
        </pc:spChg>
        <pc:spChg chg="add mod">
          <ac:chgData name="Gareth Thomson | Football Queensland" userId="45505d28-f665-4546-80c4-7c2d16b5a302" providerId="ADAL" clId="{6E62CCBA-FA13-44CB-B563-9C9C9308AD93}" dt="2024-11-09T21:47:57.899" v="10514" actId="20577"/>
          <ac:spMkLst>
            <pc:docMk/>
            <pc:sldMk cId="2257159162" sldId="1131"/>
            <ac:spMk id="1850" creationId="{44400077-6567-45A1-FCD6-16DFE003FF55}"/>
          </ac:spMkLst>
        </pc:spChg>
        <pc:spChg chg="add mod">
          <ac:chgData name="Gareth Thomson | Football Queensland" userId="45505d28-f665-4546-80c4-7c2d16b5a302" providerId="ADAL" clId="{6E62CCBA-FA13-44CB-B563-9C9C9308AD93}" dt="2024-11-06T13:05:29.797" v="7802"/>
          <ac:spMkLst>
            <pc:docMk/>
            <pc:sldMk cId="2257159162" sldId="1131"/>
            <ac:spMk id="1851" creationId="{A503BF27-36EB-7628-793A-8FDA795D8544}"/>
          </ac:spMkLst>
        </pc:spChg>
        <pc:spChg chg="add mod">
          <ac:chgData name="Gareth Thomson | Football Queensland" userId="45505d28-f665-4546-80c4-7c2d16b5a302" providerId="ADAL" clId="{6E62CCBA-FA13-44CB-B563-9C9C9308AD93}" dt="2024-11-09T21:47:55.192" v="10512" actId="20577"/>
          <ac:spMkLst>
            <pc:docMk/>
            <pc:sldMk cId="2257159162" sldId="1131"/>
            <ac:spMk id="1852" creationId="{5DEFAE8D-8E27-DD87-94E1-C2628C9002CB}"/>
          </ac:spMkLst>
        </pc:s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2" creationId="{CE92384F-2C43-CF24-0E23-41039A5D12F1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24" creationId="{764C2039-7405-841C-08E2-E8EFE03C18CD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030" creationId="{D3347220-8727-3726-305B-645759FF7690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039" creationId="{A3BAA884-7670-06C3-0DBF-4689461E8CBD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045" creationId="{167F3D04-F7C3-AA6E-B620-C483310006F8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050" creationId="{DEBB60D8-F574-8CC3-CFBB-265134B25C55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094" creationId="{01EA440D-4A0C-C4C7-6409-8DC9CF36259B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00" creationId="{1F967D31-9606-3F26-253A-92E4F6C35BAF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06" creationId="{0326E03C-3232-0E33-4BF9-947A19547E3B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16" creationId="{5E322299-32A0-6585-F4B3-5BC7AB5A6360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26" creationId="{0F8649FA-EC86-FA6B-EB34-E511B13D595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29" creationId="{B29435ED-1C88-F15A-DE5A-BA2BC10EFD0C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39" creationId="{1DA32FB2-6E0F-59D5-BF86-AA77055185E6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46" creationId="{D910CC7F-DC2C-C3FC-AF2A-837FB4286200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53" creationId="{174F50E8-B3AE-D20A-0DD2-8963C51B640D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58" creationId="{6F5FA029-48D5-B2A3-070D-1DC09BAEE41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65" creationId="{5967616F-1621-8760-32E1-20A8CDC2467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70" creationId="{627F936A-5510-5E83-0A38-F14FE2C4461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75" creationId="{C12F6A7A-EEAF-9372-C96E-5C85A470C17F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80" creationId="{A4E6E2B3-E3C4-77B0-9ED8-0B05C3E8EA3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85" creationId="{1EEDA974-AAEF-60EA-ED95-414F0B0CCF09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192" creationId="{56E04F28-52F0-5446-A4CC-9EB6D679354C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194" creationId="{15BD9631-BA93-BFE4-EA10-32FE4888A26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01" creationId="{8E63A42F-219B-5BB3-6E0D-78179FCD139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06" creationId="{BAE89F9C-1D69-8F4C-060E-9B7525C34EBB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11" creationId="{53D00CFA-4C14-0EC0-F69F-B987B11E72D2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17" creationId="{FA8C8056-34F7-7CE5-8B72-070CB9A7D50D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28" creationId="{C922BD81-2CFA-7DD3-F81D-C427B81016C3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41" creationId="{5B564876-ED88-5FEE-5BE8-8C32EA30F27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46" creationId="{F4101CCC-220C-6CBB-98A3-95FE251E0BC8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285" creationId="{48CAAF19-87CA-AAEF-40D6-30F189B2C25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89" creationId="{7BB43C64-EF2C-326D-D6F6-B035EDDD166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295" creationId="{081CD7FC-2CAE-878A-701D-B3E97F559DD4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17" creationId="{8F5490F5-919A-F38D-26D3-521C8E47149E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22" creationId="{F1BF889D-A13A-6C01-24F2-7178EA94476F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27" creationId="{06DB65BA-BEC0-9664-4C3A-5B53DEA42E9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38" creationId="{A10E0518-AAAB-4864-4787-6E4933BBCBD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43" creationId="{9A9227C7-BD46-6251-C030-62DBE0A6C919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56" creationId="{9FB4CE50-7F28-46B9-7624-4BA0D3D2B836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361" creationId="{3C2629F3-79DA-3EE5-B1FF-9E2D9EAE2CCC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68" creationId="{63D5F303-E056-6CC5-2C8C-B93A5A5F829B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75" creationId="{2B70BEEE-E709-1CED-F610-53507027A53E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76" creationId="{1774C601-1480-4E55-2856-84BE2898E0EB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82" creationId="{1D6A9230-C81B-735B-5154-BFE652684868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88" creationId="{D98E39E3-22A4-192E-5EF6-F1E467994F24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93" creationId="{068F0109-6AC1-9BF1-36D9-3325CC677BCF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398" creationId="{B799552C-E0A0-E0F1-F200-C6D3F6AD720B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403" creationId="{C04E537A-D37E-DB77-D05D-55B045D1F89C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408" creationId="{B2B08102-14E1-FEC5-002A-6F9519626DA3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413" creationId="{97FC7F69-5873-71FD-7B42-8EBDBE1A3DA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31" creationId="{C9B7763B-7139-646C-2768-459D45C3B380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436" creationId="{ADAFE727-670B-AD6C-7DCF-0DDB8F984EAF}"/>
          </ac:grpSpMkLst>
        </pc:grpChg>
        <pc:grpChg chg="add del">
          <ac:chgData name="Gareth Thomson | Football Queensland" userId="45505d28-f665-4546-80c4-7c2d16b5a302" providerId="ADAL" clId="{6E62CCBA-FA13-44CB-B563-9C9C9308AD93}" dt="2024-11-05T04:50:50.348" v="87" actId="478"/>
          <ac:grpSpMkLst>
            <pc:docMk/>
            <pc:sldMk cId="2257159162" sldId="1131"/>
            <ac:grpSpMk id="1441" creationId="{149EF84A-7C24-CBC8-6A6A-AFD19711EE2A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49" creationId="{7A5AD0F0-C8FC-3B90-8CCD-A982E6C03093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54" creationId="{88624F98-8B13-772E-A5D4-ABA491FFEDFF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59" creationId="{DD25C1CF-857C-BC4F-DF94-3F372BDBDE6E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64" creationId="{825027E3-5DA9-2674-4666-04BC93181514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69" creationId="{6FE0D70B-0B8A-34D5-65E1-E10E50357419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74" creationId="{B50C258A-F1AF-ED16-15F1-DDC8EDA9BCE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85" creationId="{21D8DDC5-ACB2-3DC7-906C-7A3876BD788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1:33.303" v="698" actId="478"/>
          <ac:grpSpMkLst>
            <pc:docMk/>
            <pc:sldMk cId="2257159162" sldId="1131"/>
            <ac:grpSpMk id="1490" creationId="{643D020F-31A8-740F-CF6C-CFD2D2BB8F0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23.930" v="1116" actId="1076"/>
          <ac:grpSpMkLst>
            <pc:docMk/>
            <pc:sldMk cId="2257159162" sldId="1131"/>
            <ac:grpSpMk id="1503" creationId="{6D04B09D-FF80-9994-EEF0-E641763C846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39.133" v="1125" actId="1076"/>
          <ac:grpSpMkLst>
            <pc:docMk/>
            <pc:sldMk cId="2257159162" sldId="1131"/>
            <ac:grpSpMk id="1508" creationId="{A771B99A-126F-A5FD-FAEC-109C1E17AD12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28.131" v="1119" actId="1076"/>
          <ac:grpSpMkLst>
            <pc:docMk/>
            <pc:sldMk cId="2257159162" sldId="1131"/>
            <ac:grpSpMk id="1513" creationId="{0FC11E5F-F57B-0320-4C16-00E922E87F3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43.271" v="1016" actId="688"/>
          <ac:grpSpMkLst>
            <pc:docMk/>
            <pc:sldMk cId="2257159162" sldId="1131"/>
            <ac:grpSpMk id="1518" creationId="{D0F1366A-BE1B-64C1-0603-700BCD74BAEF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06:07.985" v="785" actId="1076"/>
          <ac:grpSpMkLst>
            <pc:docMk/>
            <pc:sldMk cId="2257159162" sldId="1131"/>
            <ac:grpSpMk id="1523" creationId="{7C950939-5A1D-7AEA-E514-2A48FD6D5DE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29.419" v="1120" actId="1076"/>
          <ac:grpSpMkLst>
            <pc:docMk/>
            <pc:sldMk cId="2257159162" sldId="1131"/>
            <ac:grpSpMk id="1528" creationId="{6AB068ED-E889-4DF0-AF77-17A992529488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06:04.140" v="783" actId="1036"/>
          <ac:grpSpMkLst>
            <pc:docMk/>
            <pc:sldMk cId="2257159162" sldId="1131"/>
            <ac:grpSpMk id="1533" creationId="{C41B78E1-AD5D-656E-3053-13AB30049FFF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06:47.927" v="789" actId="688"/>
          <ac:grpSpMkLst>
            <pc:docMk/>
            <pc:sldMk cId="2257159162" sldId="1131"/>
            <ac:grpSpMk id="1538" creationId="{2ADD1FAD-A602-8F5F-7E09-44446D087C66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6:54.746" v="1067" actId="478"/>
          <ac:grpSpMkLst>
            <pc:docMk/>
            <pc:sldMk cId="2257159162" sldId="1131"/>
            <ac:grpSpMk id="1565" creationId="{BA311B48-1511-EEF5-4DEE-CEEFFFA9161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13T00:50:59.975" v="13260" actId="478"/>
          <ac:grpSpMkLst>
            <pc:docMk/>
            <pc:sldMk cId="2257159162" sldId="1131"/>
            <ac:grpSpMk id="1570" creationId="{5D331735-2B4D-5997-5E66-2238D5C71939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6:56.389" v="1068" actId="478"/>
          <ac:grpSpMkLst>
            <pc:docMk/>
            <pc:sldMk cId="2257159162" sldId="1131"/>
            <ac:grpSpMk id="1575" creationId="{95C6E63B-172B-F11A-771A-7C4C3339B318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7:46.926" v="1085" actId="1076"/>
          <ac:grpSpMkLst>
            <pc:docMk/>
            <pc:sldMk cId="2257159162" sldId="1131"/>
            <ac:grpSpMk id="1580" creationId="{86D673DF-DC71-81C0-16C2-2620CFFAD30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6:54.746" v="1067" actId="478"/>
          <ac:grpSpMkLst>
            <pc:docMk/>
            <pc:sldMk cId="2257159162" sldId="1131"/>
            <ac:grpSpMk id="1585" creationId="{87622BB1-D475-757F-D972-38D87FBAA9D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7:39.841" v="1082" actId="1076"/>
          <ac:grpSpMkLst>
            <pc:docMk/>
            <pc:sldMk cId="2257159162" sldId="1131"/>
            <ac:grpSpMk id="1590" creationId="{B2D4A8E7-4754-3011-667A-CCF307758000}"/>
          </ac:grpSpMkLst>
        </pc:grpChg>
        <pc:grpChg chg="add mod ord">
          <ac:chgData name="Gareth Thomson | Football Queensland" userId="45505d28-f665-4546-80c4-7c2d16b5a302" providerId="ADAL" clId="{6E62CCBA-FA13-44CB-B563-9C9C9308AD93}" dt="2024-11-05T22:49:04.360" v="1111" actId="1076"/>
          <ac:grpSpMkLst>
            <pc:docMk/>
            <pc:sldMk cId="2257159162" sldId="1131"/>
            <ac:grpSpMk id="1595" creationId="{394879A6-08BC-EC23-8095-13CEB6E00AF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7:12.398" v="1073" actId="1076"/>
          <ac:grpSpMkLst>
            <pc:docMk/>
            <pc:sldMk cId="2257159162" sldId="1131"/>
            <ac:grpSpMk id="1600" creationId="{BD1CDAF8-E92D-508B-1D9D-8BC8F981D05E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22" creationId="{1246791D-5643-939E-CFDB-800A94DD551F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27" creationId="{0CAE8197-0EA5-BC07-2730-D90477D28FE6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32" creationId="{CE5934FB-BA12-57BA-5E8A-D5E898D28C6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37" creationId="{DDC114BA-2974-B689-0068-F8889AA6ADB4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42" creationId="{C70457C8-39A6-C7CA-CA69-314CF8ED13E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47" creationId="{207121B0-FC3F-A716-00AC-36FCBE869A8C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52" creationId="{36A2D017-22F6-EAE9-65E9-45831F74B432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41:16.757" v="1008" actId="478"/>
          <ac:grpSpMkLst>
            <pc:docMk/>
            <pc:sldMk cId="2257159162" sldId="1131"/>
            <ac:grpSpMk id="1657" creationId="{6FA8B2DA-C112-1C60-A3BF-01565172A71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677" creationId="{543C3803-F72F-B130-5C1C-437206D2FFA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682" creationId="{FB368D12-09C1-EEBA-76B4-5946EA706087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687" creationId="{BA8E5AF7-99AA-9BEC-7D92-20BE1234646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692" creationId="{CC239A5C-DD6B-C5C3-D973-489D33A4431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697" creationId="{CA79B284-389C-26DB-49A9-88EEBE00553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702" creationId="{CDDBB0FA-0FC2-AFD3-7472-C85774F760F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707" creationId="{49CFA9B7-5485-5BAF-9582-3CE104DC3457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11.318" v="1007"/>
          <ac:grpSpMkLst>
            <pc:docMk/>
            <pc:sldMk cId="2257159162" sldId="1131"/>
            <ac:grpSpMk id="1712" creationId="{43E5CD21-6CE0-235D-C831-9473D159453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26.196" v="1010" actId="1076"/>
          <ac:grpSpMkLst>
            <pc:docMk/>
            <pc:sldMk cId="2257159162" sldId="1131"/>
            <ac:grpSpMk id="1732" creationId="{009B7078-0D28-A88A-A8B2-83B23233A078}"/>
          </ac:grpSpMkLst>
        </pc:grpChg>
        <pc:grpChg chg="add mod ord">
          <ac:chgData name="Gareth Thomson | Football Queensland" userId="45505d28-f665-4546-80c4-7c2d16b5a302" providerId="ADAL" clId="{6E62CCBA-FA13-44CB-B563-9C9C9308AD93}" dt="2024-11-06T03:29:11.200" v="4014" actId="166"/>
          <ac:grpSpMkLst>
            <pc:docMk/>
            <pc:sldMk cId="2257159162" sldId="1131"/>
            <ac:grpSpMk id="1737" creationId="{977CB976-D9CF-9A4E-7096-5A9578A4F96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0:08.560" v="1134" actId="688"/>
          <ac:grpSpMkLst>
            <pc:docMk/>
            <pc:sldMk cId="2257159162" sldId="1131"/>
            <ac:grpSpMk id="1742" creationId="{B1044ADC-97CE-F42C-9E58-904DB8F987A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26.196" v="1010" actId="1076"/>
          <ac:grpSpMkLst>
            <pc:docMk/>
            <pc:sldMk cId="2257159162" sldId="1131"/>
            <ac:grpSpMk id="1747" creationId="{6EDC87B4-2F81-3880-54F0-E770B7CBBBA9}"/>
          </ac:grpSpMkLst>
        </pc:grpChg>
        <pc:grpChg chg="add mod ord">
          <ac:chgData name="Gareth Thomson | Football Queensland" userId="45505d28-f665-4546-80c4-7c2d16b5a302" providerId="ADAL" clId="{6E62CCBA-FA13-44CB-B563-9C9C9308AD93}" dt="2024-11-06T03:29:19.406" v="4018" actId="166"/>
          <ac:grpSpMkLst>
            <pc:docMk/>
            <pc:sldMk cId="2257159162" sldId="1131"/>
            <ac:grpSpMk id="1752" creationId="{AF5F4A88-2141-62AA-6BDC-38F168E2F8E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26.196" v="1010" actId="1076"/>
          <ac:grpSpMkLst>
            <pc:docMk/>
            <pc:sldMk cId="2257159162" sldId="1131"/>
            <ac:grpSpMk id="1757" creationId="{8E61F4C0-054E-CA18-89EE-AC58AF5C4AD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26.196" v="1010" actId="1076"/>
          <ac:grpSpMkLst>
            <pc:docMk/>
            <pc:sldMk cId="2257159162" sldId="1131"/>
            <ac:grpSpMk id="1762" creationId="{6D2E630B-A36E-3FDF-BC2D-F697D8B1CF3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1:26.196" v="1010" actId="1076"/>
          <ac:grpSpMkLst>
            <pc:docMk/>
            <pc:sldMk cId="2257159162" sldId="1131"/>
            <ac:grpSpMk id="1767" creationId="{7EC6A072-0483-00E4-180D-926B302A1A28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02.093" v="1110" actId="688"/>
          <ac:grpSpMkLst>
            <pc:docMk/>
            <pc:sldMk cId="2257159162" sldId="1131"/>
            <ac:grpSpMk id="1785" creationId="{FF9967B8-74E0-12E0-D362-0DECF77286C2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07.116" v="1112" actId="1076"/>
          <ac:grpSpMkLst>
            <pc:docMk/>
            <pc:sldMk cId="2257159162" sldId="1131"/>
            <ac:grpSpMk id="1790" creationId="{4EDA0392-3E6E-91B7-FB5E-11DCA8415E69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11.531" v="1114" actId="688"/>
          <ac:grpSpMkLst>
            <pc:docMk/>
            <pc:sldMk cId="2257159162" sldId="1131"/>
            <ac:grpSpMk id="1795" creationId="{157DD53B-C3ED-73FF-3A6F-8CE8D316F1B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7:55.951" v="1088" actId="1076"/>
          <ac:grpSpMkLst>
            <pc:docMk/>
            <pc:sldMk cId="2257159162" sldId="1131"/>
            <ac:grpSpMk id="1800" creationId="{9948478B-1F66-58B2-9EC5-B36392E49D22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7:59.320" v="1090" actId="1076"/>
          <ac:grpSpMkLst>
            <pc:docMk/>
            <pc:sldMk cId="2257159162" sldId="1131"/>
            <ac:grpSpMk id="1806" creationId="{D992FA08-1BC2-16B6-BE3D-D0B2485691C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3:23.312" v="1261" actId="1076"/>
          <ac:grpSpMkLst>
            <pc:docMk/>
            <pc:sldMk cId="2257159162" sldId="1131"/>
            <ac:grpSpMk id="1816" creationId="{7C7DBB39-3673-D35A-B4FE-7507CC9D9C5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49:36.644" v="1124" actId="688"/>
          <ac:grpSpMkLst>
            <pc:docMk/>
            <pc:sldMk cId="2257159162" sldId="1131"/>
            <ac:grpSpMk id="1821" creationId="{1DE7A9EE-E8C6-2BFA-E1DC-A7B7AA4EE24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0:26.416" v="1153" actId="1076"/>
          <ac:grpSpMkLst>
            <pc:docMk/>
            <pc:sldMk cId="2257159162" sldId="1131"/>
            <ac:grpSpMk id="1826" creationId="{E36B7D14-F029-A6A6-E342-78739A3EC7C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0:01.635" v="1130" actId="688"/>
          <ac:grpSpMkLst>
            <pc:docMk/>
            <pc:sldMk cId="2257159162" sldId="1131"/>
            <ac:grpSpMk id="1831" creationId="{EE977CD5-D6AB-34E9-34B7-57CB59FBFA85}"/>
          </ac:grpSpMkLst>
        </pc:grp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034" creationId="{1F3A2A41-BE01-B8E7-875F-F1775E59A69B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102" creationId="{5CCB7CD9-4A6D-F4A3-2E26-EFFA2B0D820F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112" creationId="{FFC780BA-BF34-B40D-0874-D3A416809D93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113" creationId="{3B88D997-A092-9C4F-DB1D-CEF530C4FC1F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114" creationId="{4FD6A8C0-0010-C05F-A882-632A510549A7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115" creationId="{E1B5F8CE-8987-7F00-5399-7BBFC9FB253B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191" creationId="{026A328E-140A-139D-873E-1786C0E72D19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216" creationId="{013C162A-0BC3-0391-3E26-037BBDDF16F4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313" creationId="{EE646BAA-BD32-7A91-5625-A57C4BDF9D4F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314" creationId="{87A41E86-4831-B6E0-78D8-70DD69267EDF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315" creationId="{106DFD05-5DB1-9362-CCF7-32E08B6B8CBA}"/>
          </ac:picMkLst>
        </pc:picChg>
        <pc:picChg chg="add del">
          <ac:chgData name="Gareth Thomson | Football Queensland" userId="45505d28-f665-4546-80c4-7c2d16b5a302" providerId="ADAL" clId="{6E62CCBA-FA13-44CB-B563-9C9C9308AD93}" dt="2024-11-05T04:50:50.348" v="87" actId="478"/>
          <ac:picMkLst>
            <pc:docMk/>
            <pc:sldMk cId="2257159162" sldId="1131"/>
            <ac:picMk id="1316" creationId="{369C12D3-90E3-83ED-7D81-31B68A38D96A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354" creationId="{75919F26-7C12-AF60-3486-19B82A0C7B39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1:33.303" v="698" actId="478"/>
          <ac:picMkLst>
            <pc:docMk/>
            <pc:sldMk cId="2257159162" sldId="1131"/>
            <ac:picMk id="1355" creationId="{777C7AD1-B60E-91E1-B5CB-2AE6EE594B9F}"/>
          </ac:picMkLst>
        </pc:picChg>
        <pc:picChg chg="add mod">
          <ac:chgData name="Gareth Thomson | Football Queensland" userId="45505d28-f665-4546-80c4-7c2d16b5a302" providerId="ADAL" clId="{6E62CCBA-FA13-44CB-B563-9C9C9308AD93}" dt="2024-11-05T22:02:57.300" v="713" actId="1076"/>
          <ac:picMkLst>
            <pc:docMk/>
            <pc:sldMk cId="2257159162" sldId="1131"/>
            <ac:picMk id="1499" creationId="{CEE2FEEA-2A8C-3F3D-43C9-5CBA93B15453}"/>
          </ac:picMkLst>
        </pc:picChg>
        <pc:picChg chg="add mod">
          <ac:chgData name="Gareth Thomson | Football Queensland" userId="45505d28-f665-4546-80c4-7c2d16b5a302" providerId="ADAL" clId="{6E62CCBA-FA13-44CB-B563-9C9C9308AD93}" dt="2024-11-05T22:03:02.034" v="715" actId="1076"/>
          <ac:picMkLst>
            <pc:docMk/>
            <pc:sldMk cId="2257159162" sldId="1131"/>
            <ac:picMk id="1500" creationId="{B3DB2F46-2EFE-3A23-3F48-75BF5DCC2903}"/>
          </ac:picMkLst>
        </pc:picChg>
        <pc:picChg chg="add mod">
          <ac:chgData name="Gareth Thomson | Football Queensland" userId="45505d28-f665-4546-80c4-7c2d16b5a302" providerId="ADAL" clId="{6E62CCBA-FA13-44CB-B563-9C9C9308AD93}" dt="2024-11-05T22:06:32.854" v="787" actId="688"/>
          <ac:picMkLst>
            <pc:docMk/>
            <pc:sldMk cId="2257159162" sldId="1131"/>
            <ac:picMk id="1501" creationId="{20F3C41D-FC7F-19BF-8426-8BFA6C0A506E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0:46.016" v="1215" actId="1035"/>
          <ac:picMkLst>
            <pc:docMk/>
            <pc:sldMk cId="2257159162" sldId="1131"/>
            <ac:picMk id="1502" creationId="{75C4B7E3-497C-A686-FB4A-EBC988CB2C3B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2:53.915" v="1019" actId="478"/>
          <ac:picMkLst>
            <pc:docMk/>
            <pc:sldMk cId="2257159162" sldId="1131"/>
            <ac:picMk id="1561" creationId="{2B39204A-2FDE-E8B2-82EC-9B0365ABEBAE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2:53.915" v="1019" actId="478"/>
          <ac:picMkLst>
            <pc:docMk/>
            <pc:sldMk cId="2257159162" sldId="1131"/>
            <ac:picMk id="1562" creationId="{BF6A8868-4FC0-FD58-1CC0-5217FAF7B4C3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2:53.915" v="1019" actId="478"/>
          <ac:picMkLst>
            <pc:docMk/>
            <pc:sldMk cId="2257159162" sldId="1131"/>
            <ac:picMk id="1563" creationId="{E9A2021B-BE3E-BB4E-1A8E-0DB959A8166E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2:53.915" v="1019" actId="478"/>
          <ac:picMkLst>
            <pc:docMk/>
            <pc:sldMk cId="2257159162" sldId="1131"/>
            <ac:picMk id="1564" creationId="{1E6E5FB0-F451-84AA-85F1-EB2390B2C99A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1:16.757" v="1008" actId="478"/>
          <ac:picMkLst>
            <pc:docMk/>
            <pc:sldMk cId="2257159162" sldId="1131"/>
            <ac:picMk id="1618" creationId="{8A554484-06F1-435D-AD94-4C828F6EA892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1:16.757" v="1008" actId="478"/>
          <ac:picMkLst>
            <pc:docMk/>
            <pc:sldMk cId="2257159162" sldId="1131"/>
            <ac:picMk id="1619" creationId="{76B841E3-EA1E-93BE-6607-0462D32FDC0C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1:16.757" v="1008" actId="478"/>
          <ac:picMkLst>
            <pc:docMk/>
            <pc:sldMk cId="2257159162" sldId="1131"/>
            <ac:picMk id="1620" creationId="{B8BAE301-F0AC-4E31-EAA8-961D8129DE27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41:16.757" v="1008" actId="478"/>
          <ac:picMkLst>
            <pc:docMk/>
            <pc:sldMk cId="2257159162" sldId="1131"/>
            <ac:picMk id="1621" creationId="{DCBA7C7D-6CAF-A6D8-68A5-BC5BEEA1547B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11.318" v="1007"/>
          <ac:picMkLst>
            <pc:docMk/>
            <pc:sldMk cId="2257159162" sldId="1131"/>
            <ac:picMk id="1673" creationId="{D857666A-2EE3-DB6D-698F-8B67C147B914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11.318" v="1007"/>
          <ac:picMkLst>
            <pc:docMk/>
            <pc:sldMk cId="2257159162" sldId="1131"/>
            <ac:picMk id="1674" creationId="{31617C75-13B8-8BCA-71E9-DE92D4A0B14B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11.318" v="1007"/>
          <ac:picMkLst>
            <pc:docMk/>
            <pc:sldMk cId="2257159162" sldId="1131"/>
            <ac:picMk id="1675" creationId="{740AD749-4620-9C62-7844-393D4285517B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11.318" v="1007"/>
          <ac:picMkLst>
            <pc:docMk/>
            <pc:sldMk cId="2257159162" sldId="1131"/>
            <ac:picMk id="1676" creationId="{4C06517C-C2D9-51D7-672F-A8CB9B06C6E4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26.196" v="1010" actId="1076"/>
          <ac:picMkLst>
            <pc:docMk/>
            <pc:sldMk cId="2257159162" sldId="1131"/>
            <ac:picMk id="1728" creationId="{A8688A53-C550-327E-30BB-FE7EE27D7C6A}"/>
          </ac:picMkLst>
        </pc:picChg>
        <pc:picChg chg="add mod">
          <ac:chgData name="Gareth Thomson | Football Queensland" userId="45505d28-f665-4546-80c4-7c2d16b5a302" providerId="ADAL" clId="{6E62CCBA-FA13-44CB-B563-9C9C9308AD93}" dt="2024-11-06T03:29:20.374" v="4019" actId="1036"/>
          <ac:picMkLst>
            <pc:docMk/>
            <pc:sldMk cId="2257159162" sldId="1131"/>
            <ac:picMk id="1729" creationId="{DC2AE0E5-4ACB-4ABF-4952-C263F4819516}"/>
          </ac:picMkLst>
        </pc:picChg>
        <pc:picChg chg="add mod">
          <ac:chgData name="Gareth Thomson | Football Queensland" userId="45505d28-f665-4546-80c4-7c2d16b5a302" providerId="ADAL" clId="{6E62CCBA-FA13-44CB-B563-9C9C9308AD93}" dt="2024-11-05T22:41:26.196" v="1010" actId="1076"/>
          <ac:picMkLst>
            <pc:docMk/>
            <pc:sldMk cId="2257159162" sldId="1131"/>
            <ac:picMk id="1730" creationId="{302FC7BA-0DC7-94F3-C046-AE50C1CD956B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0:23.116" v="1152" actId="1038"/>
          <ac:picMkLst>
            <pc:docMk/>
            <pc:sldMk cId="2257159162" sldId="1131"/>
            <ac:picMk id="1731" creationId="{C5E2B3EE-0E62-078E-2DBB-1092B3910FBA}"/>
          </ac:picMkLst>
        </pc:picChg>
        <pc:cxnChg chg="add del">
          <ac:chgData name="Gareth Thomson | Football Queensland" userId="45505d28-f665-4546-80c4-7c2d16b5a302" providerId="ADAL" clId="{6E62CCBA-FA13-44CB-B563-9C9C9308AD93}" dt="2024-11-05T04:50:50.348" v="87" actId="478"/>
          <ac:cxnSpMkLst>
            <pc:docMk/>
            <pc:sldMk cId="2257159162" sldId="1131"/>
            <ac:cxnSpMk id="1055" creationId="{96458BC0-D351-D09C-86DB-1E99DEB2BA2E}"/>
          </ac:cxnSpMkLst>
        </pc:cxnChg>
        <pc:cxnChg chg="add del">
          <ac:chgData name="Gareth Thomson | Football Queensland" userId="45505d28-f665-4546-80c4-7c2d16b5a302" providerId="ADAL" clId="{6E62CCBA-FA13-44CB-B563-9C9C9308AD93}" dt="2024-11-05T04:50:50.348" v="87" actId="478"/>
          <ac:cxnSpMkLst>
            <pc:docMk/>
            <pc:sldMk cId="2257159162" sldId="1131"/>
            <ac:cxnSpMk id="1111" creationId="{437544D2-BBA0-E83A-479D-D60AAEE1342F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223" creationId="{D4617402-503B-F6E2-8EE0-3698793F21ED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224" creationId="{F193682B-99D7-1BF6-E805-9891CEE9FDB7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225" creationId="{D8CBA3A8-6340-E873-C93E-2BC13504941F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227" creationId="{39BA6972-E7D4-EE35-F9CC-6D3D1D18B03A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233" creationId="{93F8DCAD-F8B4-2415-837B-8E7A6C5F16ED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301" creationId="{0F236720-6B6F-56CF-D8E9-62D1D68FF5D3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302" creationId="{72126BE8-7706-221B-2EE6-2A9AB6D6A42B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303" creationId="{BB5F0BF7-C3B2-5DC3-3558-0F6CEB61B1C6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304" creationId="{C1653A74-6D6F-2301-A34B-D7C2E1929382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1:33.303" v="698" actId="478"/>
          <ac:cxnSpMkLst>
            <pc:docMk/>
            <pc:sldMk cId="2257159162" sldId="1131"/>
            <ac:cxnSpMk id="1306" creationId="{A568D492-6B9E-C193-4F91-992E22BCC90F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5:45.220" v="766" actId="478"/>
          <ac:cxnSpMkLst>
            <pc:docMk/>
            <pc:sldMk cId="2257159162" sldId="1131"/>
            <ac:cxnSpMk id="1555" creationId="{85DEBDA0-978D-E242-AE3D-049CB337A79A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54:00.284" v="1264" actId="1076"/>
          <ac:cxnSpMkLst>
            <pc:docMk/>
            <pc:sldMk cId="2257159162" sldId="1131"/>
            <ac:cxnSpMk id="1837" creationId="{00C830F0-2BFA-7DC5-6689-D52FFD3E5CA4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53:47.832" v="1263" actId="14100"/>
          <ac:cxnSpMkLst>
            <pc:docMk/>
            <pc:sldMk cId="2257159162" sldId="1131"/>
            <ac:cxnSpMk id="1838" creationId="{2FED3BDC-94B6-86DD-DDE4-A13DF27814E9}"/>
          </ac:cxnSpMkLst>
        </pc:cxnChg>
        <pc:cxnChg chg="add mod">
          <ac:chgData name="Gareth Thomson | Football Queensland" userId="45505d28-f665-4546-80c4-7c2d16b5a302" providerId="ADAL" clId="{6E62CCBA-FA13-44CB-B563-9C9C9308AD93}" dt="2024-11-06T03:29:14.347" v="4017" actId="1038"/>
          <ac:cxnSpMkLst>
            <pc:docMk/>
            <pc:sldMk cId="2257159162" sldId="1131"/>
            <ac:cxnSpMk id="1842" creationId="{B6EF549C-26EC-BF18-CAE9-D1BAF8E67C62}"/>
          </ac:cxnSpMkLst>
        </pc:cxnChg>
        <pc:cxnChg chg="add mod">
          <ac:chgData name="Gareth Thomson | Football Queensland" userId="45505d28-f665-4546-80c4-7c2d16b5a302" providerId="ADAL" clId="{6E62CCBA-FA13-44CB-B563-9C9C9308AD93}" dt="2024-11-06T03:28:51.925" v="4009" actId="1076"/>
          <ac:cxnSpMkLst>
            <pc:docMk/>
            <pc:sldMk cId="2257159162" sldId="1131"/>
            <ac:cxnSpMk id="1844" creationId="{F70364A8-294F-18BD-2487-C24040DEC44B}"/>
          </ac:cxnSpMkLst>
        </pc:cxnChg>
        <pc:cxnChg chg="add mod">
          <ac:chgData name="Gareth Thomson | Football Queensland" userId="45505d28-f665-4546-80c4-7c2d16b5a302" providerId="ADAL" clId="{6E62CCBA-FA13-44CB-B563-9C9C9308AD93}" dt="2024-11-06T03:29:35.050" v="4033" actId="1038"/>
          <ac:cxnSpMkLst>
            <pc:docMk/>
            <pc:sldMk cId="2257159162" sldId="1131"/>
            <ac:cxnSpMk id="1845" creationId="{57D983EC-7105-25D2-194C-177235394A4A}"/>
          </ac:cxnSpMkLst>
        </pc:cxnChg>
        <pc:cxnChg chg="add mod">
          <ac:chgData name="Gareth Thomson | Football Queensland" userId="45505d28-f665-4546-80c4-7c2d16b5a302" providerId="ADAL" clId="{6E62CCBA-FA13-44CB-B563-9C9C9308AD93}" dt="2024-11-06T03:29:03.681" v="4013" actId="1076"/>
          <ac:cxnSpMkLst>
            <pc:docMk/>
            <pc:sldMk cId="2257159162" sldId="1131"/>
            <ac:cxnSpMk id="1846" creationId="{274BB865-561B-00F3-6033-35954C0A0F60}"/>
          </ac:cxnSpMkLst>
        </pc:cxnChg>
      </pc:sldChg>
      <pc:sldChg chg="delSp del mod">
        <pc:chgData name="Gareth Thomson | Football Queensland" userId="45505d28-f665-4546-80c4-7c2d16b5a302" providerId="ADAL" clId="{6E62CCBA-FA13-44CB-B563-9C9C9308AD93}" dt="2024-11-05T05:03:03.260" v="89" actId="47"/>
        <pc:sldMkLst>
          <pc:docMk/>
          <pc:sldMk cId="432794014" sldId="1132"/>
        </pc:sldMkLst>
        <pc:spChg chg="del">
          <ac:chgData name="Gareth Thomson | Football Queensland" userId="45505d28-f665-4546-80c4-7c2d16b5a302" providerId="ADAL" clId="{6E62CCBA-FA13-44CB-B563-9C9C9308AD93}" dt="2024-11-05T04:50:32.507" v="83" actId="478"/>
          <ac:spMkLst>
            <pc:docMk/>
            <pc:sldMk cId="432794014" sldId="1132"/>
            <ac:spMk id="2" creationId="{6EFAE555-FFA5-7655-9554-4AEDC5955F77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5" creationId="{63CC266D-FAC2-5184-DBA4-662A5DE9E4AD}"/>
          </ac:spMkLst>
        </pc:spChg>
        <pc:spChg chg="del">
          <ac:chgData name="Gareth Thomson | Football Queensland" userId="45505d28-f665-4546-80c4-7c2d16b5a302" providerId="ADAL" clId="{6E62CCBA-FA13-44CB-B563-9C9C9308AD93}" dt="2024-11-05T04:50:32.507" v="83" actId="478"/>
          <ac:spMkLst>
            <pc:docMk/>
            <pc:sldMk cId="432794014" sldId="1132"/>
            <ac:spMk id="6" creationId="{F0CD4A03-B41D-E6F1-DACE-D148E17E38E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7" creationId="{71E26AA7-F416-FEC1-99E1-6491F5A9B4B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0" creationId="{E76957DE-911D-29B2-4327-7A52B7541538}"/>
          </ac:spMkLst>
        </pc:spChg>
        <pc:spChg chg="del">
          <ac:chgData name="Gareth Thomson | Football Queensland" userId="45505d28-f665-4546-80c4-7c2d16b5a302" providerId="ADAL" clId="{6E62CCBA-FA13-44CB-B563-9C9C9308AD93}" dt="2024-11-05T04:50:32.507" v="83" actId="478"/>
          <ac:spMkLst>
            <pc:docMk/>
            <pc:sldMk cId="432794014" sldId="1132"/>
            <ac:spMk id="11" creationId="{A3CEF967-AB7A-08B5-058D-1A68D57ED71C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" creationId="{D85AC76D-BCBD-BBD0-3C2A-3CE947664F3D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" creationId="{59D3E70E-D738-2D53-8627-C13F201E1562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" creationId="{32B6D250-A329-9885-061B-C308EC317619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5" creationId="{4DF222C4-7D10-C63D-52A6-DCE8E86F3E02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7" creationId="{B5950FC9-4E2B-63A6-EAF1-B5750921B30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0" creationId="{80C0050C-BDBC-7FDA-69CD-9B0C43EE6F3D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1" creationId="{95D35904-0039-7D00-9F20-9C21CC21CC94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2" creationId="{7F845793-0E69-F724-4491-D6D57B8D0280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3" creationId="{344C94A1-C28D-0CCB-F97A-578D92EAE7E1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6" creationId="{FF5EF88E-C486-264A-2331-D90B64800D11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7" creationId="{4FAE4CE0-034B-DED0-FC5C-73A709BB55EE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8" creationId="{A116C721-DB1D-66B2-50AB-5B73B6521967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29" creationId="{15F41557-ED8D-52FF-2815-3AE2D9A52DA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30" creationId="{17B38D8F-83DA-9744-7B84-C2A1B963F16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27" creationId="{66CDF347-E620-2EC1-8A1B-933F2F0BBCC3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28" creationId="{97517D4A-F132-D863-8586-296793879879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29" creationId="{2ABB1D50-9721-7C2C-BAE6-1AC633E79FCE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30" creationId="{9EB948E6-D17E-1D77-F7CF-AA2300BE9CEC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31" creationId="{B28F4CDA-A181-BD75-6A10-76885EC97C01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32" creationId="{DD648204-B692-DC38-AB8C-E5EFC1078C6A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55" creationId="{5D77E0D5-8A63-19AA-472C-567A940594FD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58" creationId="{B7035EFE-20EC-A6D1-3E71-031EC17E9EB5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66" creationId="{A1801228-4BFD-5216-0CDF-E68E9768B79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67" creationId="{B69B132A-F8BA-1595-8DB2-1698275D2835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73" creationId="{B2672FD8-B9F1-59F8-07A3-95729122EC3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74" creationId="{49D043B4-0561-BEB2-6BD4-AA774F052C4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80" creationId="{1CF27CC0-6F03-39C3-7EED-6341E8A8FDB2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81" creationId="{16CAB76B-ED78-E70A-C3F5-0DFD8F15FCB2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86" creationId="{C94020CB-CCE2-B4C3-9972-D2BA29CA84DE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87" creationId="{56C068AD-FF95-1175-A396-ADFC7D7E9A03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95" creationId="{AD691AEB-CF68-069E-7A73-40EFBB5DCFB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196" creationId="{7707FC2B-BAAD-729F-E911-49B91CA24265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02" creationId="{7317B7E4-D2AD-DACA-59E4-F214B990E853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03" creationId="{B16FA88A-33E0-C12C-0BFC-C42F671FEF0B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09" creationId="{405976AC-A8FE-10E6-ED03-A6DD6A256429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10" creationId="{755A991E-C483-3553-5DBE-EF7660B1DDD9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88" creationId="{C5D135F7-3DD1-3114-A10E-96EF4CD51FE2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89" creationId="{C9B36FCC-8179-B7D3-DF35-4B4068F258E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95" creationId="{966D984D-CF50-CA00-E13F-52DAFA4D5ED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296" creationId="{5788A771-1341-C650-BBF7-F66F5EA5BD5C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02" creationId="{AC3CC985-08C5-7BE2-69FF-54F93549D8C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03" creationId="{CC1B332E-8239-63AB-C21F-7830476502CE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09" creationId="{0946CB2F-9C26-9DDF-87FE-4953FD883009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10" creationId="{6C235AC7-6E76-5AC2-415E-4404A579A1D7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17" creationId="{C9AB40D6-1DD7-1F2A-E6EB-94D5AD09ECDD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18" creationId="{B71B9A3C-663D-24DA-7050-0C7B3CCF16C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24" creationId="{60E4F734-6122-5D01-D243-1679E195645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25" creationId="{9CADF522-2138-0D12-8D1D-86D3E796255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1" creationId="{4666D483-BCEE-C160-AD31-52450D27C314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2" creationId="{4ED8647F-AB41-505D-BD28-8797E2C9B54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4" creationId="{FD162A95-A803-CD48-0CC2-F2FDF1345AA1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5" creationId="{4364572D-319C-5B89-A917-B973DF68061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6" creationId="{9B0218A2-6BF2-4674-F6A7-BD35701D74D7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7" creationId="{6BFB26F2-125B-EC51-7FA8-E6ACD5595263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8" creationId="{F1F037DE-E0F9-1847-C2ED-71A1BA81D9BD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49" creationId="{82C5EE36-36EB-261E-4FCA-CF1610237D0A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51" creationId="{DE115838-4374-7199-B8C1-2935652EA83F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52" creationId="{99C17592-377C-524D-FEDD-D1B1CE162A65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58" creationId="{7907D4A4-AB01-068B-9EA8-3853E7325F4A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359" creationId="{75BC5B86-F582-6524-46F2-6FBB459C483B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1" creationId="{702AA97B-71F0-40FF-9FD5-BC7A89E64BB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2" creationId="{78677CF1-053C-863F-9C72-F32D5DC2A14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3" creationId="{515138FA-11B4-AB74-284E-BEB38AB79A68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4" creationId="{8993C92B-80EE-0FED-1DB1-5FFCE9045151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5" creationId="{8AA94CB5-2C45-06C1-0383-94C1128A7FEA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6" creationId="{0338319F-D391-02C3-DAC5-5FF7FFD9C2D6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7" creationId="{31B4CA7C-9500-1C99-5427-F399F975DBE4}"/>
          </ac:spMkLst>
        </pc:spChg>
        <pc:spChg chg="del">
          <ac:chgData name="Gareth Thomson | Football Queensland" userId="45505d28-f665-4546-80c4-7c2d16b5a302" providerId="ADAL" clId="{6E62CCBA-FA13-44CB-B563-9C9C9308AD93}" dt="2024-11-05T04:50:28.342" v="82" actId="478"/>
          <ac:spMkLst>
            <pc:docMk/>
            <pc:sldMk cId="432794014" sldId="1132"/>
            <ac:spMk id="1438" creationId="{8085949F-49BE-024A-3A99-324D4AE64E99}"/>
          </ac:spMkLst>
        </pc:s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60" creationId="{44CB362D-E018-3455-80CC-99AB298984B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68" creationId="{45A17B6C-4BF2-BF94-D86D-74394FE1D04D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75" creationId="{1EB029E2-D848-341C-12D5-29D12A10BA5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82" creationId="{4C7417A5-7393-A013-2BC4-1ADEF1717235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88" creationId="{F5D50CB0-4946-1E96-4526-F7BC0089AB23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197" creationId="{E87D6D7A-075F-72EB-EED1-A5AB9E4F10B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04" creationId="{B1BCB7C0-2476-DBF3-5001-9EBB7F7D7F1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21" creationId="{09B176FD-9D65-CF89-8C51-175C8D1E022F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27" creationId="{E4958ED6-4165-4976-5761-D40E866E3A2E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32" creationId="{A4D57EDC-F229-DC98-F3B9-30D012720C2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37" creationId="{B32FE648-AFA1-1572-9CEF-81CEEF089467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42" creationId="{41A5881D-BFB9-32B8-573F-CA66563ED57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47" creationId="{35324F61-84E4-F952-3F46-EA7ECA5440F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81" creationId="{A089D45F-6D1F-C611-1B23-ADFA64AD0E89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90" creationId="{1AC8B167-374C-CC5C-D900-2883EFA92D09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297" creationId="{EF897012-AECD-9090-85E3-283F99F92569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04" creationId="{3BD675EB-0CFE-D1FC-D0C9-8F992BF4C35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11" creationId="{139DA780-F3D1-5674-1DDD-A4B4AC1001B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19" creationId="{74582573-B801-C294-26B2-63A75C4CDD0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26" creationId="{E53849BE-9F80-8FE3-3C18-0A81FE6B777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31" creationId="{E44ED489-D557-275A-5C7D-832F95E02087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36" creationId="{CA35E3D8-25F4-2ED9-45C4-40697B446ADF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43" creationId="{B0A44BEA-0CF1-8C46-3126-A9331AD5010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53" creationId="{4ED86A26-BCEC-00B4-80CD-955654ABE8F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360" creationId="{583EDD57-BBC9-EDA6-0380-A2E403C66400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439" creationId="{D3B4C404-D324-2287-3E52-2CB5F81A2EFE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28.342" v="82" actId="478"/>
          <ac:grpSpMkLst>
            <pc:docMk/>
            <pc:sldMk cId="432794014" sldId="1132"/>
            <ac:grpSpMk id="1444" creationId="{71E919E3-1447-D7C7-7C32-3FA4CC057B46}"/>
          </ac:grpSpMkLst>
        </pc:grpChg>
        <pc:picChg chg="del">
          <ac:chgData name="Gareth Thomson | Football Queensland" userId="45505d28-f665-4546-80c4-7c2d16b5a302" providerId="ADAL" clId="{6E62CCBA-FA13-44CB-B563-9C9C9308AD93}" dt="2024-11-05T04:50:28.342" v="82" actId="478"/>
          <ac:picMkLst>
            <pc:docMk/>
            <pc:sldMk cId="432794014" sldId="1132"/>
            <ac:picMk id="1214" creationId="{9C5D86D7-99A6-8324-E762-BAD508728C4A}"/>
          </ac:picMkLst>
        </pc:picChg>
        <pc:picChg chg="del">
          <ac:chgData name="Gareth Thomson | Football Queensland" userId="45505d28-f665-4546-80c4-7c2d16b5a302" providerId="ADAL" clId="{6E62CCBA-FA13-44CB-B563-9C9C9308AD93}" dt="2024-11-05T04:50:28.342" v="82" actId="478"/>
          <ac:picMkLst>
            <pc:docMk/>
            <pc:sldMk cId="432794014" sldId="1132"/>
            <ac:picMk id="1215" creationId="{2538A666-F3AB-A43E-B104-8489CF085AA1}"/>
          </ac:picMkLst>
        </pc:picChg>
      </pc:sldChg>
      <pc:sldChg chg="addSp delSp modSp del mod modShow">
        <pc:chgData name="Gareth Thomson | Football Queensland" userId="45505d28-f665-4546-80c4-7c2d16b5a302" providerId="ADAL" clId="{6E62CCBA-FA13-44CB-B563-9C9C9308AD93}" dt="2024-11-12T04:00:52.217" v="10986" actId="47"/>
        <pc:sldMkLst>
          <pc:docMk/>
          <pc:sldMk cId="4246693659" sldId="1133"/>
        </pc:sldMkLst>
        <pc:spChg chg="mod">
          <ac:chgData name="Gareth Thomson | Football Queensland" userId="45505d28-f665-4546-80c4-7c2d16b5a302" providerId="ADAL" clId="{6E62CCBA-FA13-44CB-B563-9C9C9308AD93}" dt="2024-11-06T06:10:26.462" v="6737" actId="20577"/>
          <ac:spMkLst>
            <pc:docMk/>
            <pc:sldMk cId="4246693659" sldId="1133"/>
            <ac:spMk id="3" creationId="{4D5675E9-2323-1CEA-B9C1-4D339C654845}"/>
          </ac:spMkLst>
        </pc:spChg>
        <pc:spChg chg="mod">
          <ac:chgData name="Gareth Thomson | Football Queensland" userId="45505d28-f665-4546-80c4-7c2d16b5a302" providerId="ADAL" clId="{6E62CCBA-FA13-44CB-B563-9C9C9308AD93}" dt="2024-11-06T12:30:30.657" v="7269" actId="1035"/>
          <ac:spMkLst>
            <pc:docMk/>
            <pc:sldMk cId="4246693659" sldId="1133"/>
            <ac:spMk id="4" creationId="{9DD31E60-4E6F-EAAD-405D-37248501435B}"/>
          </ac:spMkLst>
        </pc:spChg>
        <pc:spChg chg="add mod">
          <ac:chgData name="Gareth Thomson | Football Queensland" userId="45505d28-f665-4546-80c4-7c2d16b5a302" providerId="ADAL" clId="{6E62CCBA-FA13-44CB-B563-9C9C9308AD93}" dt="2024-11-06T12:52:31.717" v="7574" actId="20577"/>
          <ac:spMkLst>
            <pc:docMk/>
            <pc:sldMk cId="4246693659" sldId="1133"/>
            <ac:spMk id="7" creationId="{EF67911C-DF57-F8AA-E91A-93BB83A46D7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3" creationId="{803C707A-2A75-FEBC-59EB-0657B23DAAC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" creationId="{308E03A6-1A48-13A8-3783-1642608857F1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5" creationId="{2A89FA5C-AE4A-C3FA-EAD6-E97D8B99356C}"/>
          </ac:spMkLst>
        </pc:spChg>
        <pc:spChg chg="add mod">
          <ac:chgData name="Gareth Thomson | Football Queensland" userId="45505d28-f665-4546-80c4-7c2d16b5a302" providerId="ADAL" clId="{6E62CCBA-FA13-44CB-B563-9C9C9308AD93}" dt="2024-11-06T12:50:26.285" v="7460" actId="20577"/>
          <ac:spMkLst>
            <pc:docMk/>
            <pc:sldMk cId="4246693659" sldId="1133"/>
            <ac:spMk id="17" creationId="{D223B5FB-0358-D11A-5CF8-1DF36984B710}"/>
          </ac:spMkLst>
        </pc:spChg>
        <pc:spChg chg="add mod">
          <ac:chgData name="Gareth Thomson | Football Queensland" userId="45505d28-f665-4546-80c4-7c2d16b5a302" providerId="ADAL" clId="{6E62CCBA-FA13-44CB-B563-9C9C9308AD93}" dt="2024-11-06T12:51:59.439" v="7544" actId="20577"/>
          <ac:spMkLst>
            <pc:docMk/>
            <pc:sldMk cId="4246693659" sldId="1133"/>
            <ac:spMk id="20" creationId="{F893DE19-7845-4317-C6CC-89469258C780}"/>
          </ac:spMkLst>
        </pc:spChg>
        <pc:spChg chg="add del mod">
          <ac:chgData name="Gareth Thomson | Football Queensland" userId="45505d28-f665-4546-80c4-7c2d16b5a302" providerId="ADAL" clId="{6E62CCBA-FA13-44CB-B563-9C9C9308AD93}" dt="2024-11-06T06:03:24.556" v="6453" actId="478"/>
          <ac:spMkLst>
            <pc:docMk/>
            <pc:sldMk cId="4246693659" sldId="1133"/>
            <ac:spMk id="21" creationId="{39AB6AE9-E547-4EB1-8ABB-6FE8BA63F305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7" creationId="{2A9594FB-AD28-D976-F9EC-16F5F7680A4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8" creationId="{B8AF08A4-7225-3A15-1E7C-B9ED25C04F8A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34" creationId="{8648FFF9-4BF7-4751-E417-FEB8097BD3A5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35" creationId="{B59C8D38-B5C1-8837-BB40-8D863E3F2096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41" creationId="{38F5C80C-B48A-4F4F-C982-71E4A5268FEA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42" creationId="{3C85390F-BC62-D18C-8A54-5CA89A7C5C9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48" creationId="{225CF52A-4BEA-5C2F-3393-4FFDA2BE976F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49" creationId="{984E9880-3D16-2640-C4FB-E39B4E73BE0E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55" creationId="{A6BED6F8-4246-8F7F-5383-7021B78CBB64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56" creationId="{20DD7B0C-6D0C-481A-A65D-ECD1C1C2954B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62" creationId="{245DD7A9-B669-5543-53AA-28EF4A1C76C8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63" creationId="{A032FF4B-224E-BE20-05A7-340EDDF28A3F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69" creationId="{FAD87A5A-CDBC-8315-ABFD-BF8702EF4BCA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70" creationId="{2764713D-4C19-9E5D-29E0-2CEB56C4695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76" creationId="{B9ED0A5D-FBE5-5524-A260-A398F3CA843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80" creationId="{B8096980-E24E-1B13-9B48-8B9ADF6D1FB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81" creationId="{D4682504-32D6-3842-40AC-86D3E9B75A1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82" creationId="{1A91E60F-CAFD-EAA6-A02B-0B29E7FEB2F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84" creationId="{32858221-EC24-9A24-16C5-B724401AE80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86" creationId="{586CC490-7FB3-2594-D5DB-501E8715A275}"/>
          </ac:spMkLst>
        </pc:spChg>
        <pc:spChg chg="del">
          <ac:chgData name="Gareth Thomson | Football Queensland" userId="45505d28-f665-4546-80c4-7c2d16b5a302" providerId="ADAL" clId="{6E62CCBA-FA13-44CB-B563-9C9C9308AD93}" dt="2024-11-05T05:07:06.791" v="239" actId="478"/>
          <ac:spMkLst>
            <pc:docMk/>
            <pc:sldMk cId="4246693659" sldId="1133"/>
            <ac:spMk id="87" creationId="{60805906-F6D5-96C4-2A1A-3FEF32951913}"/>
          </ac:spMkLst>
        </pc:spChg>
        <pc:spChg chg="del">
          <ac:chgData name="Gareth Thomson | Football Queensland" userId="45505d28-f665-4546-80c4-7c2d16b5a302" providerId="ADAL" clId="{6E62CCBA-FA13-44CB-B563-9C9C9308AD93}" dt="2024-11-05T05:07:06.791" v="239" actId="478"/>
          <ac:spMkLst>
            <pc:docMk/>
            <pc:sldMk cId="4246693659" sldId="1133"/>
            <ac:spMk id="88" creationId="{8FFF768D-ACB2-9E3E-2B24-89490D76940F}"/>
          </ac:spMkLst>
        </pc:spChg>
        <pc:spChg chg="del">
          <ac:chgData name="Gareth Thomson | Football Queensland" userId="45505d28-f665-4546-80c4-7c2d16b5a302" providerId="ADAL" clId="{6E62CCBA-FA13-44CB-B563-9C9C9308AD93}" dt="2024-11-05T05:07:06.791" v="239" actId="478"/>
          <ac:spMkLst>
            <pc:docMk/>
            <pc:sldMk cId="4246693659" sldId="1133"/>
            <ac:spMk id="89" creationId="{83320D18-0779-2611-C83A-06EA351C0C6A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90" creationId="{CF61BC79-8D78-8DFB-4A9D-A9598316DD74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91" creationId="{8CEACD2F-DD64-F2E6-C977-02D5F427BDD9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33" creationId="{6FD3F1A9-1A8D-04DF-9200-FBC9A04AD7A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34" creationId="{BF2D3048-D464-5553-1DEA-757204AFFD7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35" creationId="{7843EBAA-465C-EF07-AB8B-F4BF9DAD384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37" creationId="{48FDB701-83EA-C2C7-E052-10AA655C64C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38" creationId="{CF65BC6B-6085-3ED1-BB54-CB8748BD413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39" creationId="{A60D2363-CA53-683F-AD30-F673BF489EB4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0" creationId="{CC9DC03F-5B32-19A6-95C9-EF2C3D39463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1" creationId="{79E7BCF3-BCA4-69D8-1561-FE8F3FF858D5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2" creationId="{7CFEC420-5DE7-EDF9-2CEC-BFDAF33B1592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3" creationId="{39C7AC9B-BE36-817A-7CEB-D277C7FE08A4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4" creationId="{F5DC1178-E04E-00DD-BDFC-25F7F9F42C68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45" creationId="{8F2ADF53-7ADF-5FE6-858D-9F77752DEF0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46" creationId="{3C4B3A17-285C-0E44-886C-6773E802D38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53" creationId="{72B0E514-FA5C-E968-E420-0A697079286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58" creationId="{F5E7A8EE-7B61-9984-61C5-3E60B2B6BF9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159" creationId="{0020B5BC-A0B9-E6BB-9981-3256C3293CA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84" creationId="{D7716CDF-7AE6-2FE6-4B85-402BE360E02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85" creationId="{744A23E2-09D7-B1C6-43CA-D1F5251ECEA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87" creationId="{1EE456FF-EC47-0DE2-FA0D-A28CBE6DC01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88" creationId="{AAB908CB-6979-30E1-FFBD-ACE2D6B6768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94" creationId="{A5422D58-A842-D693-6258-4BA4CABFFB6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95" creationId="{CC3A6314-FA7E-EF0E-8D95-426803528294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196" creationId="{F696D6F8-21D8-3B0B-60F2-B863368B45EE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4" creationId="{E37F9373-1B10-720A-341A-E00560649C6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5" creationId="{C374C3A7-5351-2086-B317-F974AAE56D99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6" creationId="{B72D20EC-3165-9DAE-AAD8-7A1530F18EAE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7" creationId="{19E80E0F-C1D3-76FB-6195-8A3EF0F82C9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8" creationId="{2AB4B0D1-6781-9A6B-33D0-176B3D574ADD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19" creationId="{A3FE19D1-0B3A-A19A-1C55-1C50F19581C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21" creationId="{F9052808-DCE2-2077-E95B-5C93AEEB469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22" creationId="{7FD58B0C-AF0E-D53A-E18E-1563E1E22C51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23" creationId="{DEB0013F-2B21-9C87-0BEA-0F3911FDBE3F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24" creationId="{A73FD805-669D-CB80-98AE-566309D438E3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25" creationId="{38D96FBE-BD5C-6803-59AF-A14EF2969258}"/>
          </ac:spMkLst>
        </pc:spChg>
        <pc:spChg chg="add mod">
          <ac:chgData name="Gareth Thomson | Football Queensland" userId="45505d28-f665-4546-80c4-7c2d16b5a302" providerId="ADAL" clId="{6E62CCBA-FA13-44CB-B563-9C9C9308AD93}" dt="2024-11-05T22:09:16.803" v="815" actId="34135"/>
          <ac:spMkLst>
            <pc:docMk/>
            <pc:sldMk cId="4246693659" sldId="1133"/>
            <ac:spMk id="231" creationId="{0084AA4D-65DA-5455-5432-1E0CE31CC4D2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2" creationId="{C366E883-2679-A205-D889-FE9C6410C01B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3" creationId="{3333CD41-AA95-2F02-8660-1FAC2ECE5EA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4" creationId="{FEC9A44F-C5BB-CD05-7C26-63972848AE1B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5" creationId="{B1FAE558-5F5D-C3A9-9162-5D5D9645913C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6" creationId="{0F8F380E-30C1-6BA6-68A7-C20833B5A577}"/>
          </ac:spMkLst>
        </pc:spChg>
        <pc:spChg chg="del">
          <ac:chgData name="Gareth Thomson | Football Queensland" userId="45505d28-f665-4546-80c4-7c2d16b5a302" providerId="ADAL" clId="{6E62CCBA-FA13-44CB-B563-9C9C9308AD93}" dt="2024-11-05T04:50:59.412" v="88" actId="478"/>
          <ac:spMkLst>
            <pc:docMk/>
            <pc:sldMk cId="4246693659" sldId="1133"/>
            <ac:spMk id="237" creationId="{40A316D8-F64D-4DFB-3B8D-EE448592FDDF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38" creationId="{E1854C68-985A-D003-2019-81C72AFE7A31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39" creationId="{3CD74CE1-2C81-A7F0-D039-60BBED14EFC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3" creationId="{A645E814-DF80-C9B4-BF51-49450CBD082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4" creationId="{E7D0273A-E2A1-45CF-A485-7A625812139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5" creationId="{04F4C444-34AA-57EA-35E7-1F9562BBA184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6" creationId="{686317C7-6148-B651-40ED-4E074528153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8" creationId="{60D91BA7-F8E7-6337-78E7-1469FCF0893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49" creationId="{AFB1A8CE-9D12-95B1-0B2C-2C28BE0B79D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0" creationId="{B12BF030-38D3-71F9-836B-5230F22D860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1" creationId="{DF5C4DB8-1E88-22F1-4A25-09174F83635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3" creationId="{1F6394A2-B91A-E2BB-A848-FED580D6E10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4" creationId="{E8E64E33-64AF-5F5F-FC18-BCB3E0F76B1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5" creationId="{DC5F994A-0671-45CE-1E9E-D56F5A7D605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6" creationId="{751C370A-B833-8530-AE28-06B1B95C6D6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7" creationId="{F75B7822-3D13-4A4D-851E-1AC1DDF9E22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58" creationId="{DA40ED8F-52A6-79BD-61FE-8BC02052DA8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59" creationId="{71F8A007-424D-9DFD-CA0B-CB762795760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60" creationId="{C38F0AFB-16B4-6DA3-36B3-FCD629FB85D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2" creationId="{AEF2B39D-2AA7-536C-3C50-5441645D0D5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3" creationId="{1AA9A15C-B670-8F1E-6D72-A9B24F4890A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4" creationId="{7D449D58-C42C-321D-1FBC-33FCE508A24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5" creationId="{D9C2A4AF-8767-F1DF-2FDA-7EBC3CB7F19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7" creationId="{25DAC7A7-1E62-8067-9409-300D29D3D25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8" creationId="{EBEBF96A-94A5-B8E5-68FB-CF732E6768F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69" creationId="{6F36612D-8511-7133-5603-CD2AB9ADA24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0" creationId="{97038F32-52BD-71D8-4169-6B01DF807C4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2" creationId="{53A7E8AF-959B-C2C4-155F-01BA55F581A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3" creationId="{212E02BD-7A6D-0BF9-7B9F-71656062DA4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4" creationId="{363082ED-D9D1-C3C2-81A9-8966C86B4C1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5" creationId="{8BCD76F1-0F5B-A0D7-7438-60BEB311F5E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8" creationId="{1900AA91-0DEC-8792-2717-B97CA3487EB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79" creationId="{00B01CA3-EB50-1A9F-181D-04EB81457E66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80" creationId="{34EC7360-D255-2348-1A65-589B81617016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81" creationId="{354513EF-179A-537E-9602-0C3942344786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87" creationId="{86D40F86-6034-7BD4-31A3-FFEED7C254C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88" creationId="{D19BA580-C188-51E1-E931-7006BD70871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89" creationId="{3DA87545-F7D2-A9B3-C9E4-49A96B70C7D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290" creationId="{9F2846C9-0E3D-8D58-DFDF-0D01518457A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2" creationId="{C67611EF-0533-17B3-787C-0DE39B7DAA1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3" creationId="{B403F5AE-9277-DD1C-7270-E1024DB661F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4" creationId="{84B3052C-7DCB-FB61-2CC3-BF3F68006635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5" creationId="{460F3A7E-60B5-CEF3-6A6B-20DF51F359A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6" creationId="{C8389690-B1F5-0B2B-BEB4-EACD36F2C5E4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7" creationId="{8BBACF89-45E5-18AE-DDE7-E155A0C4A9ED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298" creationId="{8B868F86-D2A5-DB31-26D7-59D4EB82497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0" creationId="{547E5E83-EC84-5727-4A0C-6665B332925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1" creationId="{49DC0F05-3B83-E5F2-F356-C0C83DBA996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2" creationId="{26AED54E-8F4C-3AAC-E125-8FA1613A5F5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3" creationId="{AC51190D-950E-5A57-2CB6-C482862192F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5" creationId="{A93DEB67-2A29-A40F-C4F6-D2781839951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6" creationId="{5F3E7355-3CC0-200A-6871-0BB072AA2FC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7" creationId="{940381C2-B015-B388-D925-0565731EA49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08" creationId="{28E48DC0-10D3-7099-C2E5-FC40A3378A0B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09" creationId="{638F7912-4297-7E17-2A79-811906802A37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10" creationId="{312CA62F-23D6-6537-3C69-AA70C41DC6DB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11" creationId="{303ED597-61F9-BA4D-9747-55847A90FA47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12" creationId="{5E97D9A6-953F-18CC-C28A-57643E527A6E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13" creationId="{F1851733-AE84-B397-1515-D36559B61DE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15" creationId="{75982060-48BC-E5B9-B76D-908D04DD5C9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16" creationId="{D0E7CFD2-D1E0-4124-0344-C656BC39EFE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17" creationId="{0392B994-51A5-462C-003B-B1D248BEDEF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18" creationId="{ADC691D2-9861-6FF8-A1CD-05F0229B1E6A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19" creationId="{6BCC6366-F0A8-826E-D6F9-37762C95968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21" creationId="{4E403F9B-C9EE-D0D5-3E64-FEBB9675770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22" creationId="{26FBFE18-CD7B-D249-C9AF-11C1D31C8BA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23" creationId="{F089031E-7412-72DF-3D09-65454A8F350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24" creationId="{79171A0D-64A2-BD31-5BDB-897C10DA731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25" creationId="{C5A5830B-5FFA-A836-E4B9-1EA21B66A155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0" creationId="{990A2B95-EEC3-2903-4FCF-B1AA0D32D090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2" creationId="{66CB6E89-B299-7A87-72D9-A4A3A5ECC3F9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3" creationId="{10B7A470-0C7B-A457-E5F5-A60453186CA6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4" creationId="{D02160B8-70D1-C311-5FD2-3940C1F99FE6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5" creationId="{7EFBD8BA-8BB3-D776-D6BA-4D960EC03458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08:35.824" v="802" actId="478"/>
          <ac:spMkLst>
            <pc:docMk/>
            <pc:sldMk cId="4246693659" sldId="1133"/>
            <ac:spMk id="336" creationId="{AF444ABC-A751-8D1D-9DB0-976E1B2AEE2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38" creationId="{EF1D43FD-03D2-B5EA-57D0-F1334654397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39" creationId="{07BFB60F-29B9-A32B-3CE2-EF0B4DE2E27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0" creationId="{AF351487-B486-FD22-39CC-722568BEABF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1" creationId="{1C25D29F-E30A-82F6-DA37-9F11D90698D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3" creationId="{D8DB2A43-461E-F4F2-09E2-35C94F4468A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4" creationId="{7A3414C1-86EA-D658-E93B-11E77980A1A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5" creationId="{F4ABB499-CBB9-F5D2-029C-368AE09FC04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6" creationId="{F96C3DCD-E702-FE8A-8801-698AFD585EC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8" creationId="{3B52D476-711A-6B4D-BE7D-25BBED16AD5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49" creationId="{06D64616-B65C-3E5F-7C43-9576A0013B0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0" creationId="{520FCF51-D909-666D-E5E5-90038681A95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1" creationId="{6B3E21EC-66A2-014E-616B-A04886B20777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2" creationId="{670CA43D-ABA7-9750-4603-2DA02CB1D86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3" creationId="{ABFD1BCE-2C92-ADBC-320F-D11AF7902C15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4" creationId="{2BB2C498-BA46-3BDF-7ADD-347D1BAD1500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5" creationId="{7B2135C1-3A5E-460C-E7CA-3CA19700EDF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6" creationId="{1B72CDC4-C494-AA14-B851-5FC0571DFB03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7" creationId="{51B6BB6C-7DB7-65D7-527B-348DCFE8B65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59" creationId="{3C899EEC-DA83-8EB1-4AEB-1F12ABCD98D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0" creationId="{F34C49DC-293A-2DA0-FD4A-CE2BB7B0D15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1" creationId="{C401A7B6-B05F-E1C2-9776-72D46B333CD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2" creationId="{95AFE2ED-9D1A-7B6A-DBBF-30A571F2FED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4" creationId="{82FB10A1-D610-1FE3-82FB-160B2ECC0ED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5" creationId="{BC5DEBDD-07DA-44DB-2795-FB0327EE9F6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6" creationId="{BCCD3C64-9937-E931-F5D9-A39DD362BAD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67" creationId="{FF7433CE-565C-1F0E-59D8-8BB1F6991C0A}"/>
          </ac:spMkLst>
        </pc:spChg>
        <pc:spChg chg="add mod">
          <ac:chgData name="Gareth Thomson | Football Queensland" userId="45505d28-f665-4546-80c4-7c2d16b5a302" providerId="ADAL" clId="{6E62CCBA-FA13-44CB-B563-9C9C9308AD93}" dt="2024-11-09T21:47:39.619" v="10508" actId="20577"/>
          <ac:spMkLst>
            <pc:docMk/>
            <pc:sldMk cId="4246693659" sldId="1133"/>
            <ac:spMk id="368" creationId="{ED102087-BEE1-5823-F125-211869D4CFA7}"/>
          </ac:spMkLst>
        </pc:spChg>
        <pc:spChg chg="add mod">
          <ac:chgData name="Gareth Thomson | Football Queensland" userId="45505d28-f665-4546-80c4-7c2d16b5a302" providerId="ADAL" clId="{6E62CCBA-FA13-44CB-B563-9C9C9308AD93}" dt="2024-11-05T22:11:21.138" v="852" actId="1036"/>
          <ac:spMkLst>
            <pc:docMk/>
            <pc:sldMk cId="4246693659" sldId="1133"/>
            <ac:spMk id="369" creationId="{16BFDB87-09CA-7BF4-F69D-6A1E62245DBF}"/>
          </ac:spMkLst>
        </pc:spChg>
        <pc:spChg chg="add mod">
          <ac:chgData name="Gareth Thomson | Football Queensland" userId="45505d28-f665-4546-80c4-7c2d16b5a302" providerId="ADAL" clId="{6E62CCBA-FA13-44CB-B563-9C9C9308AD93}" dt="2024-11-06T13:07:01.792" v="7846" actId="1036"/>
          <ac:spMkLst>
            <pc:docMk/>
            <pc:sldMk cId="4246693659" sldId="1133"/>
            <ac:spMk id="370" creationId="{D82D3D27-EB3D-0122-1347-45F734F3F02C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1" creationId="{172DCF06-618E-A5CB-284A-2A254311D1CF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2" creationId="{FE88A011-9D32-5D85-3678-73A2A64CA02F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6" creationId="{974BA019-BD8A-8C61-19F6-4CD80DCB500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7" creationId="{365AC3E1-3253-972B-5717-52F3D599CF5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8" creationId="{25CC4545-B149-70BF-BA25-44C2BE89942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79" creationId="{65474462-DAD8-F307-568A-13CA3C01D4E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1" creationId="{EA999C28-4700-7DEA-9D12-E267DF30040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2" creationId="{82CB69A8-EFD0-FBF4-60DC-D66E53FBF12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3" creationId="{16F294D8-A430-E493-14ED-D6105BF452EA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4" creationId="{A6F8D9FE-1FF0-231D-242A-2FC8CAFECE0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6" creationId="{E42A1F61-541C-1D95-681E-F8254997506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7" creationId="{1983C9D7-DC47-5B28-686A-DB6B6CCFD9B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8" creationId="{1CC2A899-98C4-8A5D-45EF-44CAAF96F19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89" creationId="{E421749E-E3A7-530C-1228-2A10DC58FBA4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1" creationId="{C05E87DF-B121-8CA0-D1A1-298BC3678A1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2" creationId="{CC3C5CB5-EE48-C584-89DC-17ECFEB9501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3" creationId="{C836C6DE-AF31-8B26-9F55-8BC956F159D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4" creationId="{2C649A5E-9127-4187-20FA-CC4C6AAD63C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6" creationId="{C59131F6-DA7A-B207-3538-F6BA6F9FCCA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7" creationId="{AB5BC33F-6EC3-0F18-CBF8-9081ECCF2FD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8" creationId="{DE487F7F-5C4D-EC3D-A4BC-51D33BCC820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399" creationId="{0218FD91-6C72-BD1F-FBF8-CD093190F2B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1" creationId="{08B3D3D4-6993-1CF9-DC4C-708575E0816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2" creationId="{9B1A0F39-0014-AA8C-A2BC-3B1760403BA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3" creationId="{4D97695F-3498-AD90-1126-BE227DECE20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4" creationId="{55F0FAAF-449D-DD16-CD77-054B72307F3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6" creationId="{3F75A5A0-3F1B-F5C3-3BF3-47C4C1E69E2D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7" creationId="{6875DD14-805D-0496-C5E9-E82E96F2ED3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8" creationId="{499FB511-FC47-1460-2C50-DD5EB766DEE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09" creationId="{E0798F51-BB01-E8E0-9DC8-79125F0D2DB1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1" creationId="{750C3315-9A7E-15B9-DEE6-1B04AB009E1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2" creationId="{B3B56513-2DFE-7970-0DA4-DC081835B749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3" creationId="{E613F786-B9E6-59AD-A9DF-E9B660AAA46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4" creationId="{28694825-C872-F351-F59C-803023D6FBE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6" creationId="{FFBD9560-58B1-5584-34EE-67C6433E08E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7" creationId="{7FE5F057-1329-E736-EABA-783542D5A56E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8" creationId="{B7776F24-44C6-90ED-809D-FDBC49B766A8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19" creationId="{F5D44C35-3E06-3321-9C0D-3EA807EA996C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0" creationId="{1E23A061-8E2C-C5E7-6902-4A763613D59C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1" creationId="{3BD41D3B-DAB3-8A24-68E3-BE73E93260D7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2" creationId="{BB92578A-7780-57C6-81F4-D82FA0E03D39}"/>
          </ac:spMkLst>
        </pc:spChg>
        <pc:spChg chg="add mod">
          <ac:chgData name="Gareth Thomson | Football Queensland" userId="45505d28-f665-4546-80c4-7c2d16b5a302" providerId="ADAL" clId="{6E62CCBA-FA13-44CB-B563-9C9C9308AD93}" dt="2024-11-05T22:27:07.311" v="975" actId="1035"/>
          <ac:spMkLst>
            <pc:docMk/>
            <pc:sldMk cId="4246693659" sldId="1133"/>
            <ac:spMk id="423" creationId="{12BB7BC5-21F8-D3CB-4A50-2D3E53488C25}"/>
          </ac:spMkLst>
        </pc:spChg>
        <pc:spChg chg="add mod ord">
          <ac:chgData name="Gareth Thomson | Football Queensland" userId="45505d28-f665-4546-80c4-7c2d16b5a302" providerId="ADAL" clId="{6E62CCBA-FA13-44CB-B563-9C9C9308AD93}" dt="2024-11-05T22:27:53.960" v="989" actId="1038"/>
          <ac:spMkLst>
            <pc:docMk/>
            <pc:sldMk cId="4246693659" sldId="1133"/>
            <ac:spMk id="424" creationId="{79F67491-5E41-5A1E-303F-665CD0DC151E}"/>
          </ac:spMkLst>
        </pc:spChg>
        <pc:spChg chg="add mod">
          <ac:chgData name="Gareth Thomson | Football Queensland" userId="45505d28-f665-4546-80c4-7c2d16b5a302" providerId="ADAL" clId="{6E62CCBA-FA13-44CB-B563-9C9C9308AD93}" dt="2024-11-05T22:27:07.311" v="975" actId="1035"/>
          <ac:spMkLst>
            <pc:docMk/>
            <pc:sldMk cId="4246693659" sldId="1133"/>
            <ac:spMk id="425" creationId="{1116DEA5-B0CE-873E-6ACD-7BE5D1C62172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7" creationId="{EB486262-844D-5175-F705-8B703C38A375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8" creationId="{E59181B9-AFD8-1C0B-7232-BBB12096CF04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29" creationId="{124168F0-6195-3CE1-AD9F-1D67D5AE8F10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0" creationId="{F660DED2-0BE3-CCA4-A54A-18D4C3011EAB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2" creationId="{5DCDEC15-92E6-BFEA-4E2A-372467336473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3" creationId="{0B4AC50A-235E-02DA-71BD-079A3E026E47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4" creationId="{D7D2AC05-9B9A-2BD6-0A8F-E1FDBB217CDC}"/>
          </ac:spMkLst>
        </pc:spChg>
        <pc:spChg chg="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5" creationId="{784113BC-5997-E7E3-3F5B-55B64EB0BF9D}"/>
          </ac:spMkLst>
        </pc:spChg>
        <pc:spChg chg="add mod">
          <ac:chgData name="Gareth Thomson | Football Queensland" userId="45505d28-f665-4546-80c4-7c2d16b5a302" providerId="ADAL" clId="{6E62CCBA-FA13-44CB-B563-9C9C9308AD93}" dt="2024-11-09T21:47:46.299" v="10510" actId="20577"/>
          <ac:spMkLst>
            <pc:docMk/>
            <pc:sldMk cId="4246693659" sldId="1133"/>
            <ac:spMk id="436" creationId="{6C59D6EC-35BB-42B4-2758-531960C7F072}"/>
          </ac:spMkLst>
        </pc:spChg>
        <pc:spChg chg="add mod">
          <ac:chgData name="Gareth Thomson | Football Queensland" userId="45505d28-f665-4546-80c4-7c2d16b5a302" providerId="ADAL" clId="{6E62CCBA-FA13-44CB-B563-9C9C9308AD93}" dt="2024-11-05T05:10:42.419" v="248"/>
          <ac:spMkLst>
            <pc:docMk/>
            <pc:sldMk cId="4246693659" sldId="1133"/>
            <ac:spMk id="437" creationId="{6192037C-6609-D6D0-0A31-E1C49DE76505}"/>
          </ac:spMkLst>
        </pc:spChg>
        <pc:spChg chg="mod">
          <ac:chgData name="Gareth Thomson | Football Queensland" userId="45505d28-f665-4546-80c4-7c2d16b5a302" providerId="ADAL" clId="{6E62CCBA-FA13-44CB-B563-9C9C9308AD93}" dt="2024-11-05T22:08:51.135" v="804"/>
          <ac:spMkLst>
            <pc:docMk/>
            <pc:sldMk cId="4246693659" sldId="1133"/>
            <ac:spMk id="439" creationId="{D0BB6178-AF16-E6DE-DA0F-F128A9B36997}"/>
          </ac:spMkLst>
        </pc:spChg>
        <pc:spChg chg="mod">
          <ac:chgData name="Gareth Thomson | Football Queensland" userId="45505d28-f665-4546-80c4-7c2d16b5a302" providerId="ADAL" clId="{6E62CCBA-FA13-44CB-B563-9C9C9308AD93}" dt="2024-11-05T22:08:51.135" v="804"/>
          <ac:spMkLst>
            <pc:docMk/>
            <pc:sldMk cId="4246693659" sldId="1133"/>
            <ac:spMk id="440" creationId="{65CF82EF-612A-C23D-4078-3940F5C11371}"/>
          </ac:spMkLst>
        </pc:spChg>
        <pc:spChg chg="mod">
          <ac:chgData name="Gareth Thomson | Football Queensland" userId="45505d28-f665-4546-80c4-7c2d16b5a302" providerId="ADAL" clId="{6E62CCBA-FA13-44CB-B563-9C9C9308AD93}" dt="2024-11-05T22:08:51.135" v="804"/>
          <ac:spMkLst>
            <pc:docMk/>
            <pc:sldMk cId="4246693659" sldId="1133"/>
            <ac:spMk id="441" creationId="{36C56931-917A-037E-F971-8315C56B9ACB}"/>
          </ac:spMkLst>
        </pc:spChg>
        <pc:spChg chg="mod">
          <ac:chgData name="Gareth Thomson | Football Queensland" userId="45505d28-f665-4546-80c4-7c2d16b5a302" providerId="ADAL" clId="{6E62CCBA-FA13-44CB-B563-9C9C9308AD93}" dt="2024-11-05T22:11:35.699" v="856" actId="20577"/>
          <ac:spMkLst>
            <pc:docMk/>
            <pc:sldMk cId="4246693659" sldId="1133"/>
            <ac:spMk id="442" creationId="{6322B3AA-3B3A-5E2C-8007-DC8BC34D8054}"/>
          </ac:spMkLst>
        </pc:spChg>
        <pc:spChg chg="mod">
          <ac:chgData name="Gareth Thomson | Football Queensland" userId="45505d28-f665-4546-80c4-7c2d16b5a302" providerId="ADAL" clId="{6E62CCBA-FA13-44CB-B563-9C9C9308AD93}" dt="2024-11-05T22:08:57.230" v="807"/>
          <ac:spMkLst>
            <pc:docMk/>
            <pc:sldMk cId="4246693659" sldId="1133"/>
            <ac:spMk id="444" creationId="{5E2CC3ED-BB3D-5738-C37D-4426AF6D6105}"/>
          </ac:spMkLst>
        </pc:spChg>
        <pc:spChg chg="mod">
          <ac:chgData name="Gareth Thomson | Football Queensland" userId="45505d28-f665-4546-80c4-7c2d16b5a302" providerId="ADAL" clId="{6E62CCBA-FA13-44CB-B563-9C9C9308AD93}" dt="2024-11-05T22:08:57.230" v="807"/>
          <ac:spMkLst>
            <pc:docMk/>
            <pc:sldMk cId="4246693659" sldId="1133"/>
            <ac:spMk id="445" creationId="{E2ECB01D-EE49-6CCC-5CC7-BC0A9221B8A2}"/>
          </ac:spMkLst>
        </pc:spChg>
        <pc:spChg chg="mod">
          <ac:chgData name="Gareth Thomson | Football Queensland" userId="45505d28-f665-4546-80c4-7c2d16b5a302" providerId="ADAL" clId="{6E62CCBA-FA13-44CB-B563-9C9C9308AD93}" dt="2024-11-05T22:08:57.230" v="807"/>
          <ac:spMkLst>
            <pc:docMk/>
            <pc:sldMk cId="4246693659" sldId="1133"/>
            <ac:spMk id="446" creationId="{32A81D2D-3047-2E31-757B-A8C5E0FA5335}"/>
          </ac:spMkLst>
        </pc:spChg>
        <pc:spChg chg="mod">
          <ac:chgData name="Gareth Thomson | Football Queensland" userId="45505d28-f665-4546-80c4-7c2d16b5a302" providerId="ADAL" clId="{6E62CCBA-FA13-44CB-B563-9C9C9308AD93}" dt="2024-11-05T22:11:34.096" v="855" actId="20577"/>
          <ac:spMkLst>
            <pc:docMk/>
            <pc:sldMk cId="4246693659" sldId="1133"/>
            <ac:spMk id="447" creationId="{B6319991-E8BD-BFEA-351A-CF1ABEB517B5}"/>
          </ac:spMkLst>
        </pc:spChg>
        <pc:spChg chg="mod">
          <ac:chgData name="Gareth Thomson | Football Queensland" userId="45505d28-f665-4546-80c4-7c2d16b5a302" providerId="ADAL" clId="{6E62CCBA-FA13-44CB-B563-9C9C9308AD93}" dt="2024-11-05T22:09:06.327" v="810"/>
          <ac:spMkLst>
            <pc:docMk/>
            <pc:sldMk cId="4246693659" sldId="1133"/>
            <ac:spMk id="449" creationId="{28A3D759-8EB6-2792-9426-4A69341D82EA}"/>
          </ac:spMkLst>
        </pc:spChg>
        <pc:spChg chg="mod">
          <ac:chgData name="Gareth Thomson | Football Queensland" userId="45505d28-f665-4546-80c4-7c2d16b5a302" providerId="ADAL" clId="{6E62CCBA-FA13-44CB-B563-9C9C9308AD93}" dt="2024-11-05T22:09:06.327" v="810"/>
          <ac:spMkLst>
            <pc:docMk/>
            <pc:sldMk cId="4246693659" sldId="1133"/>
            <ac:spMk id="450" creationId="{9FDA763E-C8A4-D25C-117C-CE923D6B6477}"/>
          </ac:spMkLst>
        </pc:spChg>
        <pc:spChg chg="mod">
          <ac:chgData name="Gareth Thomson | Football Queensland" userId="45505d28-f665-4546-80c4-7c2d16b5a302" providerId="ADAL" clId="{6E62CCBA-FA13-44CB-B563-9C9C9308AD93}" dt="2024-11-05T22:09:06.327" v="810"/>
          <ac:spMkLst>
            <pc:docMk/>
            <pc:sldMk cId="4246693659" sldId="1133"/>
            <ac:spMk id="451" creationId="{4AD11023-87B3-3D58-3DE5-B3BDE9AA6D4B}"/>
          </ac:spMkLst>
        </pc:spChg>
        <pc:spChg chg="mod">
          <ac:chgData name="Gareth Thomson | Football Queensland" userId="45505d28-f665-4546-80c4-7c2d16b5a302" providerId="ADAL" clId="{6E62CCBA-FA13-44CB-B563-9C9C9308AD93}" dt="2024-11-05T22:11:37.845" v="857" actId="20577"/>
          <ac:spMkLst>
            <pc:docMk/>
            <pc:sldMk cId="4246693659" sldId="1133"/>
            <ac:spMk id="452" creationId="{AEC4236B-A84D-7EBE-0C6F-73547F9ED865}"/>
          </ac:spMkLst>
        </pc:spChg>
        <pc:spChg chg="mod">
          <ac:chgData name="Gareth Thomson | Football Queensland" userId="45505d28-f665-4546-80c4-7c2d16b5a302" providerId="ADAL" clId="{6E62CCBA-FA13-44CB-B563-9C9C9308AD93}" dt="2024-11-05T22:09:20.099" v="817"/>
          <ac:spMkLst>
            <pc:docMk/>
            <pc:sldMk cId="4246693659" sldId="1133"/>
            <ac:spMk id="454" creationId="{149D5719-F2B2-DC53-F9C9-473D467DD387}"/>
          </ac:spMkLst>
        </pc:spChg>
        <pc:spChg chg="mod">
          <ac:chgData name="Gareth Thomson | Football Queensland" userId="45505d28-f665-4546-80c4-7c2d16b5a302" providerId="ADAL" clId="{6E62CCBA-FA13-44CB-B563-9C9C9308AD93}" dt="2024-11-05T22:09:20.099" v="817"/>
          <ac:spMkLst>
            <pc:docMk/>
            <pc:sldMk cId="4246693659" sldId="1133"/>
            <ac:spMk id="455" creationId="{7D9DE079-A809-1161-48F4-5F8B0176A756}"/>
          </ac:spMkLst>
        </pc:spChg>
        <pc:spChg chg="mod">
          <ac:chgData name="Gareth Thomson | Football Queensland" userId="45505d28-f665-4546-80c4-7c2d16b5a302" providerId="ADAL" clId="{6E62CCBA-FA13-44CB-B563-9C9C9308AD93}" dt="2024-11-05T22:09:20.099" v="817"/>
          <ac:spMkLst>
            <pc:docMk/>
            <pc:sldMk cId="4246693659" sldId="1133"/>
            <ac:spMk id="456" creationId="{3E425A92-4293-36C6-5FB2-327801AF317C}"/>
          </ac:spMkLst>
        </pc:spChg>
        <pc:spChg chg="mod">
          <ac:chgData name="Gareth Thomson | Football Queensland" userId="45505d28-f665-4546-80c4-7c2d16b5a302" providerId="ADAL" clId="{6E62CCBA-FA13-44CB-B563-9C9C9308AD93}" dt="2024-11-05T22:11:31.997" v="854" actId="20577"/>
          <ac:spMkLst>
            <pc:docMk/>
            <pc:sldMk cId="4246693659" sldId="1133"/>
            <ac:spMk id="457" creationId="{4D7D218C-D30F-2F50-8298-8740F47C6423}"/>
          </ac:spMkLst>
        </pc:spChg>
        <pc:spChg chg="mod">
          <ac:chgData name="Gareth Thomson | Football Queensland" userId="45505d28-f665-4546-80c4-7c2d16b5a302" providerId="ADAL" clId="{6E62CCBA-FA13-44CB-B563-9C9C9308AD93}" dt="2024-11-05T22:11:40.732" v="858"/>
          <ac:spMkLst>
            <pc:docMk/>
            <pc:sldMk cId="4246693659" sldId="1133"/>
            <ac:spMk id="459" creationId="{DDE43717-037E-490B-7676-774BF244D65C}"/>
          </ac:spMkLst>
        </pc:spChg>
        <pc:spChg chg="mod">
          <ac:chgData name="Gareth Thomson | Football Queensland" userId="45505d28-f665-4546-80c4-7c2d16b5a302" providerId="ADAL" clId="{6E62CCBA-FA13-44CB-B563-9C9C9308AD93}" dt="2024-11-05T22:11:40.732" v="858"/>
          <ac:spMkLst>
            <pc:docMk/>
            <pc:sldMk cId="4246693659" sldId="1133"/>
            <ac:spMk id="460" creationId="{E77F968C-BEAA-2589-518E-1F6F6DB3B376}"/>
          </ac:spMkLst>
        </pc:spChg>
        <pc:spChg chg="mod">
          <ac:chgData name="Gareth Thomson | Football Queensland" userId="45505d28-f665-4546-80c4-7c2d16b5a302" providerId="ADAL" clId="{6E62CCBA-FA13-44CB-B563-9C9C9308AD93}" dt="2024-11-05T22:11:40.732" v="858"/>
          <ac:spMkLst>
            <pc:docMk/>
            <pc:sldMk cId="4246693659" sldId="1133"/>
            <ac:spMk id="461" creationId="{7DA15830-BC79-046D-EFEB-C1039B2A48F3}"/>
          </ac:spMkLst>
        </pc:spChg>
        <pc:spChg chg="mod">
          <ac:chgData name="Gareth Thomson | Football Queensland" userId="45505d28-f665-4546-80c4-7c2d16b5a302" providerId="ADAL" clId="{6E62CCBA-FA13-44CB-B563-9C9C9308AD93}" dt="2024-11-05T22:11:40.732" v="858"/>
          <ac:spMkLst>
            <pc:docMk/>
            <pc:sldMk cId="4246693659" sldId="1133"/>
            <ac:spMk id="462" creationId="{35D12E34-5E51-C2E4-6CFC-670C93424D90}"/>
          </ac:spMkLst>
        </pc:spChg>
        <pc:spChg chg="mod">
          <ac:chgData name="Gareth Thomson | Football Queensland" userId="45505d28-f665-4546-80c4-7c2d16b5a302" providerId="ADAL" clId="{6E62CCBA-FA13-44CB-B563-9C9C9308AD93}" dt="2024-11-05T22:11:43.594" v="860"/>
          <ac:spMkLst>
            <pc:docMk/>
            <pc:sldMk cId="4246693659" sldId="1133"/>
            <ac:spMk id="464" creationId="{A910162D-0B5D-5A39-13B3-BEE054CB2523}"/>
          </ac:spMkLst>
        </pc:spChg>
        <pc:spChg chg="mod">
          <ac:chgData name="Gareth Thomson | Football Queensland" userId="45505d28-f665-4546-80c4-7c2d16b5a302" providerId="ADAL" clId="{6E62CCBA-FA13-44CB-B563-9C9C9308AD93}" dt="2024-11-05T22:11:43.594" v="860"/>
          <ac:spMkLst>
            <pc:docMk/>
            <pc:sldMk cId="4246693659" sldId="1133"/>
            <ac:spMk id="465" creationId="{E251673A-E2F9-ED3D-89B8-E64B02575C64}"/>
          </ac:spMkLst>
        </pc:spChg>
        <pc:spChg chg="mod">
          <ac:chgData name="Gareth Thomson | Football Queensland" userId="45505d28-f665-4546-80c4-7c2d16b5a302" providerId="ADAL" clId="{6E62CCBA-FA13-44CB-B563-9C9C9308AD93}" dt="2024-11-05T22:11:43.594" v="860"/>
          <ac:spMkLst>
            <pc:docMk/>
            <pc:sldMk cId="4246693659" sldId="1133"/>
            <ac:spMk id="466" creationId="{BD23AC90-FAC4-632B-4EE8-955E55CDD138}"/>
          </ac:spMkLst>
        </pc:spChg>
        <pc:spChg chg="mod">
          <ac:chgData name="Gareth Thomson | Football Queensland" userId="45505d28-f665-4546-80c4-7c2d16b5a302" providerId="ADAL" clId="{6E62CCBA-FA13-44CB-B563-9C9C9308AD93}" dt="2024-11-05T22:11:43.594" v="860"/>
          <ac:spMkLst>
            <pc:docMk/>
            <pc:sldMk cId="4246693659" sldId="1133"/>
            <ac:spMk id="467" creationId="{8FEAEC9D-81D2-0BA3-FC93-442B0E840BA5}"/>
          </ac:spMkLst>
        </pc:spChg>
        <pc:spChg chg="mod">
          <ac:chgData name="Gareth Thomson | Football Queensland" userId="45505d28-f665-4546-80c4-7c2d16b5a302" providerId="ADAL" clId="{6E62CCBA-FA13-44CB-B563-9C9C9308AD93}" dt="2024-11-05T22:11:48.291" v="863"/>
          <ac:spMkLst>
            <pc:docMk/>
            <pc:sldMk cId="4246693659" sldId="1133"/>
            <ac:spMk id="469" creationId="{415D2B17-9866-6D77-9CA3-50F7737C6468}"/>
          </ac:spMkLst>
        </pc:spChg>
        <pc:spChg chg="mod">
          <ac:chgData name="Gareth Thomson | Football Queensland" userId="45505d28-f665-4546-80c4-7c2d16b5a302" providerId="ADAL" clId="{6E62CCBA-FA13-44CB-B563-9C9C9308AD93}" dt="2024-11-05T22:11:48.291" v="863"/>
          <ac:spMkLst>
            <pc:docMk/>
            <pc:sldMk cId="4246693659" sldId="1133"/>
            <ac:spMk id="470" creationId="{B6F62945-0B5E-54F2-430D-E3016CF714D1}"/>
          </ac:spMkLst>
        </pc:spChg>
        <pc:spChg chg="mod">
          <ac:chgData name="Gareth Thomson | Football Queensland" userId="45505d28-f665-4546-80c4-7c2d16b5a302" providerId="ADAL" clId="{6E62CCBA-FA13-44CB-B563-9C9C9308AD93}" dt="2024-11-05T22:11:48.291" v="863"/>
          <ac:spMkLst>
            <pc:docMk/>
            <pc:sldMk cId="4246693659" sldId="1133"/>
            <ac:spMk id="471" creationId="{1D0BA9C8-7055-A5A2-54FF-218D4BC58A7E}"/>
          </ac:spMkLst>
        </pc:spChg>
        <pc:spChg chg="mod">
          <ac:chgData name="Gareth Thomson | Football Queensland" userId="45505d28-f665-4546-80c4-7c2d16b5a302" providerId="ADAL" clId="{6E62CCBA-FA13-44CB-B563-9C9C9308AD93}" dt="2024-11-05T22:11:48.291" v="863"/>
          <ac:spMkLst>
            <pc:docMk/>
            <pc:sldMk cId="4246693659" sldId="1133"/>
            <ac:spMk id="472" creationId="{E60B47A2-B5CA-9ECC-D3EB-E5CE2110D794}"/>
          </ac:spMkLst>
        </pc:spChg>
        <pc:spChg chg="mod">
          <ac:chgData name="Gareth Thomson | Football Queensland" userId="45505d28-f665-4546-80c4-7c2d16b5a302" providerId="ADAL" clId="{6E62CCBA-FA13-44CB-B563-9C9C9308AD93}" dt="2024-11-05T22:11:55.945" v="867"/>
          <ac:spMkLst>
            <pc:docMk/>
            <pc:sldMk cId="4246693659" sldId="1133"/>
            <ac:spMk id="474" creationId="{39E9A10D-C57A-6C0E-9369-DCD237B9C3F5}"/>
          </ac:spMkLst>
        </pc:spChg>
        <pc:spChg chg="mod">
          <ac:chgData name="Gareth Thomson | Football Queensland" userId="45505d28-f665-4546-80c4-7c2d16b5a302" providerId="ADAL" clId="{6E62CCBA-FA13-44CB-B563-9C9C9308AD93}" dt="2024-11-05T22:11:55.945" v="867"/>
          <ac:spMkLst>
            <pc:docMk/>
            <pc:sldMk cId="4246693659" sldId="1133"/>
            <ac:spMk id="475" creationId="{9C96E119-0967-156D-C297-EA58396C29DA}"/>
          </ac:spMkLst>
        </pc:spChg>
        <pc:spChg chg="mod">
          <ac:chgData name="Gareth Thomson | Football Queensland" userId="45505d28-f665-4546-80c4-7c2d16b5a302" providerId="ADAL" clId="{6E62CCBA-FA13-44CB-B563-9C9C9308AD93}" dt="2024-11-05T22:11:55.945" v="867"/>
          <ac:spMkLst>
            <pc:docMk/>
            <pc:sldMk cId="4246693659" sldId="1133"/>
            <ac:spMk id="476" creationId="{62D23936-E542-334E-B24A-FFEB42A2EE99}"/>
          </ac:spMkLst>
        </pc:spChg>
        <pc:spChg chg="mod">
          <ac:chgData name="Gareth Thomson | Football Queensland" userId="45505d28-f665-4546-80c4-7c2d16b5a302" providerId="ADAL" clId="{6E62CCBA-FA13-44CB-B563-9C9C9308AD93}" dt="2024-11-05T22:11:55.945" v="867"/>
          <ac:spMkLst>
            <pc:docMk/>
            <pc:sldMk cId="4246693659" sldId="1133"/>
            <ac:spMk id="477" creationId="{2C3A8FF4-CC00-09CF-0DB1-56D4F997A82D}"/>
          </ac:spMkLst>
        </pc:spChg>
        <pc:spChg chg="mod">
          <ac:chgData name="Gareth Thomson | Football Queensland" userId="45505d28-f665-4546-80c4-7c2d16b5a302" providerId="ADAL" clId="{6E62CCBA-FA13-44CB-B563-9C9C9308AD93}" dt="2024-11-05T22:12:04.529" v="871"/>
          <ac:spMkLst>
            <pc:docMk/>
            <pc:sldMk cId="4246693659" sldId="1133"/>
            <ac:spMk id="479" creationId="{C240C068-C689-78C1-C625-ABB7838177FF}"/>
          </ac:spMkLst>
        </pc:spChg>
        <pc:spChg chg="mod">
          <ac:chgData name="Gareth Thomson | Football Queensland" userId="45505d28-f665-4546-80c4-7c2d16b5a302" providerId="ADAL" clId="{6E62CCBA-FA13-44CB-B563-9C9C9308AD93}" dt="2024-11-05T22:12:04.529" v="871"/>
          <ac:spMkLst>
            <pc:docMk/>
            <pc:sldMk cId="4246693659" sldId="1133"/>
            <ac:spMk id="480" creationId="{225CCDAD-2551-90DC-DB77-02DDEC093383}"/>
          </ac:spMkLst>
        </pc:spChg>
        <pc:spChg chg="mod">
          <ac:chgData name="Gareth Thomson | Football Queensland" userId="45505d28-f665-4546-80c4-7c2d16b5a302" providerId="ADAL" clId="{6E62CCBA-FA13-44CB-B563-9C9C9308AD93}" dt="2024-11-05T22:12:04.529" v="871"/>
          <ac:spMkLst>
            <pc:docMk/>
            <pc:sldMk cId="4246693659" sldId="1133"/>
            <ac:spMk id="481" creationId="{EBDCB162-4604-B4C9-50BC-EA646EFE085C}"/>
          </ac:spMkLst>
        </pc:spChg>
        <pc:spChg chg="mod">
          <ac:chgData name="Gareth Thomson | Football Queensland" userId="45505d28-f665-4546-80c4-7c2d16b5a302" providerId="ADAL" clId="{6E62CCBA-FA13-44CB-B563-9C9C9308AD93}" dt="2024-11-05T22:12:04.529" v="871"/>
          <ac:spMkLst>
            <pc:docMk/>
            <pc:sldMk cId="4246693659" sldId="1133"/>
            <ac:spMk id="482" creationId="{211FACE0-4BDE-B1EB-1CD2-B040740F30E6}"/>
          </ac:spMkLst>
        </pc:spChg>
        <pc:spChg chg="mod">
          <ac:chgData name="Gareth Thomson | Football Queensland" userId="45505d28-f665-4546-80c4-7c2d16b5a302" providerId="ADAL" clId="{6E62CCBA-FA13-44CB-B563-9C9C9308AD93}" dt="2024-11-05T22:12:09.437" v="874"/>
          <ac:spMkLst>
            <pc:docMk/>
            <pc:sldMk cId="4246693659" sldId="1133"/>
            <ac:spMk id="484" creationId="{FC62BC33-A436-53A1-9D27-2402367C74AB}"/>
          </ac:spMkLst>
        </pc:spChg>
        <pc:spChg chg="mod">
          <ac:chgData name="Gareth Thomson | Football Queensland" userId="45505d28-f665-4546-80c4-7c2d16b5a302" providerId="ADAL" clId="{6E62CCBA-FA13-44CB-B563-9C9C9308AD93}" dt="2024-11-05T22:12:09.437" v="874"/>
          <ac:spMkLst>
            <pc:docMk/>
            <pc:sldMk cId="4246693659" sldId="1133"/>
            <ac:spMk id="485" creationId="{761F936B-2F30-26A2-593A-3C3A7C10AA20}"/>
          </ac:spMkLst>
        </pc:spChg>
        <pc:spChg chg="mod">
          <ac:chgData name="Gareth Thomson | Football Queensland" userId="45505d28-f665-4546-80c4-7c2d16b5a302" providerId="ADAL" clId="{6E62CCBA-FA13-44CB-B563-9C9C9308AD93}" dt="2024-11-05T22:12:09.437" v="874"/>
          <ac:spMkLst>
            <pc:docMk/>
            <pc:sldMk cId="4246693659" sldId="1133"/>
            <ac:spMk id="486" creationId="{272ACBE1-36AD-93D1-9B17-419D98C9F812}"/>
          </ac:spMkLst>
        </pc:spChg>
        <pc:spChg chg="mod">
          <ac:chgData name="Gareth Thomson | Football Queensland" userId="45505d28-f665-4546-80c4-7c2d16b5a302" providerId="ADAL" clId="{6E62CCBA-FA13-44CB-B563-9C9C9308AD93}" dt="2024-11-05T22:12:09.437" v="874"/>
          <ac:spMkLst>
            <pc:docMk/>
            <pc:sldMk cId="4246693659" sldId="1133"/>
            <ac:spMk id="487" creationId="{5519B9C1-DD72-E736-2CE6-A0DA9A152A4A}"/>
          </ac:spMkLst>
        </pc:spChg>
        <pc:spChg chg="add mod">
          <ac:chgData name="Gareth Thomson | Football Queensland" userId="45505d28-f665-4546-80c4-7c2d16b5a302" providerId="ADAL" clId="{6E62CCBA-FA13-44CB-B563-9C9C9308AD93}" dt="2024-11-05T22:12:20.570" v="878" actId="1076"/>
          <ac:spMkLst>
            <pc:docMk/>
            <pc:sldMk cId="4246693659" sldId="1133"/>
            <ac:spMk id="488" creationId="{402A3211-4C22-3B81-CB18-929FCD37D09C}"/>
          </ac:spMkLst>
        </pc:spChg>
        <pc:spChg chg="add mod">
          <ac:chgData name="Gareth Thomson | Football Queensland" userId="45505d28-f665-4546-80c4-7c2d16b5a302" providerId="ADAL" clId="{6E62CCBA-FA13-44CB-B563-9C9C9308AD93}" dt="2024-11-05T22:25:21.160" v="942" actId="1076"/>
          <ac:spMkLst>
            <pc:docMk/>
            <pc:sldMk cId="4246693659" sldId="1133"/>
            <ac:spMk id="489" creationId="{0D2F7772-A3AE-21E9-00C5-7D5C7D078503}"/>
          </ac:spMkLst>
        </pc:spChg>
        <pc:spChg chg="add del mod">
          <ac:chgData name="Gareth Thomson | Football Queensland" userId="45505d28-f665-4546-80c4-7c2d16b5a302" providerId="ADAL" clId="{6E62CCBA-FA13-44CB-B563-9C9C9308AD93}" dt="2024-11-06T04:20:49.763" v="4120" actId="478"/>
          <ac:spMkLst>
            <pc:docMk/>
            <pc:sldMk cId="4246693659" sldId="1133"/>
            <ac:spMk id="521" creationId="{95FE9F8C-6771-CC1A-ECCD-16ED33AE5E0A}"/>
          </ac:spMkLst>
        </pc:spChg>
        <pc:spChg chg="mod">
          <ac:chgData name="Gareth Thomson | Football Queensland" userId="45505d28-f665-4546-80c4-7c2d16b5a302" providerId="ADAL" clId="{6E62CCBA-FA13-44CB-B563-9C9C9308AD93}" dt="2024-11-06T04:20:51.964" v="4121"/>
          <ac:spMkLst>
            <pc:docMk/>
            <pc:sldMk cId="4246693659" sldId="1133"/>
            <ac:spMk id="523" creationId="{F0D87DB7-F1E6-F4A4-7E1F-345CF7304567}"/>
          </ac:spMkLst>
        </pc:spChg>
        <pc:spChg chg="mod">
          <ac:chgData name="Gareth Thomson | Football Queensland" userId="45505d28-f665-4546-80c4-7c2d16b5a302" providerId="ADAL" clId="{6E62CCBA-FA13-44CB-B563-9C9C9308AD93}" dt="2024-11-06T04:20:51.964" v="4121"/>
          <ac:spMkLst>
            <pc:docMk/>
            <pc:sldMk cId="4246693659" sldId="1133"/>
            <ac:spMk id="524" creationId="{C6EB92CD-9A44-628F-8422-9341FAED69F7}"/>
          </ac:spMkLst>
        </pc:spChg>
        <pc:spChg chg="mod">
          <ac:chgData name="Gareth Thomson | Football Queensland" userId="45505d28-f665-4546-80c4-7c2d16b5a302" providerId="ADAL" clId="{6E62CCBA-FA13-44CB-B563-9C9C9308AD93}" dt="2024-11-06T04:20:51.964" v="4121"/>
          <ac:spMkLst>
            <pc:docMk/>
            <pc:sldMk cId="4246693659" sldId="1133"/>
            <ac:spMk id="525" creationId="{543071BC-57D1-CC2D-B815-227F429C575D}"/>
          </ac:spMkLst>
        </pc:spChg>
        <pc:spChg chg="mod">
          <ac:chgData name="Gareth Thomson | Football Queensland" userId="45505d28-f665-4546-80c4-7c2d16b5a302" providerId="ADAL" clId="{6E62CCBA-FA13-44CB-B563-9C9C9308AD93}" dt="2024-11-06T04:20:51.964" v="4121"/>
          <ac:spMkLst>
            <pc:docMk/>
            <pc:sldMk cId="4246693659" sldId="1133"/>
            <ac:spMk id="526" creationId="{22172274-8E7A-ED20-B7C4-E0CCB23AE0FA}"/>
          </ac:spMkLst>
        </pc:spChg>
        <pc:spChg chg="mod">
          <ac:chgData name="Gareth Thomson | Football Queensland" userId="45505d28-f665-4546-80c4-7c2d16b5a302" providerId="ADAL" clId="{6E62CCBA-FA13-44CB-B563-9C9C9308AD93}" dt="2024-11-06T04:20:55.375" v="4123"/>
          <ac:spMkLst>
            <pc:docMk/>
            <pc:sldMk cId="4246693659" sldId="1133"/>
            <ac:spMk id="528" creationId="{40792700-1BFB-F510-26F8-76A9DC58CC6B}"/>
          </ac:spMkLst>
        </pc:spChg>
        <pc:spChg chg="mod">
          <ac:chgData name="Gareth Thomson | Football Queensland" userId="45505d28-f665-4546-80c4-7c2d16b5a302" providerId="ADAL" clId="{6E62CCBA-FA13-44CB-B563-9C9C9308AD93}" dt="2024-11-06T04:20:55.375" v="4123"/>
          <ac:spMkLst>
            <pc:docMk/>
            <pc:sldMk cId="4246693659" sldId="1133"/>
            <ac:spMk id="529" creationId="{7263166B-A5A8-A926-9116-BE917D7DC0F6}"/>
          </ac:spMkLst>
        </pc:spChg>
        <pc:spChg chg="mod">
          <ac:chgData name="Gareth Thomson | Football Queensland" userId="45505d28-f665-4546-80c4-7c2d16b5a302" providerId="ADAL" clId="{6E62CCBA-FA13-44CB-B563-9C9C9308AD93}" dt="2024-11-06T04:20:55.375" v="4123"/>
          <ac:spMkLst>
            <pc:docMk/>
            <pc:sldMk cId="4246693659" sldId="1133"/>
            <ac:spMk id="530" creationId="{9D73BA71-3ABA-675D-BE1F-5B897B212FD3}"/>
          </ac:spMkLst>
        </pc:spChg>
        <pc:spChg chg="mod">
          <ac:chgData name="Gareth Thomson | Football Queensland" userId="45505d28-f665-4546-80c4-7c2d16b5a302" providerId="ADAL" clId="{6E62CCBA-FA13-44CB-B563-9C9C9308AD93}" dt="2024-11-06T04:20:55.375" v="4123"/>
          <ac:spMkLst>
            <pc:docMk/>
            <pc:sldMk cId="4246693659" sldId="1133"/>
            <ac:spMk id="531" creationId="{389ACC84-739F-503E-C712-8F4D6A35CBA0}"/>
          </ac:spMkLst>
        </pc:spChg>
        <pc:spChg chg="mod">
          <ac:chgData name="Gareth Thomson | Football Queensland" userId="45505d28-f665-4546-80c4-7c2d16b5a302" providerId="ADAL" clId="{6E62CCBA-FA13-44CB-B563-9C9C9308AD93}" dt="2024-11-06T05:29:22.526" v="4910"/>
          <ac:spMkLst>
            <pc:docMk/>
            <pc:sldMk cId="4246693659" sldId="1133"/>
            <ac:spMk id="533" creationId="{1F3B8504-5775-2077-6DFA-D99F0BBE97CC}"/>
          </ac:spMkLst>
        </pc:spChg>
        <pc:spChg chg="mod">
          <ac:chgData name="Gareth Thomson | Football Queensland" userId="45505d28-f665-4546-80c4-7c2d16b5a302" providerId="ADAL" clId="{6E62CCBA-FA13-44CB-B563-9C9C9308AD93}" dt="2024-11-06T05:29:22.526" v="4910"/>
          <ac:spMkLst>
            <pc:docMk/>
            <pc:sldMk cId="4246693659" sldId="1133"/>
            <ac:spMk id="534" creationId="{4FE4395D-6772-A030-F56E-CC5726255F7A}"/>
          </ac:spMkLst>
        </pc:spChg>
        <pc:spChg chg="mod">
          <ac:chgData name="Gareth Thomson | Football Queensland" userId="45505d28-f665-4546-80c4-7c2d16b5a302" providerId="ADAL" clId="{6E62CCBA-FA13-44CB-B563-9C9C9308AD93}" dt="2024-11-06T05:29:22.526" v="4910"/>
          <ac:spMkLst>
            <pc:docMk/>
            <pc:sldMk cId="4246693659" sldId="1133"/>
            <ac:spMk id="535" creationId="{4CD565EA-66F9-D111-3C1D-DEA3858C0BBC}"/>
          </ac:spMkLst>
        </pc:spChg>
        <pc:spChg chg="mod">
          <ac:chgData name="Gareth Thomson | Football Queensland" userId="45505d28-f665-4546-80c4-7c2d16b5a302" providerId="ADAL" clId="{6E62CCBA-FA13-44CB-B563-9C9C9308AD93}" dt="2024-11-06T05:29:22.526" v="4910"/>
          <ac:spMkLst>
            <pc:docMk/>
            <pc:sldMk cId="4246693659" sldId="1133"/>
            <ac:spMk id="536" creationId="{A78EE61F-4B59-135A-46D9-2B5C93709C5C}"/>
          </ac:spMkLst>
        </pc:spChg>
        <pc:spChg chg="add mod">
          <ac:chgData name="Gareth Thomson | Football Queensland" userId="45505d28-f665-4546-80c4-7c2d16b5a302" providerId="ADAL" clId="{6E62CCBA-FA13-44CB-B563-9C9C9308AD93}" dt="2024-11-06T06:07:15.663" v="6523" actId="1076"/>
          <ac:spMkLst>
            <pc:docMk/>
            <pc:sldMk cId="4246693659" sldId="1133"/>
            <ac:spMk id="542" creationId="{C7F108DD-89D8-57D4-DE10-DB07CA0288C7}"/>
          </ac:spMkLst>
        </pc:s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" creationId="{D709DA3C-8C39-F526-6237-72FCB08010FC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2" creationId="{4FB931FE-120C-4826-451C-48E846DB7C2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9" creationId="{E83CA173-B7F6-4A4D-9971-3AFD68D44C5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36" creationId="{C102262A-650C-4173-D053-423D8420CB7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43" creationId="{55776194-E13C-F246-AE49-2B65DFC051CE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50" creationId="{723BD54E-76D5-54A8-E59B-9D8AB2097E4C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57" creationId="{6C93C69E-792A-BBF3-2F9A-4770FC655631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64" creationId="{3E75E234-B4B7-0AC5-E25E-06142E26224E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71" creationId="{99CB506C-EF1B-EA0F-4AFD-767415A03D69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77" creationId="{6F4D7745-802F-0ABC-C858-9A75357A03B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85" creationId="{069519EC-4890-3BCC-5104-32FA27D7540B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93" creationId="{1F442C11-CD0B-7F06-4C70-BB5FE5E773F5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98" creationId="{A371D223-5183-7856-B9C4-F931D2AA21DD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03" creationId="{6A2E80CB-50BE-EDC3-22FB-62549558AA6F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08" creationId="{6EF314C0-07DA-25AD-628E-80AA28797B98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13" creationId="{BE46ABD5-BB36-B61A-4E2E-1B49C6D0D3D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18" creationId="{23666E5D-168C-C9AA-75E1-31BA551BF986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23" creationId="{88F15EDC-786F-42E2-8066-3F14C86B15A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28" creationId="{C97FA3BE-6439-B6F8-772D-10F0A562A287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136" creationId="{5F1ED998-AC9C-3AC9-3300-40CCF978C549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147" creationId="{46E40463-DF9D-0F24-103C-DD824DC781A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48" creationId="{4B9F55F0-16AF-3A01-0358-5297E8A21CFA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64" creationId="{23780303-E000-BBFF-E1DE-29105D385A90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69" creationId="{091DB341-3583-96DA-273A-0B757D027D12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74" creationId="{601C96F4-FA7E-727B-C764-1D6FC272BEA4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79" creationId="{50EDA674-1FBA-3EBB-AA9C-E8BBAF740C45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186" creationId="{170AA033-98A9-50C1-EFF1-308FE1A6E48C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89" creationId="{EDC8AA89-EF8F-E728-C419-11A58E49A863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198" creationId="{4D9C887D-0413-E90C-C4E4-BF9EFBB6990F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199" creationId="{A875A1EE-D229-321B-656A-5F6EE13FADA8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04" creationId="{52FF558C-D0DF-AA72-6AAE-AC3FFC422DAF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09" creationId="{F37FAD93-ED4C-3079-E998-9C0CBDF06983}"/>
          </ac:grpSpMkLst>
        </pc:grpChg>
        <pc:grpChg chg="del">
          <ac:chgData name="Gareth Thomson | Football Queensland" userId="45505d28-f665-4546-80c4-7c2d16b5a302" providerId="ADAL" clId="{6E62CCBA-FA13-44CB-B563-9C9C9308AD93}" dt="2024-11-05T04:50:59.412" v="88" actId="478"/>
          <ac:grpSpMkLst>
            <pc:docMk/>
            <pc:sldMk cId="4246693659" sldId="1133"/>
            <ac:grpSpMk id="226" creationId="{E194199F-ABB4-9C0D-6B8A-F69FFA6C6A8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242" creationId="{009FB533-749F-82F1-5BE5-BFD0409DD86C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247" creationId="{025E8608-EC97-AF8F-170B-78F2C1DD746F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252" creationId="{9BF6523C-C06C-9C50-EADB-33BE5C881C07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61" creationId="{ED9B367C-FD5C-375C-B52A-18322C3ACA3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66" creationId="{1D7AF334-B58A-C71C-9AD1-4760AD624E8C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71" creationId="{E1D80A89-F07A-5A94-08B1-8BD432E9FC1E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77" creationId="{39803798-F154-8FA2-DF85-40A860E66DF7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86" creationId="{FA6E5C57-285B-9399-0868-99B0D292EC6F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299" creationId="{CDBA5A5A-3086-C954-BB21-6B5C32347A86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304" creationId="{083A0FA6-774D-9BE1-C091-00083A71A8EC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314" creationId="{793E1C4A-31D9-D7D1-002C-8B8C263B7D5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320" creationId="{DBAC181C-6BEE-DA93-FA8A-36297ACDF93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337" creationId="{338174A3-7FCC-07AF-570E-4D7F66C34CEA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08:35.824" v="802" actId="478"/>
          <ac:grpSpMkLst>
            <pc:docMk/>
            <pc:sldMk cId="4246693659" sldId="1133"/>
            <ac:grpSpMk id="342" creationId="{C7E49901-FED7-F1DB-DD6E-784B96954BBF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347" creationId="{BE419BFC-0878-B93B-98C9-4953D63CBDC0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358" creationId="{7F9AA429-2D87-9D96-8F79-E22521BA1DE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363" creationId="{224203F6-7CEA-180E-8625-4D47F438239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28:00.922" v="991" actId="1076"/>
          <ac:grpSpMkLst>
            <pc:docMk/>
            <pc:sldMk cId="4246693659" sldId="1133"/>
            <ac:grpSpMk id="375" creationId="{D86977BF-40D5-69E8-DFC3-3ECFFDF44441}"/>
          </ac:grpSpMkLst>
        </pc:grpChg>
        <pc:grpChg chg="add mod">
          <ac:chgData name="Gareth Thomson | Football Queensland" userId="45505d28-f665-4546-80c4-7c2d16b5a302" providerId="ADAL" clId="{6E62CCBA-FA13-44CB-B563-9C9C9308AD93}" dt="2024-11-06T04:20:23.124" v="4113" actId="1076"/>
          <ac:grpSpMkLst>
            <pc:docMk/>
            <pc:sldMk cId="4246693659" sldId="1133"/>
            <ac:grpSpMk id="380" creationId="{EF9B7EB9-8167-5B52-125D-2346EDCFE8C8}"/>
          </ac:grpSpMkLst>
        </pc:grpChg>
        <pc:grpChg chg="add mod">
          <ac:chgData name="Gareth Thomson | Football Queensland" userId="45505d28-f665-4546-80c4-7c2d16b5a302" providerId="ADAL" clId="{6E62CCBA-FA13-44CB-B563-9C9C9308AD93}" dt="2024-11-06T04:20:15.991" v="4110" actId="1076"/>
          <ac:grpSpMkLst>
            <pc:docMk/>
            <pc:sldMk cId="4246693659" sldId="1133"/>
            <ac:grpSpMk id="385" creationId="{D8B2A9CC-78EA-82A9-2D95-F5AD09B8061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26:48.098" v="952" actId="478"/>
          <ac:grpSpMkLst>
            <pc:docMk/>
            <pc:sldMk cId="4246693659" sldId="1133"/>
            <ac:grpSpMk id="390" creationId="{69B09D10-9FC0-CA22-DD3E-8C29AC2AC0E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395" creationId="{462BC1AC-534A-6854-6A49-F65C520C1496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400" creationId="{06D55498-8B04-48C9-9D61-27808A52E947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405" creationId="{22BE2319-F0C9-7DCC-197C-944AE498E22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26:48.098" v="952" actId="478"/>
          <ac:grpSpMkLst>
            <pc:docMk/>
            <pc:sldMk cId="4246693659" sldId="1133"/>
            <ac:grpSpMk id="410" creationId="{B1B75C00-B7C6-FAC5-9B2B-EF658DBC0C51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415" creationId="{CFC4BBA0-852E-7831-EEE8-A542CCB47388}"/>
          </ac:grpSpMkLst>
        </pc:grpChg>
        <pc:grpChg chg="add mod">
          <ac:chgData name="Gareth Thomson | Football Queensland" userId="45505d28-f665-4546-80c4-7c2d16b5a302" providerId="ADAL" clId="{6E62CCBA-FA13-44CB-B563-9C9C9308AD93}" dt="2024-11-06T04:20:17.475" v="4111" actId="1076"/>
          <ac:grpSpMkLst>
            <pc:docMk/>
            <pc:sldMk cId="4246693659" sldId="1133"/>
            <ac:grpSpMk id="426" creationId="{610B0D85-1D3A-F663-4E5B-2736D1593F5A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42.419" v="248"/>
          <ac:grpSpMkLst>
            <pc:docMk/>
            <pc:sldMk cId="4246693659" sldId="1133"/>
            <ac:grpSpMk id="431" creationId="{8825C141-4870-96C7-41AC-D714D570F96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1:28.768" v="853" actId="688"/>
          <ac:grpSpMkLst>
            <pc:docMk/>
            <pc:sldMk cId="4246693659" sldId="1133"/>
            <ac:grpSpMk id="438" creationId="{5295166F-7AA0-4469-12C7-02B424716698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0:44.355" v="826" actId="1076"/>
          <ac:grpSpMkLst>
            <pc:docMk/>
            <pc:sldMk cId="4246693659" sldId="1133"/>
            <ac:grpSpMk id="443" creationId="{DCC095F8-F88C-AFA5-8A1D-84DDB0A87A08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0:46.022" v="827" actId="1076"/>
          <ac:grpSpMkLst>
            <pc:docMk/>
            <pc:sldMk cId="4246693659" sldId="1133"/>
            <ac:grpSpMk id="448" creationId="{3300A529-29CC-F479-7BB4-320DC9B2653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09:34.845" v="822" actId="1076"/>
          <ac:grpSpMkLst>
            <pc:docMk/>
            <pc:sldMk cId="4246693659" sldId="1133"/>
            <ac:grpSpMk id="453" creationId="{DE3B2AA2-0B7C-576F-7A26-5CAAF3BD2DBE}"/>
          </ac:grpSpMkLst>
        </pc:grpChg>
        <pc:grpChg chg="add mod">
          <ac:chgData name="Gareth Thomson | Football Queensland" userId="45505d28-f665-4546-80c4-7c2d16b5a302" providerId="ADAL" clId="{6E62CCBA-FA13-44CB-B563-9C9C9308AD93}" dt="2024-11-06T01:00:05.012" v="1793" actId="688"/>
          <ac:grpSpMkLst>
            <pc:docMk/>
            <pc:sldMk cId="4246693659" sldId="1133"/>
            <ac:grpSpMk id="458" creationId="{C4D38C05-A9DF-34A4-497D-F79DCEF5395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2:58.652" v="889" actId="1076"/>
          <ac:grpSpMkLst>
            <pc:docMk/>
            <pc:sldMk cId="4246693659" sldId="1133"/>
            <ac:grpSpMk id="463" creationId="{E77A9CA2-EA74-3032-BB02-F8DD757549E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25:18.900" v="941" actId="688"/>
          <ac:grpSpMkLst>
            <pc:docMk/>
            <pc:sldMk cId="4246693659" sldId="1133"/>
            <ac:grpSpMk id="468" creationId="{D6A65042-FE9D-7886-DAB2-90432A3A10D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3:32.777" v="904" actId="1076"/>
          <ac:grpSpMkLst>
            <pc:docMk/>
            <pc:sldMk cId="4246693659" sldId="1133"/>
            <ac:grpSpMk id="473" creationId="{D7EA42EC-5E33-AE1B-3FD1-CA895E276EC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2:08.475" v="873" actId="688"/>
          <ac:grpSpMkLst>
            <pc:docMk/>
            <pc:sldMk cId="4246693659" sldId="1133"/>
            <ac:grpSpMk id="478" creationId="{223ADA71-DBED-2C45-CCE9-DFC77BC82AD9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13:17.274" v="898" actId="1076"/>
          <ac:grpSpMkLst>
            <pc:docMk/>
            <pc:sldMk cId="4246693659" sldId="1133"/>
            <ac:grpSpMk id="483" creationId="{CCC599C3-876A-8AB6-66D0-B26BFE2050DA}"/>
          </ac:grpSpMkLst>
        </pc:grpChg>
        <pc:grpChg chg="add mod">
          <ac:chgData name="Gareth Thomson | Football Queensland" userId="45505d28-f665-4546-80c4-7c2d16b5a302" providerId="ADAL" clId="{6E62CCBA-FA13-44CB-B563-9C9C9308AD93}" dt="2024-11-06T04:20:53.961" v="4122" actId="1076"/>
          <ac:grpSpMkLst>
            <pc:docMk/>
            <pc:sldMk cId="4246693659" sldId="1133"/>
            <ac:grpSpMk id="522" creationId="{14E97262-1E3C-6FE7-53D7-CA87932C6BF4}"/>
          </ac:grpSpMkLst>
        </pc:grpChg>
        <pc:grpChg chg="add mod">
          <ac:chgData name="Gareth Thomson | Football Queensland" userId="45505d28-f665-4546-80c4-7c2d16b5a302" providerId="ADAL" clId="{6E62CCBA-FA13-44CB-B563-9C9C9308AD93}" dt="2024-11-06T04:20:57.576" v="4124" actId="1076"/>
          <ac:grpSpMkLst>
            <pc:docMk/>
            <pc:sldMk cId="4246693659" sldId="1133"/>
            <ac:grpSpMk id="527" creationId="{033E36E6-86BA-D164-E09D-FAD5B83264C8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29:25.827" v="4911" actId="1076"/>
          <ac:grpSpMkLst>
            <pc:docMk/>
            <pc:sldMk cId="4246693659" sldId="1133"/>
            <ac:grpSpMk id="532" creationId="{1E14C522-085F-2EA3-82B4-2F92C782FE99}"/>
          </ac:grpSpMkLst>
        </pc:grp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92" creationId="{AD43DA05-3BE3-7098-3318-ED89460D64EB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54" creationId="{5176C02A-60C6-C586-475F-3C7783E751CF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55" creationId="{09581990-F766-FCA3-7505-EF117BB0C1E3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56" creationId="{23C7E249-1F6F-F797-6A98-A7C7DBB34164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60" creationId="{CCD9B5EB-00C4-AC48-CC73-B16D103F8F41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61" creationId="{EE884F33-B1DF-197E-8312-4E6624C5A458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62" creationId="{732DFB98-8394-AB54-C47F-27B76C684AC7}"/>
          </ac:picMkLst>
        </pc:picChg>
        <pc:picChg chg="del">
          <ac:chgData name="Gareth Thomson | Football Queensland" userId="45505d28-f665-4546-80c4-7c2d16b5a302" providerId="ADAL" clId="{6E62CCBA-FA13-44CB-B563-9C9C9308AD93}" dt="2024-11-05T04:50:59.412" v="88" actId="478"/>
          <ac:picMkLst>
            <pc:docMk/>
            <pc:sldMk cId="4246693659" sldId="1133"/>
            <ac:picMk id="163" creationId="{07EDEDFB-5395-A8F7-3D70-2BA06F3B91F0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8:44.832" v="803" actId="478"/>
          <ac:picMkLst>
            <pc:docMk/>
            <pc:sldMk cId="4246693659" sldId="1133"/>
            <ac:picMk id="197" creationId="{4F675BFC-F971-FA65-1FAC-D455831AEF6B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42.419" v="248"/>
          <ac:picMkLst>
            <pc:docMk/>
            <pc:sldMk cId="4246693659" sldId="1133"/>
            <ac:picMk id="240" creationId="{B97D2304-78F9-A2EE-06F9-D5B7E63C6247}"/>
          </ac:picMkLst>
        </pc:picChg>
        <pc:picChg chg="add mod">
          <ac:chgData name="Gareth Thomson | Football Queensland" userId="45505d28-f665-4546-80c4-7c2d16b5a302" providerId="ADAL" clId="{6E62CCBA-FA13-44CB-B563-9C9C9308AD93}" dt="2024-11-06T13:07:06.068" v="7850" actId="1035"/>
          <ac:picMkLst>
            <pc:docMk/>
            <pc:sldMk cId="4246693659" sldId="1133"/>
            <ac:picMk id="241" creationId="{2B6B16E8-B501-DEB3-89CF-72BA78688BC1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08:44.832" v="803" actId="478"/>
          <ac:picMkLst>
            <pc:docMk/>
            <pc:sldMk cId="4246693659" sldId="1133"/>
            <ac:picMk id="276" creationId="{664453D4-B85D-E44C-1ED0-91BBDB39124C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26:44.840" v="951" actId="478"/>
          <ac:picMkLst>
            <pc:docMk/>
            <pc:sldMk cId="4246693659" sldId="1133"/>
            <ac:picMk id="373" creationId="{3C9C41AA-C082-2D10-04BA-B6662CCC3AB8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26:50.327" v="953" actId="478"/>
          <ac:picMkLst>
            <pc:docMk/>
            <pc:sldMk cId="4246693659" sldId="1133"/>
            <ac:picMk id="374" creationId="{68445DB8-A5AB-222A-100D-5F665887C739}"/>
          </ac:picMkLst>
        </pc:picChg>
        <pc:picChg chg="add mod">
          <ac:chgData name="Gareth Thomson | Football Queensland" userId="45505d28-f665-4546-80c4-7c2d16b5a302" providerId="ADAL" clId="{6E62CCBA-FA13-44CB-B563-9C9C9308AD93}" dt="2024-11-05T22:26:40.967" v="950" actId="1076"/>
          <ac:picMkLst>
            <pc:docMk/>
            <pc:sldMk cId="4246693659" sldId="1133"/>
            <ac:picMk id="513" creationId="{6FAFC0D0-BBB0-CB59-73F2-16D6BF95560F}"/>
          </ac:picMkLst>
        </pc:picChg>
        <pc:picChg chg="add mod">
          <ac:chgData name="Gareth Thomson | Football Queensland" userId="45505d28-f665-4546-80c4-7c2d16b5a302" providerId="ADAL" clId="{6E62CCBA-FA13-44CB-B563-9C9C9308AD93}" dt="2024-11-05T22:27:21.495" v="978" actId="1076"/>
          <ac:picMkLst>
            <pc:docMk/>
            <pc:sldMk cId="4246693659" sldId="1133"/>
            <ac:picMk id="514" creationId="{9F02D325-2840-44CA-E846-81C30FEED6A2}"/>
          </ac:picMkLst>
        </pc:picChg>
        <pc:picChg chg="add mod">
          <ac:chgData name="Gareth Thomson | Football Queensland" userId="45505d28-f665-4546-80c4-7c2d16b5a302" providerId="ADAL" clId="{6E62CCBA-FA13-44CB-B563-9C9C9308AD93}" dt="2024-11-05T22:27:31.331" v="981" actId="1076"/>
          <ac:picMkLst>
            <pc:docMk/>
            <pc:sldMk cId="4246693659" sldId="1133"/>
            <ac:picMk id="515" creationId="{41D4D97F-EE87-477E-F703-18AFD5969562}"/>
          </ac:picMkLst>
        </pc:picChg>
        <pc:picChg chg="add mod">
          <ac:chgData name="Gareth Thomson | Football Queensland" userId="45505d28-f665-4546-80c4-7c2d16b5a302" providerId="ADAL" clId="{6E62CCBA-FA13-44CB-B563-9C9C9308AD93}" dt="2024-11-05T22:27:41.915" v="984" actId="1037"/>
          <ac:picMkLst>
            <pc:docMk/>
            <pc:sldMk cId="4246693659" sldId="1133"/>
            <ac:picMk id="516" creationId="{67F87033-6FB0-FA66-CBDF-B7F1185A6850}"/>
          </ac:picMkLst>
        </pc:picChg>
        <pc:cxnChg chg="del">
          <ac:chgData name="Gareth Thomson | Football Queensland" userId="45505d28-f665-4546-80c4-7c2d16b5a302" providerId="ADAL" clId="{6E62CCBA-FA13-44CB-B563-9C9C9308AD93}" dt="2024-11-05T04:50:59.412" v="88" actId="478"/>
          <ac:cxnSpMkLst>
            <pc:docMk/>
            <pc:sldMk cId="4246693659" sldId="1133"/>
            <ac:cxnSpMk id="78" creationId="{2347F048-350C-65EA-E6A6-C638EE671A97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59.412" v="88" actId="478"/>
          <ac:cxnSpMkLst>
            <pc:docMk/>
            <pc:sldMk cId="4246693659" sldId="1133"/>
            <ac:cxnSpMk id="79" creationId="{D9EF7416-16AC-CEB4-4328-56144D423E01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59.412" v="88" actId="478"/>
          <ac:cxnSpMkLst>
            <pc:docMk/>
            <pc:sldMk cId="4246693659" sldId="1133"/>
            <ac:cxnSpMk id="83" creationId="{D06FE401-52A2-5D18-CA45-94AC84228C6D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59.412" v="88" actId="478"/>
          <ac:cxnSpMkLst>
            <pc:docMk/>
            <pc:sldMk cId="4246693659" sldId="1133"/>
            <ac:cxnSpMk id="157" creationId="{CCA359DC-1542-2559-1DBD-A6430185AA3B}"/>
          </ac:cxnSpMkLst>
        </pc:cxnChg>
        <pc:cxnChg chg="del">
          <ac:chgData name="Gareth Thomson | Football Queensland" userId="45505d28-f665-4546-80c4-7c2d16b5a302" providerId="ADAL" clId="{6E62CCBA-FA13-44CB-B563-9C9C9308AD93}" dt="2024-11-05T04:50:59.412" v="88" actId="478"/>
          <ac:cxnSpMkLst>
            <pc:docMk/>
            <pc:sldMk cId="4246693659" sldId="1133"/>
            <ac:cxnSpMk id="220" creationId="{BE602D4B-D1B2-13A0-D728-E0976B51C171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282" creationId="{2E6425C6-AAF2-A7FF-D253-647A65DCF529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283" creationId="{C71B14F7-21DD-1D05-CAE3-B332E1090BAB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284" creationId="{6CFB0FA1-CF00-803E-CC44-E10F465F8E65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285" creationId="{8D296398-7826-4104-2E5D-881F3FE83CFE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291" creationId="{256B1658-D5B4-F9FA-378F-B6C7FD285BCD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326" creationId="{5851557D-BECC-E254-7C97-7B8511A9397D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327" creationId="{52411740-CAAC-CD22-5713-F37A3B87F06C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328" creationId="{AAEBE809-A626-88D0-6019-CD11FB46A4DE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329" creationId="{5ECDB16E-7CA2-3ABC-77AB-6126B9B8BD90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5T22:08:35.824" v="802" actId="478"/>
          <ac:cxnSpMkLst>
            <pc:docMk/>
            <pc:sldMk cId="4246693659" sldId="1133"/>
            <ac:cxnSpMk id="331" creationId="{46CD8A15-C322-F8EE-27A1-F7628D5330A1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25:11.602" v="939" actId="14100"/>
          <ac:cxnSpMkLst>
            <pc:docMk/>
            <pc:sldMk cId="4246693659" sldId="1133"/>
            <ac:cxnSpMk id="491" creationId="{6F920695-CD29-6F8C-2CDD-7DA4688D383E}"/>
          </ac:cxnSpMkLst>
        </pc:cxnChg>
        <pc:cxnChg chg="add mod">
          <ac:chgData name="Gareth Thomson | Football Queensland" userId="45505d28-f665-4546-80c4-7c2d16b5a302" providerId="ADAL" clId="{6E62CCBA-FA13-44CB-B563-9C9C9308AD93}" dt="2024-11-06T01:00:08.240" v="1794" actId="14100"/>
          <ac:cxnSpMkLst>
            <pc:docMk/>
            <pc:sldMk cId="4246693659" sldId="1133"/>
            <ac:cxnSpMk id="492" creationId="{0F269330-E645-2E65-BE73-696D890D0793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14:21.959" v="937" actId="692"/>
          <ac:cxnSpMkLst>
            <pc:docMk/>
            <pc:sldMk cId="4246693659" sldId="1133"/>
            <ac:cxnSpMk id="494" creationId="{237F40A3-1AA5-15D3-EF69-79BE132923CC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14:21.959" v="937" actId="692"/>
          <ac:cxnSpMkLst>
            <pc:docMk/>
            <pc:sldMk cId="4246693659" sldId="1133"/>
            <ac:cxnSpMk id="496" creationId="{3DD52489-3635-09FF-1B48-78FDDFA0B232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14:21.959" v="937" actId="692"/>
          <ac:cxnSpMkLst>
            <pc:docMk/>
            <pc:sldMk cId="4246693659" sldId="1133"/>
            <ac:cxnSpMk id="498" creationId="{240C0F61-AE99-5A5E-7ECC-F9D9A127967A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14:21.959" v="937" actId="692"/>
          <ac:cxnSpMkLst>
            <pc:docMk/>
            <pc:sldMk cId="4246693659" sldId="1133"/>
            <ac:cxnSpMk id="501" creationId="{5A7F1A92-9A9C-777F-6839-7C7650FB655C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25:36.729" v="946" actId="14100"/>
          <ac:cxnSpMkLst>
            <pc:docMk/>
            <pc:sldMk cId="4246693659" sldId="1133"/>
            <ac:cxnSpMk id="505" creationId="{676DACDB-3ED8-93F5-2A7C-BE41D6AC632C}"/>
          </ac:cxnSpMkLst>
        </pc:cxnChg>
        <pc:cxnChg chg="add mod">
          <ac:chgData name="Gareth Thomson | Football Queensland" userId="45505d28-f665-4546-80c4-7c2d16b5a302" providerId="ADAL" clId="{6E62CCBA-FA13-44CB-B563-9C9C9308AD93}" dt="2024-11-05T22:26:15.059" v="947" actId="14100"/>
          <ac:cxnSpMkLst>
            <pc:docMk/>
            <pc:sldMk cId="4246693659" sldId="1133"/>
            <ac:cxnSpMk id="509" creationId="{60EDA3DF-B5B2-DCA3-284D-5C0AEA4A75E9}"/>
          </ac:cxnSpMkLst>
        </pc:cxnChg>
        <pc:cxnChg chg="add mod">
          <ac:chgData name="Gareth Thomson | Football Queensland" userId="45505d28-f665-4546-80c4-7c2d16b5a302" providerId="ADAL" clId="{6E62CCBA-FA13-44CB-B563-9C9C9308AD93}" dt="2024-11-06T04:20:33.449" v="4117" actId="14100"/>
          <ac:cxnSpMkLst>
            <pc:docMk/>
            <pc:sldMk cId="4246693659" sldId="1133"/>
            <ac:cxnSpMk id="518" creationId="{ED9FF5DD-178C-9CCF-1684-AF7CB26262BB}"/>
          </ac:cxnSpMkLst>
        </pc:cxnChg>
        <pc:cxnChg chg="add mod">
          <ac:chgData name="Gareth Thomson | Football Queensland" userId="45505d28-f665-4546-80c4-7c2d16b5a302" providerId="ADAL" clId="{6E62CCBA-FA13-44CB-B563-9C9C9308AD93}" dt="2024-11-09T21:39:48.834" v="10491" actId="14100"/>
          <ac:cxnSpMkLst>
            <pc:docMk/>
            <pc:sldMk cId="4246693659" sldId="1133"/>
            <ac:cxnSpMk id="537" creationId="{17DC4D2A-2E49-4E8D-441A-267BA9401B50}"/>
          </ac:cxnSpMkLst>
        </pc:cxnChg>
        <pc:cxnChg chg="add mod">
          <ac:chgData name="Gareth Thomson | Football Queensland" userId="45505d28-f665-4546-80c4-7c2d16b5a302" providerId="ADAL" clId="{6E62CCBA-FA13-44CB-B563-9C9C9308AD93}" dt="2024-11-06T06:06:57.095" v="6521" actId="1076"/>
          <ac:cxnSpMkLst>
            <pc:docMk/>
            <pc:sldMk cId="4246693659" sldId="1133"/>
            <ac:cxnSpMk id="540" creationId="{A5830867-8299-FC83-8912-777610DAB217}"/>
          </ac:cxnSpMkLst>
        </pc:cxnChg>
      </pc:sldChg>
      <pc:sldChg chg="addSp delSp modSp mod">
        <pc:chgData name="Gareth Thomson | Football Queensland" userId="45505d28-f665-4546-80c4-7c2d16b5a302" providerId="ADAL" clId="{6E62CCBA-FA13-44CB-B563-9C9C9308AD93}" dt="2024-11-13T01:24:01.418" v="14473" actId="1076"/>
        <pc:sldMkLst>
          <pc:docMk/>
          <pc:sldMk cId="644873091" sldId="1154"/>
        </pc:sldMkLst>
        <pc:spChg chg="mod">
          <ac:chgData name="Gareth Thomson | Football Queensland" userId="45505d28-f665-4546-80c4-7c2d16b5a302" providerId="ADAL" clId="{6E62CCBA-FA13-44CB-B563-9C9C9308AD93}" dt="2024-11-06T00:55:46.386" v="1748" actId="20577"/>
          <ac:spMkLst>
            <pc:docMk/>
            <pc:sldMk cId="644873091" sldId="1154"/>
            <ac:spMk id="3" creationId="{1D7EAE48-B7AB-80BD-813B-BED6ACE91DC1}"/>
          </ac:spMkLst>
        </pc:spChg>
        <pc:spChg chg="mod">
          <ac:chgData name="Gareth Thomson | Football Queensland" userId="45505d28-f665-4546-80c4-7c2d16b5a302" providerId="ADAL" clId="{6E62CCBA-FA13-44CB-B563-9C9C9308AD93}" dt="2024-11-13T00:47:18.952" v="13248" actId="1035"/>
          <ac:spMkLst>
            <pc:docMk/>
            <pc:sldMk cId="644873091" sldId="1154"/>
            <ac:spMk id="5" creationId="{558B78DD-654F-F66A-FD0E-A686D5BA6BD9}"/>
          </ac:spMkLst>
        </pc:spChg>
        <pc:spChg chg="add mod">
          <ac:chgData name="Gareth Thomson | Football Queensland" userId="45505d28-f665-4546-80c4-7c2d16b5a302" providerId="ADAL" clId="{6E62CCBA-FA13-44CB-B563-9C9C9308AD93}" dt="2024-11-06T12:48:02.628" v="7416" actId="1038"/>
          <ac:spMkLst>
            <pc:docMk/>
            <pc:sldMk cId="644873091" sldId="1154"/>
            <ac:spMk id="10" creationId="{5F887FA0-3C4F-5836-681A-BCFEF2F89A0D}"/>
          </ac:spMkLst>
        </pc:spChg>
        <pc:spChg chg="mod">
          <ac:chgData name="Gareth Thomson | Football Queensland" userId="45505d28-f665-4546-80c4-7c2d16b5a302" providerId="ADAL" clId="{6E62CCBA-FA13-44CB-B563-9C9C9308AD93}" dt="2024-11-13T00:47:24.447" v="13254" actId="1036"/>
          <ac:spMkLst>
            <pc:docMk/>
            <pc:sldMk cId="644873091" sldId="1154"/>
            <ac:spMk id="11" creationId="{A42F5731-CF19-DB36-AB03-5DDA66FD6387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2" creationId="{A1D3E762-A037-2180-57DC-5026B411A5D3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3" creationId="{50DF05F8-0E8A-66B7-5831-2B9B2EADDDB2}"/>
          </ac:spMkLst>
        </pc:spChg>
        <pc:spChg chg="mod">
          <ac:chgData name="Gareth Thomson | Football Queensland" userId="45505d28-f665-4546-80c4-7c2d16b5a302" providerId="ADAL" clId="{6E62CCBA-FA13-44CB-B563-9C9C9308AD93}" dt="2024-11-09T21:36:38.139" v="10425" actId="20577"/>
          <ac:spMkLst>
            <pc:docMk/>
            <pc:sldMk cId="644873091" sldId="1154"/>
            <ac:spMk id="14" creationId="{064DD2CC-B374-693C-C5EF-F2CEF87EDE18}"/>
          </ac:spMkLst>
        </pc:spChg>
        <pc:spChg chg="mod">
          <ac:chgData name="Gareth Thomson | Football Queensland" userId="45505d28-f665-4546-80c4-7c2d16b5a302" providerId="ADAL" clId="{6E62CCBA-FA13-44CB-B563-9C9C9308AD93}" dt="2024-11-09T21:37:25.277" v="10436" actId="20577"/>
          <ac:spMkLst>
            <pc:docMk/>
            <pc:sldMk cId="644873091" sldId="1154"/>
            <ac:spMk id="17" creationId="{6823AFAA-ECAF-9C98-5CF2-EA39E4F7FDA3}"/>
          </ac:spMkLst>
        </pc:spChg>
        <pc:spChg chg="add mod">
          <ac:chgData name="Gareth Thomson | Football Queensland" userId="45505d28-f665-4546-80c4-7c2d16b5a302" providerId="ADAL" clId="{6E62CCBA-FA13-44CB-B563-9C9C9308AD93}" dt="2024-11-06T13:05:05.255" v="7800" actId="20577"/>
          <ac:spMkLst>
            <pc:docMk/>
            <pc:sldMk cId="644873091" sldId="1154"/>
            <ac:spMk id="20" creationId="{E8FA0262-4F36-CDB4-5D7B-E22CF12E8E66}"/>
          </ac:spMkLst>
        </pc:spChg>
        <pc:spChg chg="add mod">
          <ac:chgData name="Gareth Thomson | Football Queensland" userId="45505d28-f665-4546-80c4-7c2d16b5a302" providerId="ADAL" clId="{6E62CCBA-FA13-44CB-B563-9C9C9308AD93}" dt="2024-11-09T21:37:12.741" v="10430" actId="20577"/>
          <ac:spMkLst>
            <pc:docMk/>
            <pc:sldMk cId="644873091" sldId="1154"/>
            <ac:spMk id="21" creationId="{5B3A4A0E-E0D6-FFE8-8BF1-E498420C2A99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22" creationId="{5E9FE9B8-3950-540E-02B8-0DE8C2E4E71B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26" creationId="{98ABB665-7965-28C5-9419-2D9E1805053B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27" creationId="{E6A5F791-B805-1DA2-6635-042E46CB85D9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28" creationId="{EF07FD19-F9FF-2C89-B915-29A5F4CB7838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29" creationId="{16C4EC6A-700C-F493-D830-730429106DD2}"/>
          </ac:spMkLst>
        </pc:spChg>
        <pc:spChg chg="add mod">
          <ac:chgData name="Gareth Thomson | Football Queensland" userId="45505d28-f665-4546-80c4-7c2d16b5a302" providerId="ADAL" clId="{6E62CCBA-FA13-44CB-B563-9C9C9308AD93}" dt="2024-11-09T21:38:07.710" v="10453" actId="1076"/>
          <ac:spMkLst>
            <pc:docMk/>
            <pc:sldMk cId="644873091" sldId="1154"/>
            <ac:spMk id="29" creationId="{9DED4ED1-A129-4EDD-BA09-BE38E8BCE2CC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31" creationId="{4F8FDB50-E01C-6CF1-D921-3286D5F8C712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88" creationId="{55B8F0AF-CAAD-35BC-26CB-0ACC1DF3EB18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89" creationId="{C183C010-AF12-A248-CA93-D77C1471F23A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0" creationId="{CAB6E3CF-5FC6-1536-C974-6C6F590257A3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2" creationId="{A53A4BB6-01CD-B106-643A-8F231CA506D7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3" creationId="{255CC535-850A-AE68-948E-8645683D199C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4" creationId="{FA73C2D3-A3E9-F4F1-5321-63E702C2F4E3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5" creationId="{7A3D0CDA-A07F-EDC3-DB6D-57239C600DBE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7" creationId="{14E7172E-FA08-875B-FC24-118C9C77E073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8" creationId="{8F0D3965-16A4-3B05-DDAF-D9C2D9B33930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099" creationId="{90290DD2-1216-63D1-E25B-BF4D66A8BBA4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0" creationId="{6C457506-8427-BB2C-467D-4995300662F0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3" creationId="{A057EECA-1B65-5596-2C46-7A94D7F956D3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4" creationId="{BF6A8353-81E6-1448-F20C-6269D322F3EB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5" creationId="{5B154DC1-6224-2F96-F417-B14C502765F2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6" creationId="{B4E748B4-0B66-C75B-19AD-4F8767DCA702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8" creationId="{9C26D299-5B2E-374E-6E52-CB0BA5E92FF4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09" creationId="{7F9B30AD-7072-CADF-1668-E4776E6C067D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0" creationId="{56ECB7CB-EFFB-A283-679E-354A9E77EBC1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1" creationId="{0DB53473-AB80-2CE6-B4AD-12175D3C6C7A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3" creationId="{B40CA91A-AEFB-2FE5-9316-7D4DA1F9FC86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4" creationId="{412A873B-EEF6-D80F-5BCB-DDA176D9B59A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5" creationId="{BC5AFB8D-930D-BD6F-B761-CAA86E6DF5A9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19" creationId="{D9F1BEF2-4B1A-F30D-AF75-AFC590E89CAF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53" creationId="{054E64B5-9D5D-98CF-CBE6-478173D0339E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54" creationId="{3940777C-B40A-4936-0FC1-D2C3E8E7CF1E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56" creationId="{993E064C-B9CB-8563-C388-0C37C2F86F97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57" creationId="{ADC0DFC6-E324-5256-9ABA-9693ED2FA0FC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62" creationId="{DD21B606-2A58-6330-D49A-4FAA7059370F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64" creationId="{1C1D8626-2E94-891E-FA21-1938B2103B39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65" creationId="{3B6BC652-2DB8-9F21-9644-CD5515ED7C68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66" creationId="{1EE8AC00-64A5-E210-AA69-FAB94CFD4A7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67" creationId="{CA753C5D-3FC9-93CD-EEA1-A03DCDD2CBB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68" creationId="{01540132-F29C-D0E8-3EF0-264848E79229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86" creationId="{3B4FA347-298C-6F08-6434-2537EEA6EA65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87" creationId="{E5ADD016-8142-B9F1-3889-239CDE48FA0E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88" creationId="{3D23969B-2CC5-C550-C5E2-4FEC5ECD2DCB}"/>
          </ac:spMkLst>
        </pc:spChg>
        <pc:spChg chg="add mod">
          <ac:chgData name="Gareth Thomson | Football Queensland" userId="45505d28-f665-4546-80c4-7c2d16b5a302" providerId="ADAL" clId="{6E62CCBA-FA13-44CB-B563-9C9C9308AD93}" dt="2024-11-05T05:10:36.101" v="247" actId="1076"/>
          <ac:spMkLst>
            <pc:docMk/>
            <pc:sldMk cId="644873091" sldId="1154"/>
            <ac:spMk id="1189" creationId="{9AB9EDBB-A1C7-7E69-1DA7-4F64E6D38B4E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1" creationId="{C0241FD0-B5F7-5245-5D85-B78138DCB535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2" creationId="{5E4CE38C-89EE-D33C-7BBF-284D24E4A29B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3" creationId="{580FF44B-9794-71A7-8F0F-18088C3F68C9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4" creationId="{6BF04883-3FA5-66C4-B715-44DE95DD9181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6" creationId="{6D61F15C-1CDA-274D-5CA4-BA65D40A84A2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7" creationId="{E247093A-A55A-3B01-CB55-12BA36004D3E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8" creationId="{FBDA6998-0E05-FD9E-BE33-F1BACBE78D60}"/>
          </ac:spMkLst>
        </pc:spChg>
        <pc:spChg chg="mod">
          <ac:chgData name="Gareth Thomson | Football Queensland" userId="45505d28-f665-4546-80c4-7c2d16b5a302" providerId="ADAL" clId="{6E62CCBA-FA13-44CB-B563-9C9C9308AD93}" dt="2024-11-05T05:10:31.365" v="246"/>
          <ac:spMkLst>
            <pc:docMk/>
            <pc:sldMk cId="644873091" sldId="1154"/>
            <ac:spMk id="1199" creationId="{B7D68B35-3D7C-59BD-C48F-EC1C3571B213}"/>
          </ac:spMkLst>
        </pc:spChg>
        <pc:spChg chg="add mod">
          <ac:chgData name="Gareth Thomson | Football Queensland" userId="45505d28-f665-4546-80c4-7c2d16b5a302" providerId="ADAL" clId="{6E62CCBA-FA13-44CB-B563-9C9C9308AD93}" dt="2024-11-13T00:47:27.664" v="13256" actId="1036"/>
          <ac:spMkLst>
            <pc:docMk/>
            <pc:sldMk cId="644873091" sldId="1154"/>
            <ac:spMk id="1200" creationId="{6260D964-A62D-4AA8-93F9-A488D65C0454}"/>
          </ac:spMkLst>
        </pc:spChg>
        <pc:spChg chg="add mod">
          <ac:chgData name="Gareth Thomson | Football Queensland" userId="45505d28-f665-4546-80c4-7c2d16b5a302" providerId="ADAL" clId="{6E62CCBA-FA13-44CB-B563-9C9C9308AD93}" dt="2024-11-09T21:37:30.305" v="10440" actId="20577"/>
          <ac:spMkLst>
            <pc:docMk/>
            <pc:sldMk cId="644873091" sldId="1154"/>
            <ac:spMk id="1201" creationId="{AB2BE7DE-4BF5-3D26-518B-38C30AABEA7A}"/>
          </ac:spMkLst>
        </pc:spChg>
        <pc:spChg chg="mod">
          <ac:chgData name="Gareth Thomson | Football Queensland" userId="45505d28-f665-4546-80c4-7c2d16b5a302" providerId="ADAL" clId="{6E62CCBA-FA13-44CB-B563-9C9C9308AD93}" dt="2024-11-06T05:29:18.907" v="4909" actId="207"/>
          <ac:spMkLst>
            <pc:docMk/>
            <pc:sldMk cId="644873091" sldId="1154"/>
            <ac:spMk id="1203" creationId="{E9792D09-38CB-FEF2-D962-3B76936B587F}"/>
          </ac:spMkLst>
        </pc:spChg>
        <pc:spChg chg="mod">
          <ac:chgData name="Gareth Thomson | Football Queensland" userId="45505d28-f665-4546-80c4-7c2d16b5a302" providerId="ADAL" clId="{6E62CCBA-FA13-44CB-B563-9C9C9308AD93}" dt="2024-11-06T05:29:18.907" v="4909" actId="207"/>
          <ac:spMkLst>
            <pc:docMk/>
            <pc:sldMk cId="644873091" sldId="1154"/>
            <ac:spMk id="1204" creationId="{2422C6B7-C9FA-9D83-41BC-2F072BAB65DA}"/>
          </ac:spMkLst>
        </pc:spChg>
        <pc:spChg chg="mod">
          <ac:chgData name="Gareth Thomson | Football Queensland" userId="45505d28-f665-4546-80c4-7c2d16b5a302" providerId="ADAL" clId="{6E62CCBA-FA13-44CB-B563-9C9C9308AD93}" dt="2024-11-06T05:29:18.907" v="4909" actId="207"/>
          <ac:spMkLst>
            <pc:docMk/>
            <pc:sldMk cId="644873091" sldId="1154"/>
            <ac:spMk id="1205" creationId="{0B177435-B08B-CB95-49FD-5FF01BC48FB3}"/>
          </ac:spMkLst>
        </pc:spChg>
        <pc:spChg chg="mod">
          <ac:chgData name="Gareth Thomson | Football Queensland" userId="45505d28-f665-4546-80c4-7c2d16b5a302" providerId="ADAL" clId="{6E62CCBA-FA13-44CB-B563-9C9C9308AD93}" dt="2024-11-06T05:29:18.907" v="4909" actId="207"/>
          <ac:spMkLst>
            <pc:docMk/>
            <pc:sldMk cId="644873091" sldId="1154"/>
            <ac:spMk id="1206" creationId="{9D982F2D-040B-F45D-A653-91AC2915EE23}"/>
          </ac:spMkLst>
        </pc:spChg>
        <pc:spChg chg="mod">
          <ac:chgData name="Gareth Thomson | Football Queensland" userId="45505d28-f665-4546-80c4-7c2d16b5a302" providerId="ADAL" clId="{6E62CCBA-FA13-44CB-B563-9C9C9308AD93}" dt="2024-11-06T05:29:13.920" v="4907" actId="207"/>
          <ac:spMkLst>
            <pc:docMk/>
            <pc:sldMk cId="644873091" sldId="1154"/>
            <ac:spMk id="1213" creationId="{58E4A4A4-A1D8-46F2-40A2-23EA3D112163}"/>
          </ac:spMkLst>
        </pc:spChg>
        <pc:spChg chg="mod">
          <ac:chgData name="Gareth Thomson | Football Queensland" userId="45505d28-f665-4546-80c4-7c2d16b5a302" providerId="ADAL" clId="{6E62CCBA-FA13-44CB-B563-9C9C9308AD93}" dt="2024-11-06T05:29:13.920" v="4907" actId="207"/>
          <ac:spMkLst>
            <pc:docMk/>
            <pc:sldMk cId="644873091" sldId="1154"/>
            <ac:spMk id="1214" creationId="{1D0F625D-DBB9-9A29-F5D6-BC222A59A752}"/>
          </ac:spMkLst>
        </pc:spChg>
        <pc:spChg chg="mod">
          <ac:chgData name="Gareth Thomson | Football Queensland" userId="45505d28-f665-4546-80c4-7c2d16b5a302" providerId="ADAL" clId="{6E62CCBA-FA13-44CB-B563-9C9C9308AD93}" dt="2024-11-06T05:29:13.920" v="4907" actId="207"/>
          <ac:spMkLst>
            <pc:docMk/>
            <pc:sldMk cId="644873091" sldId="1154"/>
            <ac:spMk id="1215" creationId="{6FE437A5-E3AB-BBC2-EF16-6763901C9E98}"/>
          </ac:spMkLst>
        </pc:spChg>
        <pc:spChg chg="mod">
          <ac:chgData name="Gareth Thomson | Football Queensland" userId="45505d28-f665-4546-80c4-7c2d16b5a302" providerId="ADAL" clId="{6E62CCBA-FA13-44CB-B563-9C9C9308AD93}" dt="2024-11-13T01:23:57.017" v="14471" actId="1076"/>
          <ac:spMkLst>
            <pc:docMk/>
            <pc:sldMk cId="644873091" sldId="1154"/>
            <ac:spMk id="1216" creationId="{30A4FDA1-65FA-8A27-C04F-52842673A130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234" creationId="{4D282D64-223D-23E4-8EB6-41A01D0883F2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387" creationId="{E72D6944-F4B3-F3E9-12D3-F7564F47ECDA}"/>
          </ac:spMkLst>
        </pc:spChg>
        <pc:spChg chg="del">
          <ac:chgData name="Gareth Thomson | Football Queensland" userId="45505d28-f665-4546-80c4-7c2d16b5a302" providerId="ADAL" clId="{6E62CCBA-FA13-44CB-B563-9C9C9308AD93}" dt="2024-11-05T05:07:11.554" v="241" actId="478"/>
          <ac:spMkLst>
            <pc:docMk/>
            <pc:sldMk cId="644873091" sldId="1154"/>
            <ac:spMk id="1433" creationId="{9A5CB5E3-8FB7-78D6-6576-C0F010A0B96A}"/>
          </ac:spMkLst>
        </pc:spChg>
        <pc:spChg chg="del">
          <ac:chgData name="Gareth Thomson | Football Queensland" userId="45505d28-f665-4546-80c4-7c2d16b5a302" providerId="ADAL" clId="{6E62CCBA-FA13-44CB-B563-9C9C9308AD93}" dt="2024-11-05T05:07:11.554" v="241" actId="478"/>
          <ac:spMkLst>
            <pc:docMk/>
            <pc:sldMk cId="644873091" sldId="1154"/>
            <ac:spMk id="1434" creationId="{C0E0B9E3-1CAF-966E-F1F7-29E06CAAFFFF}"/>
          </ac:spMkLst>
        </pc:spChg>
        <pc:spChg chg="del">
          <ac:chgData name="Gareth Thomson | Football Queensland" userId="45505d28-f665-4546-80c4-7c2d16b5a302" providerId="ADAL" clId="{6E62CCBA-FA13-44CB-B563-9C9C9308AD93}" dt="2024-11-05T05:07:11.554" v="241" actId="478"/>
          <ac:spMkLst>
            <pc:docMk/>
            <pc:sldMk cId="644873091" sldId="1154"/>
            <ac:spMk id="1435" creationId="{25D65BC3-33BD-FB77-1292-649BFE001AA6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486" creationId="{70D83061-1B52-B4E0-42CB-44C986ACFB25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487" creationId="{D9B9A704-7981-4DC3-232F-24A8D42519B4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28" creationId="{084F9E88-71EC-BCB6-9526-0C0BA51AAD80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29" creationId="{05C8829D-98EA-4A8E-16E8-693E76B0B84E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30" creationId="{5067FB36-E877-0D09-BD30-BED43B6D3429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31" creationId="{7DBBB2D4-A453-9110-BB2F-871DE66ED8C6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32" creationId="{C4D22C8D-7B98-F6EC-10C6-31553699D1BB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33" creationId="{AB7DDA59-3F2E-14BE-8B18-71E7B3DCA123}"/>
          </ac:spMkLst>
        </pc:spChg>
        <pc:spChg chg="mod">
          <ac:chgData name="Gareth Thomson | Football Queensland" userId="45505d28-f665-4546-80c4-7c2d16b5a302" providerId="ADAL" clId="{6E62CCBA-FA13-44CB-B563-9C9C9308AD93}" dt="2024-11-13T01:09:17.303" v="14099" actId="692"/>
          <ac:spMkLst>
            <pc:docMk/>
            <pc:sldMk cId="644873091" sldId="1154"/>
            <ac:spMk id="1536" creationId="{89C23F7E-7EC7-51F2-2E77-ECA8958F6C32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47" creationId="{D6C111BD-C6A0-2114-6120-CB3FC9EC8F0A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48" creationId="{B85CE481-97AD-9A17-A618-496F4B15174C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49" creationId="{5D0C59F7-4F5D-9199-3400-E0AE64C6F0A9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50" creationId="{E6C828CF-18DE-1023-CD0D-7EC07BDCC2A2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51" creationId="{8A39E3BA-6D1F-9614-E9EF-2ADBAC2DD4BD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57" creationId="{06F60A49-2E76-3C8F-5D17-B9E98E9EF27C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63" creationId="{19C93BAC-EDB0-846D-25A4-63FA9FDF8039}"/>
          </ac:spMkLst>
        </pc:spChg>
        <pc:spChg chg="mod">
          <ac:chgData name="Gareth Thomson | Football Queensland" userId="45505d28-f665-4546-80c4-7c2d16b5a302" providerId="ADAL" clId="{6E62CCBA-FA13-44CB-B563-9C9C9308AD93}" dt="2024-11-13T01:09:17.303" v="14099" actId="692"/>
          <ac:spMkLst>
            <pc:docMk/>
            <pc:sldMk cId="644873091" sldId="1154"/>
            <ac:spMk id="1575" creationId="{68013AF4-42C1-D6AA-B8C5-A58E30BE9C0C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79" creationId="{E39037E9-E19B-645E-C5D9-35A1FB17DCFE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80" creationId="{5008DFCB-4584-AD76-79C3-BEFB49911285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81" creationId="{BB12FA81-ACFF-AE2A-438E-622ADD95D0B0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82" creationId="{3E14955D-54DC-F5F2-C49B-AE9AE9CB2C0D}"/>
          </ac:spMkLst>
        </pc:spChg>
        <pc:spChg chg="mod">
          <ac:chgData name="Gareth Thomson | Football Queensland" userId="45505d28-f665-4546-80c4-7c2d16b5a302" providerId="ADAL" clId="{6E62CCBA-FA13-44CB-B563-9C9C9308AD93}" dt="2024-11-05T05:08:24" v="245" actId="1076"/>
          <ac:spMkLst>
            <pc:docMk/>
            <pc:sldMk cId="644873091" sldId="1154"/>
            <ac:spMk id="1584" creationId="{9602DD41-2687-64C1-3C22-55F727271FAA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633" creationId="{F5D0B38E-FFCD-F8D3-8EF0-8ED3EA8BA451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634" creationId="{DD9BF6E0-CF5B-54F2-A61F-76E29BF5403F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635" creationId="{72004F3F-398F-221F-8B7B-66A07F7FA434}"/>
          </ac:spMkLst>
        </pc:spChg>
        <pc:spChg chg="del">
          <ac:chgData name="Gareth Thomson | Football Queensland" userId="45505d28-f665-4546-80c4-7c2d16b5a302" providerId="ADAL" clId="{6E62CCBA-FA13-44CB-B563-9C9C9308AD93}" dt="2024-11-05T05:08:13.135" v="244" actId="478"/>
          <ac:spMkLst>
            <pc:docMk/>
            <pc:sldMk cId="644873091" sldId="1154"/>
            <ac:spMk id="1636" creationId="{005133A8-26A7-A0A5-C999-47B0CD843857}"/>
          </ac:spMkLst>
        </pc:spChg>
        <pc:spChg chg="del">
          <ac:chgData name="Gareth Thomson | Football Queensland" userId="45505d28-f665-4546-80c4-7c2d16b5a302" providerId="ADAL" clId="{6E62CCBA-FA13-44CB-B563-9C9C9308AD93}" dt="2024-11-05T05:08:09.774" v="243" actId="478"/>
          <ac:spMkLst>
            <pc:docMk/>
            <pc:sldMk cId="644873091" sldId="1154"/>
            <ac:spMk id="1652" creationId="{FC30B833-799B-3162-64ED-14718CA53410}"/>
          </ac:spMkLst>
        </pc:spChg>
        <pc:grpChg chg="add del mod">
          <ac:chgData name="Gareth Thomson | Football Queensland" userId="45505d28-f665-4546-80c4-7c2d16b5a302" providerId="ADAL" clId="{6E62CCBA-FA13-44CB-B563-9C9C9308AD93}" dt="2024-11-05T22:51:59.549" v="1216" actId="478"/>
          <ac:grpSpMkLst>
            <pc:docMk/>
            <pc:sldMk cId="644873091" sldId="1154"/>
            <ac:grpSpMk id="25" creationId="{F3DFE64E-98E1-2C95-B588-489A84D92CB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2:21.361" v="1230" actId="688"/>
          <ac:grpSpMkLst>
            <pc:docMk/>
            <pc:sldMk cId="644873091" sldId="1154"/>
            <ac:grpSpMk id="30" creationId="{3D6BA65D-B491-4901-7FA6-CC73DEDCA9D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5T22:51:59.549" v="1216" actId="478"/>
          <ac:grpSpMkLst>
            <pc:docMk/>
            <pc:sldMk cId="644873091" sldId="1154"/>
            <ac:grpSpMk id="1091" creationId="{97027B30-6067-093A-506F-162BFD2A6AA0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36.101" v="247" actId="1076"/>
          <ac:grpSpMkLst>
            <pc:docMk/>
            <pc:sldMk cId="644873091" sldId="1154"/>
            <ac:grpSpMk id="1096" creationId="{81D7DE05-8218-4780-88BE-B0B88C3AB86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2:02.127" v="1217" actId="1076"/>
          <ac:grpSpMkLst>
            <pc:docMk/>
            <pc:sldMk cId="644873091" sldId="1154"/>
            <ac:grpSpMk id="1101" creationId="{236A8364-9901-1F0A-D0D9-EBF6E23FCCF4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102" creationId="{8F576CE6-2027-8883-E9A5-E9BDC57D3B32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6:01.762" v="13235" actId="1076"/>
          <ac:grpSpMkLst>
            <pc:docMk/>
            <pc:sldMk cId="644873091" sldId="1154"/>
            <ac:grpSpMk id="1107" creationId="{9B636D18-B754-5832-7FE2-5B0DF0F0C34F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4:01.418" v="14473" actId="1076"/>
          <ac:grpSpMkLst>
            <pc:docMk/>
            <pc:sldMk cId="644873091" sldId="1154"/>
            <ac:grpSpMk id="1112" creationId="{538DD887-5F38-DC8C-3D71-F49D5983A2D8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36.101" v="247" actId="1076"/>
          <ac:grpSpMkLst>
            <pc:docMk/>
            <pc:sldMk cId="644873091" sldId="1154"/>
            <ac:grpSpMk id="1152" creationId="{3280C666-EB78-E0FF-DB27-D5575667E2F6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36.101" v="247" actId="1076"/>
          <ac:grpSpMkLst>
            <pc:docMk/>
            <pc:sldMk cId="644873091" sldId="1154"/>
            <ac:grpSpMk id="1159" creationId="{1DFA21EC-1739-8B28-5646-562B285AA16C}"/>
          </ac:grpSpMkLst>
        </pc:grpChg>
        <pc:grpChg chg="add mod">
          <ac:chgData name="Gareth Thomson | Football Queensland" userId="45505d28-f665-4546-80c4-7c2d16b5a302" providerId="ADAL" clId="{6E62CCBA-FA13-44CB-B563-9C9C9308AD93}" dt="2024-11-05T05:10:36.101" v="247" actId="1076"/>
          <ac:grpSpMkLst>
            <pc:docMk/>
            <pc:sldMk cId="644873091" sldId="1154"/>
            <ac:grpSpMk id="1190" creationId="{691B16B4-89A3-5089-384E-B464D2305F0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2:23.029" v="1231" actId="1076"/>
          <ac:grpSpMkLst>
            <pc:docMk/>
            <pc:sldMk cId="644873091" sldId="1154"/>
            <ac:grpSpMk id="1195" creationId="{AA515AB2-B5CA-3AF6-51F0-2473EBC5F148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3:53.466" v="14469" actId="1076"/>
          <ac:grpSpMkLst>
            <pc:docMk/>
            <pc:sldMk cId="644873091" sldId="1154"/>
            <ac:grpSpMk id="1202" creationId="{83C9FEF1-6BB4-C289-515E-B94DEB02A1A2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3:58.970" v="14472" actId="1076"/>
          <ac:grpSpMkLst>
            <pc:docMk/>
            <pc:sldMk cId="644873091" sldId="1154"/>
            <ac:grpSpMk id="1207" creationId="{0FEC8799-1054-DE18-D4B8-02EB7397DB9B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208" creationId="{29DACCB9-CB69-3338-4E1D-0DC56F68A002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229" creationId="{DCE5E517-8CE3-440E-7C13-7F94E1E2E23D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488" creationId="{71246A47-006B-D1D3-E82D-0F73C0AB2B04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493" creationId="{CB14D9D9-C8F5-4B32-307F-BA3812F2937B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498" creationId="{4B92AC36-03D1-815D-EC81-1C2AF906423F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04" creationId="{E4CC32DA-0983-4075-1AF1-BA13CAF7A89B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20" creationId="{2E49B735-D2FF-5A67-1C5F-6FEC575BFC12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37" creationId="{F692B9DC-7074-5CDC-A673-4F5CF6176A18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42" creationId="{E06C2E4D-1DBA-63AC-E3E5-8AF0E3D9033D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52" creationId="{F92D3DE3-D9AE-1008-5631-0E73AB5CB7E0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58" creationId="{88C5F557-BB93-9A1B-8514-0464C75F976B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586" creationId="{C3B65A5D-D41B-8E14-AE32-92D44E008D0A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593" creationId="{CFA3BA48-7492-F986-80C9-8F5702029C8C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598" creationId="{1B8A09AD-31F5-53A7-0FCA-E7EBA1BD33F0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13.135" v="244" actId="478"/>
          <ac:grpSpMkLst>
            <pc:docMk/>
            <pc:sldMk cId="644873091" sldId="1154"/>
            <ac:grpSpMk id="1603" creationId="{4E820809-365D-E9B1-319D-78B673F1D5EC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08" creationId="{A72C8525-1C73-EAAD-7961-0788B8C4413C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13.135" v="244" actId="478"/>
          <ac:grpSpMkLst>
            <pc:docMk/>
            <pc:sldMk cId="644873091" sldId="1154"/>
            <ac:grpSpMk id="1613" creationId="{59EF90A6-8CC0-8458-2FE3-FDE710FA6093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18" creationId="{FF0FA940-EF90-D315-C55E-2E6ABE68F7F9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23" creationId="{A6EF911D-7DFD-B07B-FABD-6A0538B44A5A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28" creationId="{338EAD94-C7DA-7C87-DEAB-D672243AA476}"/>
          </ac:grpSpMkLst>
        </pc:grpChg>
        <pc:grpChg chg="mod">
          <ac:chgData name="Gareth Thomson | Football Queensland" userId="45505d28-f665-4546-80c4-7c2d16b5a302" providerId="ADAL" clId="{6E62CCBA-FA13-44CB-B563-9C9C9308AD93}" dt="2024-11-05T05:08:24" v="245" actId="1076"/>
          <ac:grpSpMkLst>
            <pc:docMk/>
            <pc:sldMk cId="644873091" sldId="1154"/>
            <ac:grpSpMk id="1637" creationId="{8C6A8415-AC2B-0AC5-F34E-CBF067B902D4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42" creationId="{84E92915-31A3-93C3-E587-5262A2A768E6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53" creationId="{A96E6B61-3F3E-2B4E-006C-CE505E3CD42B}"/>
          </ac:grpSpMkLst>
        </pc:grpChg>
        <pc:grpChg chg="del">
          <ac:chgData name="Gareth Thomson | Football Queensland" userId="45505d28-f665-4546-80c4-7c2d16b5a302" providerId="ADAL" clId="{6E62CCBA-FA13-44CB-B563-9C9C9308AD93}" dt="2024-11-05T05:08:09.774" v="243" actId="478"/>
          <ac:grpSpMkLst>
            <pc:docMk/>
            <pc:sldMk cId="644873091" sldId="1154"/>
            <ac:grpSpMk id="1658" creationId="{83A4D66A-1E94-8115-FEC1-4C9B6BFFCBA2}"/>
          </ac:grpSpMkLst>
        </pc:grpChg>
        <pc:picChg chg="del">
          <ac:chgData name="Gareth Thomson | Football Queensland" userId="45505d28-f665-4546-80c4-7c2d16b5a302" providerId="ADAL" clId="{6E62CCBA-FA13-44CB-B563-9C9C9308AD93}" dt="2024-11-12T04:09:32.678" v="11167" actId="478"/>
          <ac:picMkLst>
            <pc:docMk/>
            <pc:sldMk cId="644873091" sldId="1154"/>
            <ac:picMk id="7" creationId="{DAC8BF02-11AE-7203-40BF-AB99A39B3A1D}"/>
          </ac:picMkLst>
        </pc:picChg>
        <pc:picChg chg="add mod">
          <ac:chgData name="Gareth Thomson | Football Queensland" userId="45505d28-f665-4546-80c4-7c2d16b5a302" providerId="ADAL" clId="{6E62CCBA-FA13-44CB-B563-9C9C9308AD93}" dt="2024-11-12T04:09:33.171" v="11168"/>
          <ac:picMkLst>
            <pc:docMk/>
            <pc:sldMk cId="644873091" sldId="1154"/>
            <ac:picMk id="12" creationId="{93BB0E18-E960-7CC3-096B-03EFF1260B91}"/>
          </ac:picMkLst>
        </pc:picChg>
        <pc:picChg chg="del">
          <ac:chgData name="Gareth Thomson | Football Queensland" userId="45505d28-f665-4546-80c4-7c2d16b5a302" providerId="ADAL" clId="{6E62CCBA-FA13-44CB-B563-9C9C9308AD93}" dt="2024-11-12T04:09:32.678" v="11167" actId="478"/>
          <ac:picMkLst>
            <pc:docMk/>
            <pc:sldMk cId="644873091" sldId="1154"/>
            <ac:picMk id="15" creationId="{D4821E47-EAB2-8F92-EE8C-4E9DB2C57545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36.101" v="247" actId="1076"/>
          <ac:picMkLst>
            <pc:docMk/>
            <pc:sldMk cId="644873091" sldId="1154"/>
            <ac:picMk id="23" creationId="{B930E85C-8056-4626-811A-46825FD4A8EF}"/>
          </ac:picMkLst>
        </pc:picChg>
        <pc:picChg chg="add mod">
          <ac:chgData name="Gareth Thomson | Football Queensland" userId="45505d28-f665-4546-80c4-7c2d16b5a302" providerId="ADAL" clId="{6E62CCBA-FA13-44CB-B563-9C9C9308AD93}" dt="2024-11-05T05:10:36.101" v="247" actId="1076"/>
          <ac:picMkLst>
            <pc:docMk/>
            <pc:sldMk cId="644873091" sldId="1154"/>
            <ac:picMk id="24" creationId="{5B8DC664-B5A6-8DF6-D867-7CB6BD292857}"/>
          </ac:picMkLst>
        </pc:picChg>
        <pc:picChg chg="add mod">
          <ac:chgData name="Gareth Thomson | Football Queensland" userId="45505d28-f665-4546-80c4-7c2d16b5a302" providerId="ADAL" clId="{6E62CCBA-FA13-44CB-B563-9C9C9308AD93}" dt="2024-11-12T04:09:33.171" v="11168"/>
          <ac:picMkLst>
            <pc:docMk/>
            <pc:sldMk cId="644873091" sldId="1154"/>
            <ac:picMk id="27" creationId="{3225C5B3-17C8-6DD1-7778-4CB283BD6371}"/>
          </ac:picMkLst>
        </pc:picChg>
        <pc:picChg chg="del">
          <ac:chgData name="Gareth Thomson | Football Queensland" userId="45505d28-f665-4546-80c4-7c2d16b5a302" providerId="ADAL" clId="{6E62CCBA-FA13-44CB-B563-9C9C9308AD93}" dt="2024-11-05T05:08:09.774" v="243" actId="478"/>
          <ac:picMkLst>
            <pc:docMk/>
            <pc:sldMk cId="644873091" sldId="1154"/>
            <ac:picMk id="1184" creationId="{F2FAA7B4-046E-FC2C-2250-DD446E8CB4E5}"/>
          </ac:picMkLst>
        </pc:picChg>
        <pc:picChg chg="del">
          <ac:chgData name="Gareth Thomson | Football Queensland" userId="45505d28-f665-4546-80c4-7c2d16b5a302" providerId="ADAL" clId="{6E62CCBA-FA13-44CB-B563-9C9C9308AD93}" dt="2024-11-05T05:08:13.135" v="244" actId="478"/>
          <ac:picMkLst>
            <pc:docMk/>
            <pc:sldMk cId="644873091" sldId="1154"/>
            <ac:picMk id="1185" creationId="{20F37ED7-C252-F0FF-D525-C78FCF21DD6B}"/>
          </ac:picMkLst>
        </pc:picChg>
        <pc:picChg chg="mod">
          <ac:chgData name="Gareth Thomson | Football Queensland" userId="45505d28-f665-4546-80c4-7c2d16b5a302" providerId="ADAL" clId="{6E62CCBA-FA13-44CB-B563-9C9C9308AD93}" dt="2024-11-12T04:10:05.363" v="11172" actId="1035"/>
          <ac:picMkLst>
            <pc:docMk/>
            <pc:sldMk cId="644873091" sldId="1154"/>
            <ac:picMk id="1235" creationId="{EBCDFD7F-D438-E5F7-52FA-770600AED90F}"/>
          </ac:picMkLst>
        </pc:picChg>
        <pc:picChg chg="mod">
          <ac:chgData name="Gareth Thomson | Football Queensland" userId="45505d28-f665-4546-80c4-7c2d16b5a302" providerId="ADAL" clId="{6E62CCBA-FA13-44CB-B563-9C9C9308AD93}" dt="2024-11-12T04:10:05.363" v="11172" actId="1035"/>
          <ac:picMkLst>
            <pc:docMk/>
            <pc:sldMk cId="644873091" sldId="1154"/>
            <ac:picMk id="1503" creationId="{01EF5CDE-C7E6-4753-CE7E-5645BBBC96AC}"/>
          </ac:picMkLst>
        </pc:picChg>
        <pc:cxnChg chg="add del mod">
          <ac:chgData name="Gareth Thomson | Football Queensland" userId="45505d28-f665-4546-80c4-7c2d16b5a302" providerId="ADAL" clId="{6E62CCBA-FA13-44CB-B563-9C9C9308AD93}" dt="2024-11-13T01:23:49.268" v="14467" actId="478"/>
          <ac:cxnSpMkLst>
            <pc:docMk/>
            <pc:sldMk cId="644873091" sldId="1154"/>
            <ac:cxnSpMk id="13" creationId="{500C49CB-7A1F-0370-056C-188D8B3668B3}"/>
          </ac:cxnSpMkLst>
        </pc:cxnChg>
        <pc:cxnChg chg="add del mod">
          <ac:chgData name="Gareth Thomson | Football Queensland" userId="45505d28-f665-4546-80c4-7c2d16b5a302" providerId="ADAL" clId="{6E62CCBA-FA13-44CB-B563-9C9C9308AD93}" dt="2024-11-13T01:23:48.705" v="14466" actId="478"/>
          <ac:cxnSpMkLst>
            <pc:docMk/>
            <pc:sldMk cId="644873091" sldId="1154"/>
            <ac:cxnSpMk id="25" creationId="{7982489F-6AFE-75A5-7747-0D70D60977F9}"/>
          </ac:cxnSpMkLst>
        </pc:cxnChg>
        <pc:cxnChg chg="add del mod">
          <ac:chgData name="Gareth Thomson | Football Queensland" userId="45505d28-f665-4546-80c4-7c2d16b5a302" providerId="ADAL" clId="{6E62CCBA-FA13-44CB-B563-9C9C9308AD93}" dt="2024-11-13T01:23:43.373" v="14465" actId="478"/>
          <ac:cxnSpMkLst>
            <pc:docMk/>
            <pc:sldMk cId="644873091" sldId="1154"/>
            <ac:cxnSpMk id="26" creationId="{45A121B0-297C-E960-B20D-F76EFEDC6ABD}"/>
          </ac:cxnSpMkLst>
        </pc:cxnChg>
        <pc:cxnChg chg="add del mod">
          <ac:chgData name="Gareth Thomson | Football Queensland" userId="45505d28-f665-4546-80c4-7c2d16b5a302" providerId="ADAL" clId="{6E62CCBA-FA13-44CB-B563-9C9C9308AD93}" dt="2024-11-13T01:23:49.952" v="14468" actId="478"/>
          <ac:cxnSpMkLst>
            <pc:docMk/>
            <pc:sldMk cId="644873091" sldId="1154"/>
            <ac:cxnSpMk id="28" creationId="{0DA42E00-4228-4230-5626-FE7080654F7E}"/>
          </ac:cxnSpMkLst>
        </pc:cxnChg>
        <pc:cxnChg chg="mod">
          <ac:chgData name="Gareth Thomson | Football Queensland" userId="45505d28-f665-4546-80c4-7c2d16b5a302" providerId="ADAL" clId="{6E62CCBA-FA13-44CB-B563-9C9C9308AD93}" dt="2024-11-13T01:09:03.680" v="14074" actId="208"/>
          <ac:cxnSpMkLst>
            <pc:docMk/>
            <pc:sldMk cId="644873091" sldId="1154"/>
            <ac:cxnSpMk id="1509" creationId="{853D823A-E1B9-FE6B-464C-62E16D1E1346}"/>
          </ac:cxnSpMkLst>
        </pc:cxnChg>
        <pc:cxnChg chg="mod">
          <ac:chgData name="Gareth Thomson | Football Queensland" userId="45505d28-f665-4546-80c4-7c2d16b5a302" providerId="ADAL" clId="{6E62CCBA-FA13-44CB-B563-9C9C9308AD93}" dt="2024-11-13T01:09:03.680" v="14074" actId="208"/>
          <ac:cxnSpMkLst>
            <pc:docMk/>
            <pc:sldMk cId="644873091" sldId="1154"/>
            <ac:cxnSpMk id="1511" creationId="{1B6268B3-9E02-E015-C5F3-F55A44FB4393}"/>
          </ac:cxnSpMkLst>
        </pc:cxnChg>
        <pc:cxnChg chg="mod">
          <ac:chgData name="Gareth Thomson | Football Queensland" userId="45505d28-f665-4546-80c4-7c2d16b5a302" providerId="ADAL" clId="{6E62CCBA-FA13-44CB-B563-9C9C9308AD93}" dt="2024-11-12T04:03:38.984" v="11040" actId="692"/>
          <ac:cxnSpMkLst>
            <pc:docMk/>
            <pc:sldMk cId="644873091" sldId="1154"/>
            <ac:cxnSpMk id="1513" creationId="{A66F112A-B86F-7B0B-EDB7-8E637BA6AF43}"/>
          </ac:cxnSpMkLst>
        </pc:cxnChg>
        <pc:cxnChg chg="mod">
          <ac:chgData name="Gareth Thomson | Football Queensland" userId="45505d28-f665-4546-80c4-7c2d16b5a302" providerId="ADAL" clId="{6E62CCBA-FA13-44CB-B563-9C9C9308AD93}" dt="2024-11-13T01:08:53.764" v="14073" actId="208"/>
          <ac:cxnSpMkLst>
            <pc:docMk/>
            <pc:sldMk cId="644873091" sldId="1154"/>
            <ac:cxnSpMk id="1518" creationId="{415DA03D-9527-648F-337D-65FC1C25D729}"/>
          </ac:cxnSpMkLst>
        </pc:cxnChg>
        <pc:cxnChg chg="mod">
          <ac:chgData name="Gareth Thomson | Football Queensland" userId="45505d28-f665-4546-80c4-7c2d16b5a302" providerId="ADAL" clId="{6E62CCBA-FA13-44CB-B563-9C9C9308AD93}" dt="2024-11-13T01:09:06.412" v="14075" actId="208"/>
          <ac:cxnSpMkLst>
            <pc:docMk/>
            <pc:sldMk cId="644873091" sldId="1154"/>
            <ac:cxnSpMk id="1525" creationId="{927CAE04-AE4B-2F3D-0E43-32538EAEEB97}"/>
          </ac:cxnSpMkLst>
        </pc:cxnChg>
        <pc:cxnChg chg="mod">
          <ac:chgData name="Gareth Thomson | Football Queensland" userId="45505d28-f665-4546-80c4-7c2d16b5a302" providerId="ADAL" clId="{6E62CCBA-FA13-44CB-B563-9C9C9308AD93}" dt="2024-11-12T04:03:46.853" v="11042" actId="692"/>
          <ac:cxnSpMkLst>
            <pc:docMk/>
            <pc:sldMk cId="644873091" sldId="1154"/>
            <ac:cxnSpMk id="1564" creationId="{DD396C63-3199-F0FE-FF68-D23F545A08EE}"/>
          </ac:cxnSpMkLst>
        </pc:cxnChg>
        <pc:cxnChg chg="mod">
          <ac:chgData name="Gareth Thomson | Football Queensland" userId="45505d28-f665-4546-80c4-7c2d16b5a302" providerId="ADAL" clId="{6E62CCBA-FA13-44CB-B563-9C9C9308AD93}" dt="2024-11-12T04:03:46.853" v="11042" actId="692"/>
          <ac:cxnSpMkLst>
            <pc:docMk/>
            <pc:sldMk cId="644873091" sldId="1154"/>
            <ac:cxnSpMk id="1567" creationId="{0B53ADEA-1231-A04E-7DF1-D04567703941}"/>
          </ac:cxnSpMkLst>
        </pc:cxnChg>
        <pc:cxnChg chg="mod">
          <ac:chgData name="Gareth Thomson | Football Queensland" userId="45505d28-f665-4546-80c4-7c2d16b5a302" providerId="ADAL" clId="{6E62CCBA-FA13-44CB-B563-9C9C9308AD93}" dt="2024-11-13T01:09:23.747" v="14100" actId="208"/>
          <ac:cxnSpMkLst>
            <pc:docMk/>
            <pc:sldMk cId="644873091" sldId="1154"/>
            <ac:cxnSpMk id="1569" creationId="{0262302D-4CA1-3894-C2BA-C004FD1C6112}"/>
          </ac:cxnSpMkLst>
        </pc:cxnChg>
        <pc:cxnChg chg="mod">
          <ac:chgData name="Gareth Thomson | Football Queensland" userId="45505d28-f665-4546-80c4-7c2d16b5a302" providerId="ADAL" clId="{6E62CCBA-FA13-44CB-B563-9C9C9308AD93}" dt="2024-11-12T04:03:46.853" v="11042" actId="692"/>
          <ac:cxnSpMkLst>
            <pc:docMk/>
            <pc:sldMk cId="644873091" sldId="1154"/>
            <ac:cxnSpMk id="1573" creationId="{9381455B-8C6A-E6F1-10CC-D7CD0D52C7BD}"/>
          </ac:cxnSpMkLst>
        </pc:cxnChg>
        <pc:cxnChg chg="mod">
          <ac:chgData name="Gareth Thomson | Football Queensland" userId="45505d28-f665-4546-80c4-7c2d16b5a302" providerId="ADAL" clId="{6E62CCBA-FA13-44CB-B563-9C9C9308AD93}" dt="2024-11-12T04:03:46.853" v="11042" actId="692"/>
          <ac:cxnSpMkLst>
            <pc:docMk/>
            <pc:sldMk cId="644873091" sldId="1154"/>
            <ac:cxnSpMk id="1576" creationId="{341048BF-3618-83C4-899E-31B59CBB7FA1}"/>
          </ac:cxnSpMkLst>
        </pc:cxnChg>
        <pc:cxnChg chg="del">
          <ac:chgData name="Gareth Thomson | Football Queensland" userId="45505d28-f665-4546-80c4-7c2d16b5a302" providerId="ADAL" clId="{6E62CCBA-FA13-44CB-B563-9C9C9308AD93}" dt="2024-11-05T05:08:09.774" v="243" actId="478"/>
          <ac:cxnSpMkLst>
            <pc:docMk/>
            <pc:sldMk cId="644873091" sldId="1154"/>
            <ac:cxnSpMk id="1663" creationId="{969B2CF9-EB38-E809-ACBC-87D0E9054C11}"/>
          </ac:cxnSpMkLst>
        </pc:cxnChg>
        <pc:cxnChg chg="del">
          <ac:chgData name="Gareth Thomson | Football Queensland" userId="45505d28-f665-4546-80c4-7c2d16b5a302" providerId="ADAL" clId="{6E62CCBA-FA13-44CB-B563-9C9C9308AD93}" dt="2024-11-05T05:08:09.774" v="243" actId="478"/>
          <ac:cxnSpMkLst>
            <pc:docMk/>
            <pc:sldMk cId="644873091" sldId="1154"/>
            <ac:cxnSpMk id="1665" creationId="{09A51B6C-6C0C-EFAE-B56B-23938C6DA060}"/>
          </ac:cxnSpMkLst>
        </pc:cxnChg>
        <pc:cxnChg chg="del">
          <ac:chgData name="Gareth Thomson | Football Queensland" userId="45505d28-f665-4546-80c4-7c2d16b5a302" providerId="ADAL" clId="{6E62CCBA-FA13-44CB-B563-9C9C9308AD93}" dt="2024-11-05T05:08:09.774" v="243" actId="478"/>
          <ac:cxnSpMkLst>
            <pc:docMk/>
            <pc:sldMk cId="644873091" sldId="1154"/>
            <ac:cxnSpMk id="1669" creationId="{4D240CBC-2D24-8314-9FE2-536284B97DE8}"/>
          </ac:cxnSpMkLst>
        </pc:cxnChg>
        <pc:cxnChg chg="del">
          <ac:chgData name="Gareth Thomson | Football Queensland" userId="45505d28-f665-4546-80c4-7c2d16b5a302" providerId="ADAL" clId="{6E62CCBA-FA13-44CB-B563-9C9C9308AD93}" dt="2024-11-05T05:08:09.774" v="243" actId="478"/>
          <ac:cxnSpMkLst>
            <pc:docMk/>
            <pc:sldMk cId="644873091" sldId="1154"/>
            <ac:cxnSpMk id="1670" creationId="{E32C6A57-E4B3-A26E-0E7E-C789928B13D9}"/>
          </ac:cxnSpMkLst>
        </pc:cxnChg>
      </pc:sldChg>
      <pc:sldChg chg="delSp modSp mod">
        <pc:chgData name="Gareth Thomson | Football Queensland" userId="45505d28-f665-4546-80c4-7c2d16b5a302" providerId="ADAL" clId="{6E62CCBA-FA13-44CB-B563-9C9C9308AD93}" dt="2024-11-07T00:52:37.822" v="10112" actId="20577"/>
        <pc:sldMkLst>
          <pc:docMk/>
          <pc:sldMk cId="1948147583" sldId="1155"/>
        </pc:sldMkLst>
        <pc:spChg chg="mod">
          <ac:chgData name="Gareth Thomson | Football Queensland" userId="45505d28-f665-4546-80c4-7c2d16b5a302" providerId="ADAL" clId="{6E62CCBA-FA13-44CB-B563-9C9C9308AD93}" dt="2024-11-07T00:52:37.822" v="10112" actId="20577"/>
          <ac:spMkLst>
            <pc:docMk/>
            <pc:sldMk cId="1948147583" sldId="1155"/>
            <ac:spMk id="17" creationId="{8C3677D2-CEC8-91F0-6E9B-B32F0D3B36D7}"/>
          </ac:spMkLst>
        </pc:spChg>
        <pc:spChg chg="del">
          <ac:chgData name="Gareth Thomson | Football Queensland" userId="45505d28-f665-4546-80c4-7c2d16b5a302" providerId="ADAL" clId="{6E62CCBA-FA13-44CB-B563-9C9C9308AD93}" dt="2024-11-05T04:43:14.950" v="32" actId="478"/>
          <ac:spMkLst>
            <pc:docMk/>
            <pc:sldMk cId="1948147583" sldId="1155"/>
            <ac:spMk id="60" creationId="{A157EB6B-B254-9200-E41E-D6EEB3FF6D11}"/>
          </ac:spMkLst>
        </pc:spChg>
        <pc:spChg chg="del">
          <ac:chgData name="Gareth Thomson | Football Queensland" userId="45505d28-f665-4546-80c4-7c2d16b5a302" providerId="ADAL" clId="{6E62CCBA-FA13-44CB-B563-9C9C9308AD93}" dt="2024-11-05T04:43:14.950" v="32" actId="478"/>
          <ac:spMkLst>
            <pc:docMk/>
            <pc:sldMk cId="1948147583" sldId="1155"/>
            <ac:spMk id="61" creationId="{B592B336-506B-FCFA-208A-133350E36451}"/>
          </ac:spMkLst>
        </pc:spChg>
        <pc:picChg chg="mod">
          <ac:chgData name="Gareth Thomson | Football Queensland" userId="45505d28-f665-4546-80c4-7c2d16b5a302" providerId="ADAL" clId="{6E62CCBA-FA13-44CB-B563-9C9C9308AD93}" dt="2024-11-06T20:46:18.981" v="7851" actId="1076"/>
          <ac:picMkLst>
            <pc:docMk/>
            <pc:sldMk cId="1948147583" sldId="1155"/>
            <ac:picMk id="40" creationId="{E23DC903-6BFE-2644-C6B1-1FC9F8DA21ED}"/>
          </ac:picMkLst>
        </pc:picChg>
        <pc:picChg chg="del">
          <ac:chgData name="Gareth Thomson | Football Queensland" userId="45505d28-f665-4546-80c4-7c2d16b5a302" providerId="ADAL" clId="{6E62CCBA-FA13-44CB-B563-9C9C9308AD93}" dt="2024-11-05T04:43:14.950" v="32" actId="478"/>
          <ac:picMkLst>
            <pc:docMk/>
            <pc:sldMk cId="1948147583" sldId="1155"/>
            <ac:picMk id="45" creationId="{F4098E2E-9554-BF02-A623-C39640B29D8E}"/>
          </ac:picMkLst>
        </pc:picChg>
        <pc:picChg chg="del">
          <ac:chgData name="Gareth Thomson | Football Queensland" userId="45505d28-f665-4546-80c4-7c2d16b5a302" providerId="ADAL" clId="{6E62CCBA-FA13-44CB-B563-9C9C9308AD93}" dt="2024-11-05T04:43:14.950" v="32" actId="478"/>
          <ac:picMkLst>
            <pc:docMk/>
            <pc:sldMk cId="1948147583" sldId="1155"/>
            <ac:picMk id="56" creationId="{2051649B-0F19-EB82-7698-B457B252CF43}"/>
          </ac:picMkLst>
        </pc:picChg>
        <pc:picChg chg="del">
          <ac:chgData name="Gareth Thomson | Football Queensland" userId="45505d28-f665-4546-80c4-7c2d16b5a302" providerId="ADAL" clId="{6E62CCBA-FA13-44CB-B563-9C9C9308AD93}" dt="2024-11-05T04:43:17.801" v="33" actId="478"/>
          <ac:picMkLst>
            <pc:docMk/>
            <pc:sldMk cId="1948147583" sldId="1155"/>
            <ac:picMk id="58" creationId="{DB1296A8-1A95-7B2D-8FF7-1911D27763C8}"/>
          </ac:picMkLst>
        </pc:picChg>
        <pc:picChg chg="del">
          <ac:chgData name="Gareth Thomson | Football Queensland" userId="45505d28-f665-4546-80c4-7c2d16b5a302" providerId="ADAL" clId="{6E62CCBA-FA13-44CB-B563-9C9C9308AD93}" dt="2024-11-05T04:43:17.801" v="33" actId="478"/>
          <ac:picMkLst>
            <pc:docMk/>
            <pc:sldMk cId="1948147583" sldId="1155"/>
            <ac:picMk id="59" creationId="{91AD0E57-5058-7E04-4468-52662D655D05}"/>
          </ac:picMkLst>
        </pc:picChg>
      </pc:sldChg>
      <pc:sldChg chg="modSp del mod">
        <pc:chgData name="Gareth Thomson | Football Queensland" userId="45505d28-f665-4546-80c4-7c2d16b5a302" providerId="ADAL" clId="{6E62CCBA-FA13-44CB-B563-9C9C9308AD93}" dt="2024-11-05T04:43:58.161" v="81" actId="47"/>
        <pc:sldMkLst>
          <pc:docMk/>
          <pc:sldMk cId="782902624" sldId="1156"/>
        </pc:sldMkLst>
        <pc:spChg chg="mod">
          <ac:chgData name="Gareth Thomson | Football Queensland" userId="45505d28-f665-4546-80c4-7c2d16b5a302" providerId="ADAL" clId="{6E62CCBA-FA13-44CB-B563-9C9C9308AD93}" dt="2024-11-05T04:43:41.190" v="73" actId="20577"/>
          <ac:spMkLst>
            <pc:docMk/>
            <pc:sldMk cId="782902624" sldId="1156"/>
            <ac:spMk id="23" creationId="{F7FE835C-765D-2BEE-5B03-DB41B7EB3A52}"/>
          </ac:spMkLst>
        </pc:spChg>
        <pc:spChg chg="mod">
          <ac:chgData name="Gareth Thomson | Football Queensland" userId="45505d28-f665-4546-80c4-7c2d16b5a302" providerId="ADAL" clId="{6E62CCBA-FA13-44CB-B563-9C9C9308AD93}" dt="2024-11-05T04:43:46.245" v="80" actId="20577"/>
          <ac:spMkLst>
            <pc:docMk/>
            <pc:sldMk cId="782902624" sldId="1156"/>
            <ac:spMk id="24" creationId="{544E496E-C1B3-7F8D-470D-0CB73C90896D}"/>
          </ac:spMkLst>
        </pc:spChg>
      </pc:sldChg>
      <pc:sldChg chg="addSp delSp modSp add del mod">
        <pc:chgData name="Gareth Thomson | Football Queensland" userId="45505d28-f665-4546-80c4-7c2d16b5a302" providerId="ADAL" clId="{6E62CCBA-FA13-44CB-B563-9C9C9308AD93}" dt="2024-11-05T22:00:07.476" v="697" actId="47"/>
        <pc:sldMkLst>
          <pc:docMk/>
          <pc:sldMk cId="1434493931" sldId="1156"/>
        </pc:sldMkLst>
        <pc:spChg chg="del mod">
          <ac:chgData name="Gareth Thomson | Football Queensland" userId="45505d28-f665-4546-80c4-7c2d16b5a302" providerId="ADAL" clId="{6E62CCBA-FA13-44CB-B563-9C9C9308AD93}" dt="2024-11-05T20:33:00.101" v="425" actId="478"/>
          <ac:spMkLst>
            <pc:docMk/>
            <pc:sldMk cId="1434493931" sldId="1156"/>
            <ac:spMk id="2" creationId="{0A3F450E-1935-D212-9379-3FEE75EA950E}"/>
          </ac:spMkLst>
        </pc:spChg>
        <pc:spChg chg="ord">
          <ac:chgData name="Gareth Thomson | Football Queensland" userId="45505d28-f665-4546-80c4-7c2d16b5a302" providerId="ADAL" clId="{6E62CCBA-FA13-44CB-B563-9C9C9308AD93}" dt="2024-11-05T20:32:15.630" v="418" actId="166"/>
          <ac:spMkLst>
            <pc:docMk/>
            <pc:sldMk cId="1434493931" sldId="1156"/>
            <ac:spMk id="4" creationId="{4BE61742-10C8-1AC6-3F87-8792E8240DE4}"/>
          </ac:spMkLst>
        </pc:spChg>
        <pc:spChg chg="add mod">
          <ac:chgData name="Gareth Thomson | Football Queensland" userId="45505d28-f665-4546-80c4-7c2d16b5a302" providerId="ADAL" clId="{6E62CCBA-FA13-44CB-B563-9C9C9308AD93}" dt="2024-11-05T20:35:11.651" v="430" actId="34135"/>
          <ac:spMkLst>
            <pc:docMk/>
            <pc:sldMk cId="1434493931" sldId="1156"/>
            <ac:spMk id="5" creationId="{C5FC0C30-90C0-1899-F9D7-4A1F730294C8}"/>
          </ac:spMkLst>
        </pc:spChg>
        <pc:spChg chg="del">
          <ac:chgData name="Gareth Thomson | Football Queensland" userId="45505d28-f665-4546-80c4-7c2d16b5a302" providerId="ADAL" clId="{6E62CCBA-FA13-44CB-B563-9C9C9308AD93}" dt="2024-11-05T05:26:23.324" v="253" actId="478"/>
          <ac:spMkLst>
            <pc:docMk/>
            <pc:sldMk cId="1434493931" sldId="1156"/>
            <ac:spMk id="6" creationId="{ECB24479-42D9-86C0-7824-8196D592FE96}"/>
          </ac:spMkLst>
        </pc:spChg>
        <pc:spChg chg="mod">
          <ac:chgData name="Gareth Thomson | Football Queensland" userId="45505d28-f665-4546-80c4-7c2d16b5a302" providerId="ADAL" clId="{6E62CCBA-FA13-44CB-B563-9C9C9308AD93}" dt="2024-11-05T20:27:41.493" v="361" actId="14100"/>
          <ac:spMkLst>
            <pc:docMk/>
            <pc:sldMk cId="1434493931" sldId="1156"/>
            <ac:spMk id="7" creationId="{635E5290-DE98-C260-D2AB-2AC06ECEF330}"/>
          </ac:spMkLst>
        </pc:spChg>
        <pc:spChg chg="add del mod">
          <ac:chgData name="Gareth Thomson | Football Queensland" userId="45505d28-f665-4546-80c4-7c2d16b5a302" providerId="ADAL" clId="{6E62CCBA-FA13-44CB-B563-9C9C9308AD93}" dt="2024-11-05T20:32:52.949" v="423" actId="478"/>
          <ac:spMkLst>
            <pc:docMk/>
            <pc:sldMk cId="1434493931" sldId="1156"/>
            <ac:spMk id="10" creationId="{35F2128F-CE0D-F0CD-6C17-966A9998FA46}"/>
          </ac:spMkLst>
        </pc:spChg>
        <pc:spChg chg="add mod">
          <ac:chgData name="Gareth Thomson | Football Queensland" userId="45505d28-f665-4546-80c4-7c2d16b5a302" providerId="ADAL" clId="{6E62CCBA-FA13-44CB-B563-9C9C9308AD93}" dt="2024-11-05T20:46:56.675" v="563" actId="20577"/>
          <ac:spMkLst>
            <pc:docMk/>
            <pc:sldMk cId="1434493931" sldId="1156"/>
            <ac:spMk id="11" creationId="{6BBE822E-2FF1-5533-BED3-B4C51183CD49}"/>
          </ac:spMkLst>
        </pc:spChg>
        <pc:spChg chg="add del mod">
          <ac:chgData name="Gareth Thomson | Football Queensland" userId="45505d28-f665-4546-80c4-7c2d16b5a302" providerId="ADAL" clId="{6E62CCBA-FA13-44CB-B563-9C9C9308AD93}" dt="2024-11-05T20:34:28.883" v="429" actId="478"/>
          <ac:spMkLst>
            <pc:docMk/>
            <pc:sldMk cId="1434493931" sldId="1156"/>
            <ac:spMk id="12" creationId="{F61A4449-5F2A-38A9-11D1-CE9059332D8A}"/>
          </ac:spMkLst>
        </pc:spChg>
        <pc:spChg chg="add mod">
          <ac:chgData name="Gareth Thomson | Football Queensland" userId="45505d28-f665-4546-80c4-7c2d16b5a302" providerId="ADAL" clId="{6E62CCBA-FA13-44CB-B563-9C9C9308AD93}" dt="2024-11-05T20:35:35.175" v="433" actId="1076"/>
          <ac:spMkLst>
            <pc:docMk/>
            <pc:sldMk cId="1434493931" sldId="1156"/>
            <ac:spMk id="13" creationId="{F2A71BA3-9D82-115A-1DA0-4B22AAB7AA98}"/>
          </ac:spMkLst>
        </pc:spChg>
        <pc:spChg chg="del mod">
          <ac:chgData name="Gareth Thomson | Football Queensland" userId="45505d28-f665-4546-80c4-7c2d16b5a302" providerId="ADAL" clId="{6E62CCBA-FA13-44CB-B563-9C9C9308AD93}" dt="2024-11-05T05:27:45.912" v="267" actId="478"/>
          <ac:spMkLst>
            <pc:docMk/>
            <pc:sldMk cId="1434493931" sldId="1156"/>
            <ac:spMk id="15" creationId="{22995E74-92A7-806D-A7BB-A7E64A7C20AE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6" creationId="{C4098F60-A281-5A36-F59C-BB325816476E}"/>
          </ac:spMkLst>
        </pc:spChg>
        <pc:spChg chg="mod">
          <ac:chgData name="Gareth Thomson | Football Queensland" userId="45505d28-f665-4546-80c4-7c2d16b5a302" providerId="ADAL" clId="{6E62CCBA-FA13-44CB-B563-9C9C9308AD93}" dt="2024-11-05T20:35:11.651" v="430" actId="34135"/>
          <ac:spMkLst>
            <pc:docMk/>
            <pc:sldMk cId="1434493931" sldId="1156"/>
            <ac:spMk id="17" creationId="{26E6C585-E2E5-B921-3DDE-452ADCE16027}"/>
          </ac:spMkLst>
        </pc:spChg>
        <pc:spChg chg="del">
          <ac:chgData name="Gareth Thomson | Football Queensland" userId="45505d28-f665-4546-80c4-7c2d16b5a302" providerId="ADAL" clId="{6E62CCBA-FA13-44CB-B563-9C9C9308AD93}" dt="2024-11-05T05:26:49.541" v="258" actId="478"/>
          <ac:spMkLst>
            <pc:docMk/>
            <pc:sldMk cId="1434493931" sldId="1156"/>
            <ac:spMk id="18" creationId="{13459E4C-B1B5-8720-E402-C0423C7F8468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9" creationId="{C279B0D6-79A2-44BE-99B0-4FE51B1952DE}"/>
          </ac:spMkLst>
        </pc:spChg>
        <pc:spChg chg="mod">
          <ac:chgData name="Gareth Thomson | Football Queensland" userId="45505d28-f665-4546-80c4-7c2d16b5a302" providerId="ADAL" clId="{6E62CCBA-FA13-44CB-B563-9C9C9308AD93}" dt="2024-11-05T20:29:17.694" v="412" actId="20577"/>
          <ac:spMkLst>
            <pc:docMk/>
            <pc:sldMk cId="1434493931" sldId="1156"/>
            <ac:spMk id="20" creationId="{ECCBBD3D-12ED-421D-59EC-1E3C661FBA9E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21" creationId="{4FB2155A-39ED-93C9-6CFF-69133FCC0FDE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22" creationId="{87EB9723-4C36-BDA9-4B7E-A2D70EAB8D96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27" creationId="{55EB3663-5BF7-6E33-F653-E07AE19050BF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28" creationId="{CF038E28-D70F-DCA1-539D-3105DC313E3E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29" creationId="{381FE493-306D-826A-1347-7579E79E8970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30" creationId="{013DCFDA-17BE-C17E-2967-D03AA4EB08FE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032" creationId="{9B70D0DA-ADC1-8D32-0F48-0E40630FCE65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034" creationId="{5DF39778-EF2B-BCB3-EDAB-4DD3A41914A0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51" creationId="{EDD2D2CF-F2DF-007D-6799-1B31E2FFBF99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52" creationId="{124FAB5E-56D7-9F34-7B77-0159C5224713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53" creationId="{764FA971-59EF-D3A3-AA83-16DBEF7FBEEB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54" creationId="{B130974F-8BFD-8AC7-3346-9D65FA3D2404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55" creationId="{41305B2B-36EB-DF3F-64C4-CDEDA9D05F9B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90" creationId="{B4624503-C9F2-5C9D-D3FD-EF49F7E17604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91" creationId="{2CA5902C-59C3-8E98-843C-4085550398F0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92" creationId="{8B5879F1-5C05-6B20-C49A-2D2BEECD6229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93" creationId="{A9AF34AB-F985-69AF-728B-CA04E21A9014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094" creationId="{27FE8180-315C-0522-7372-9341BF310D22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00" creationId="{1FDE8F45-1790-3DDD-739A-96FDA87DBE5B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02" creationId="{24D3DE4E-26BA-748C-A80A-C66A93EDCBFD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07" creationId="{107CD3F1-523E-30C2-BDB7-A4DDE386EB3A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2" creationId="{9D2827AB-60A9-DA06-FA52-B1842C4B9417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4" creationId="{EDD1ED7C-769B-6DE3-7891-00D9997E4DCC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5" creationId="{876F285B-B861-26D0-ECB1-63BE77C2EBBF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6" creationId="{222160D4-D825-B1A1-24A7-83A075C882DE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7" creationId="{52256235-C920-BB8C-5646-62E9244DEB29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18" creationId="{964E9F06-4388-97BD-E13B-1362F530D3A7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27" creationId="{CE63473E-0C84-7BE3-4642-20BF6DD5C090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29" creationId="{15A53AB0-C5B3-B8DD-E29E-7DA3E5ECEC59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30" creationId="{8CBBDCB0-B259-8599-9037-8940E4C89E79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31" creationId="{1E9195B6-4FDC-26CD-A3FC-946C5ADEC0A3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32" creationId="{2AA48DBD-A1E3-EB5F-9200-6181D63DC5DE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51" creationId="{C5B0A2F1-F022-BE8C-73E7-A9BB77618979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58" creationId="{4FD59C29-5951-D3DD-3F9F-82C14DF7892A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0" creationId="{8841B1FC-3EFF-A596-84AC-C77E476112CE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1" creationId="{692DD130-955F-B4A4-F826-071591B8E71A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62" creationId="{5F083339-7A34-F1CE-7E6C-43690214BB03}"/>
          </ac:spMkLst>
        </pc:spChg>
        <pc:spChg chg="mod">
          <ac:chgData name="Gareth Thomson | Football Queensland" userId="45505d28-f665-4546-80c4-7c2d16b5a302" providerId="ADAL" clId="{6E62CCBA-FA13-44CB-B563-9C9C9308AD93}" dt="2024-11-05T20:37:55.734" v="490" actId="20577"/>
          <ac:spMkLst>
            <pc:docMk/>
            <pc:sldMk cId="1434493931" sldId="1156"/>
            <ac:spMk id="1163" creationId="{02EA0692-3030-CC66-2D22-24CACC956AED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5" creationId="{5DB2C3AE-AB55-3A0D-6242-E6648C458FC7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6" creationId="{548DABE4-14BB-06BE-F56A-5B26F571AC6A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7" creationId="{DF8BC42F-985F-4F23-04FD-B0F482339350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68" creationId="{D492FCE5-C3A3-8DAA-42A8-DC7A060E5CED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0" creationId="{E315F3CC-B49E-3C54-381B-5C9AAE5C60C8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1" creationId="{8FABEEBB-5981-ABE4-994C-29674B1D76A8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2" creationId="{C74E14F0-71F9-21D0-8D7E-22CF6875B382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3" creationId="{5C7F279F-6D05-60A7-AA63-7C5B6AF73AEB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5" creationId="{B4F16597-7DA2-7007-9559-BF79C90363F3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6" creationId="{B7F09324-9904-5DC0-754E-82D3F8D893F8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7" creationId="{8C1E53FA-2B3B-6CC1-DFA5-9598B465DDA0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78" creationId="{BA690807-FB0D-D32E-7E01-74B799AB91BF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0" creationId="{67BA56F0-B3B6-F00E-B8B6-09F3AC3D64E6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1" creationId="{433FBA3A-51DE-96A7-F48C-E119E62EB51B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2" creationId="{EEACDF6F-41DC-A762-7A17-D1ADD26F39AB}"/>
          </ac:spMkLst>
        </pc:spChg>
        <pc:spChg chg="mod">
          <ac:chgData name="Gareth Thomson | Football Queensland" userId="45505d28-f665-4546-80c4-7c2d16b5a302" providerId="ADAL" clId="{6E62CCBA-FA13-44CB-B563-9C9C9308AD93}" dt="2024-11-05T20:37:53.166" v="489" actId="20577"/>
          <ac:spMkLst>
            <pc:docMk/>
            <pc:sldMk cId="1434493931" sldId="1156"/>
            <ac:spMk id="1183" creationId="{497A4A66-910F-433E-3DCE-E75E2935F017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5" creationId="{CCE56870-53DA-6594-170D-EA472955F432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6" creationId="{48162562-AD5A-24AB-67E8-F74B2E44AD27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7" creationId="{B48AEE32-2D7F-C595-8158-D6FB63AB0DE3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88" creationId="{F2C61A89-F461-97EA-CDF1-37C5F37DB316}"/>
          </ac:spMkLst>
        </pc:spChg>
        <pc:spChg chg="add mod">
          <ac:chgData name="Gareth Thomson | Football Queensland" userId="45505d28-f665-4546-80c4-7c2d16b5a302" providerId="ADAL" clId="{6E62CCBA-FA13-44CB-B563-9C9C9308AD93}" dt="2024-11-05T20:38:04.991" v="491" actId="1076"/>
          <ac:spMkLst>
            <pc:docMk/>
            <pc:sldMk cId="1434493931" sldId="1156"/>
            <ac:spMk id="1189" creationId="{47D5AFDF-F36F-53DC-3298-219B1B845A92}"/>
          </ac:spMkLst>
        </pc:spChg>
        <pc:spChg chg="add mod">
          <ac:chgData name="Gareth Thomson | Football Queensland" userId="45505d28-f665-4546-80c4-7c2d16b5a302" providerId="ADAL" clId="{6E62CCBA-FA13-44CB-B563-9C9C9308AD93}" dt="2024-11-05T20:38:04.991" v="491" actId="1076"/>
          <ac:spMkLst>
            <pc:docMk/>
            <pc:sldMk cId="1434493931" sldId="1156"/>
            <ac:spMk id="1190" creationId="{214DC42E-A728-E8A6-6FFD-DCF21BF69F62}"/>
          </ac:spMkLst>
        </pc:spChg>
        <pc:spChg chg="add mod">
          <ac:chgData name="Gareth Thomson | Football Queensland" userId="45505d28-f665-4546-80c4-7c2d16b5a302" providerId="ADAL" clId="{6E62CCBA-FA13-44CB-B563-9C9C9308AD93}" dt="2024-11-05T20:38:04.991" v="491" actId="1076"/>
          <ac:spMkLst>
            <pc:docMk/>
            <pc:sldMk cId="1434493931" sldId="1156"/>
            <ac:spMk id="1191" creationId="{3ABA0E17-0B55-AE26-E321-79449A6AC976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192" creationId="{1E851FCC-15F7-4C3B-7017-F353CD11CD18}"/>
          </ac:spMkLst>
        </pc:spChg>
        <pc:spChg chg="add mod">
          <ac:chgData name="Gareth Thomson | Football Queensland" userId="45505d28-f665-4546-80c4-7c2d16b5a302" providerId="ADAL" clId="{6E62CCBA-FA13-44CB-B563-9C9C9308AD93}" dt="2024-11-05T20:36:54.542" v="449" actId="1076"/>
          <ac:spMkLst>
            <pc:docMk/>
            <pc:sldMk cId="1434493931" sldId="1156"/>
            <ac:spMk id="1195" creationId="{EC637CBF-46BB-3F1E-4F13-1E7941668508}"/>
          </ac:spMkLst>
        </pc:spChg>
        <pc:spChg chg="add mod">
          <ac:chgData name="Gareth Thomson | Football Queensland" userId="45505d28-f665-4546-80c4-7c2d16b5a302" providerId="ADAL" clId="{6E62CCBA-FA13-44CB-B563-9C9C9308AD93}" dt="2024-11-05T20:36:54.542" v="449" actId="1076"/>
          <ac:spMkLst>
            <pc:docMk/>
            <pc:sldMk cId="1434493931" sldId="1156"/>
            <ac:spMk id="1196" creationId="{D397E81A-46F2-57E7-D2E3-281176EC1F31}"/>
          </ac:spMkLst>
        </pc:spChg>
        <pc:spChg chg="add mod">
          <ac:chgData name="Gareth Thomson | Football Queensland" userId="45505d28-f665-4546-80c4-7c2d16b5a302" providerId="ADAL" clId="{6E62CCBA-FA13-44CB-B563-9C9C9308AD93}" dt="2024-11-05T20:36:54.542" v="449" actId="1076"/>
          <ac:spMkLst>
            <pc:docMk/>
            <pc:sldMk cId="1434493931" sldId="1156"/>
            <ac:spMk id="1197" creationId="{0E02DBC2-13A3-917D-B187-7544BD716243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199" creationId="{BD3C99DE-F1A2-421A-2925-B3C974D1D312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0" creationId="{7C61C513-0D01-57AC-33FA-49EB3816A246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1" creationId="{D995B3C4-795C-FB39-FA75-39F05E67F05E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2" creationId="{D463C547-4E70-A48B-EFB4-21D29AFE11F3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5" creationId="{4753339E-1399-8D19-7952-C18D8A589EF1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6" creationId="{46AFDF42-EAE4-7411-B205-285B67FC5762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7" creationId="{1A2BB142-8EBF-55A0-9C53-14E239CEDAEE}"/>
          </ac:spMkLst>
        </pc:spChg>
        <pc:spChg chg="mod">
          <ac:chgData name="Gareth Thomson | Football Queensland" userId="45505d28-f665-4546-80c4-7c2d16b5a302" providerId="ADAL" clId="{6E62CCBA-FA13-44CB-B563-9C9C9308AD93}" dt="2024-11-05T20:34:20.366" v="427"/>
          <ac:spMkLst>
            <pc:docMk/>
            <pc:sldMk cId="1434493931" sldId="1156"/>
            <ac:spMk id="1208" creationId="{B1FCEF7A-E005-5634-A5D7-F426141B27BA}"/>
          </ac:spMkLst>
        </pc:spChg>
        <pc:spChg chg="add mod">
          <ac:chgData name="Gareth Thomson | Football Queensland" userId="45505d28-f665-4546-80c4-7c2d16b5a302" providerId="ADAL" clId="{6E62CCBA-FA13-44CB-B563-9C9C9308AD93}" dt="2024-11-05T20:36:31.944" v="446" actId="20577"/>
          <ac:spMkLst>
            <pc:docMk/>
            <pc:sldMk cId="1434493931" sldId="1156"/>
            <ac:spMk id="1209" creationId="{71A0F7E6-F250-BADE-EFFB-6CB05369DAA8}"/>
          </ac:spMkLst>
        </pc:spChg>
        <pc:spChg chg="add mod">
          <ac:chgData name="Gareth Thomson | Football Queensland" userId="45505d28-f665-4546-80c4-7c2d16b5a302" providerId="ADAL" clId="{6E62CCBA-FA13-44CB-B563-9C9C9308AD93}" dt="2024-11-05T20:37:02.733" v="450" actId="1076"/>
          <ac:spMkLst>
            <pc:docMk/>
            <pc:sldMk cId="1434493931" sldId="1156"/>
            <ac:spMk id="1210" creationId="{CD686950-7952-09C5-FE14-E03F2BE6946D}"/>
          </ac:spMkLst>
        </pc:spChg>
        <pc:spChg chg="add mod">
          <ac:chgData name="Gareth Thomson | Football Queensland" userId="45505d28-f665-4546-80c4-7c2d16b5a302" providerId="ADAL" clId="{6E62CCBA-FA13-44CB-B563-9C9C9308AD93}" dt="2024-11-05T20:40:44.439" v="531" actId="1076"/>
          <ac:spMkLst>
            <pc:docMk/>
            <pc:sldMk cId="1434493931" sldId="1156"/>
            <ac:spMk id="1217" creationId="{4F2FD865-9F1D-5E62-CB7A-C3C3FA1012C0}"/>
          </ac:spMkLst>
        </pc:spChg>
        <pc:spChg chg="add mod">
          <ac:chgData name="Gareth Thomson | Football Queensland" userId="45505d28-f665-4546-80c4-7c2d16b5a302" providerId="ADAL" clId="{6E62CCBA-FA13-44CB-B563-9C9C9308AD93}" dt="2024-11-05T20:40:25.189" v="523" actId="1076"/>
          <ac:spMkLst>
            <pc:docMk/>
            <pc:sldMk cId="1434493931" sldId="1156"/>
            <ac:spMk id="1219" creationId="{1386DDF9-C9D3-3C0D-94C1-971620D05FA1}"/>
          </ac:spMkLst>
        </pc:spChg>
        <pc:spChg chg="add mod">
          <ac:chgData name="Gareth Thomson | Football Queensland" userId="45505d28-f665-4546-80c4-7c2d16b5a302" providerId="ADAL" clId="{6E62CCBA-FA13-44CB-B563-9C9C9308AD93}" dt="2024-11-05T20:44:43.305" v="540" actId="1076"/>
          <ac:spMkLst>
            <pc:docMk/>
            <pc:sldMk cId="1434493931" sldId="1156"/>
            <ac:spMk id="1220" creationId="{75C27AAF-17E8-B281-FD8E-5F4DBD791A09}"/>
          </ac:spMkLst>
        </pc:spChg>
        <pc:spChg chg="mod">
          <ac:chgData name="Gareth Thomson | Football Queensland" userId="45505d28-f665-4546-80c4-7c2d16b5a302" providerId="ADAL" clId="{6E62CCBA-FA13-44CB-B563-9C9C9308AD93}" dt="2024-11-05T20:44:45.787" v="541"/>
          <ac:spMkLst>
            <pc:docMk/>
            <pc:sldMk cId="1434493931" sldId="1156"/>
            <ac:spMk id="1222" creationId="{CA895FEE-3FCA-EF77-A472-17331C0E94AA}"/>
          </ac:spMkLst>
        </pc:spChg>
        <pc:spChg chg="mod">
          <ac:chgData name="Gareth Thomson | Football Queensland" userId="45505d28-f665-4546-80c4-7c2d16b5a302" providerId="ADAL" clId="{6E62CCBA-FA13-44CB-B563-9C9C9308AD93}" dt="2024-11-05T20:44:45.787" v="541"/>
          <ac:spMkLst>
            <pc:docMk/>
            <pc:sldMk cId="1434493931" sldId="1156"/>
            <ac:spMk id="1223" creationId="{9C3989D1-7F2D-7C0D-5E19-DF04BE124BED}"/>
          </ac:spMkLst>
        </pc:spChg>
        <pc:spChg chg="mod">
          <ac:chgData name="Gareth Thomson | Football Queensland" userId="45505d28-f665-4546-80c4-7c2d16b5a302" providerId="ADAL" clId="{6E62CCBA-FA13-44CB-B563-9C9C9308AD93}" dt="2024-11-05T20:44:45.787" v="541"/>
          <ac:spMkLst>
            <pc:docMk/>
            <pc:sldMk cId="1434493931" sldId="1156"/>
            <ac:spMk id="1224" creationId="{26377B65-87B2-61BD-2C4C-1AFCD4DB3BD8}"/>
          </ac:spMkLst>
        </pc:spChg>
        <pc:spChg chg="mod">
          <ac:chgData name="Gareth Thomson | Football Queensland" userId="45505d28-f665-4546-80c4-7c2d16b5a302" providerId="ADAL" clId="{6E62CCBA-FA13-44CB-B563-9C9C9308AD93}" dt="2024-11-05T21:22:01.320" v="640" actId="20577"/>
          <ac:spMkLst>
            <pc:docMk/>
            <pc:sldMk cId="1434493931" sldId="1156"/>
            <ac:spMk id="1225" creationId="{6C7C7DF4-04A7-DEA4-4A42-1017970D3D2C}"/>
          </ac:spMkLst>
        </pc:spChg>
        <pc:spChg chg="add mod">
          <ac:chgData name="Gareth Thomson | Football Queensland" userId="45505d28-f665-4546-80c4-7c2d16b5a302" providerId="ADAL" clId="{6E62CCBA-FA13-44CB-B563-9C9C9308AD93}" dt="2024-11-05T21:21:12.237" v="613" actId="1076"/>
          <ac:spMkLst>
            <pc:docMk/>
            <pc:sldMk cId="1434493931" sldId="1156"/>
            <ac:spMk id="1227" creationId="{C1FC7C0E-8DE8-D24B-8BF9-493C6BB65BE1}"/>
          </ac:spMkLst>
        </pc:spChg>
        <pc:spChg chg="add mod">
          <ac:chgData name="Gareth Thomson | Football Queensland" userId="45505d28-f665-4546-80c4-7c2d16b5a302" providerId="ADAL" clId="{6E62CCBA-FA13-44CB-B563-9C9C9308AD93}" dt="2024-11-05T21:21:36.351" v="632" actId="1036"/>
          <ac:spMkLst>
            <pc:docMk/>
            <pc:sldMk cId="1434493931" sldId="1156"/>
            <ac:spMk id="1230" creationId="{01CE1416-AD6B-EB08-E0AD-0E2ED13B1A7E}"/>
          </ac:spMkLst>
        </pc:spChg>
        <pc:spChg chg="add mod">
          <ac:chgData name="Gareth Thomson | Football Queensland" userId="45505d28-f665-4546-80c4-7c2d16b5a302" providerId="ADAL" clId="{6E62CCBA-FA13-44CB-B563-9C9C9308AD93}" dt="2024-11-05T21:21:26.806" v="618" actId="1076"/>
          <ac:spMkLst>
            <pc:docMk/>
            <pc:sldMk cId="1434493931" sldId="1156"/>
            <ac:spMk id="1231" creationId="{4EB73275-7D5F-B986-2A9F-51806B42B76A}"/>
          </ac:spMkLst>
        </pc:spChg>
        <pc:spChg chg="add mod">
          <ac:chgData name="Gareth Thomson | Football Queensland" userId="45505d28-f665-4546-80c4-7c2d16b5a302" providerId="ADAL" clId="{6E62CCBA-FA13-44CB-B563-9C9C9308AD93}" dt="2024-11-05T21:21:36.351" v="632" actId="1036"/>
          <ac:spMkLst>
            <pc:docMk/>
            <pc:sldMk cId="1434493931" sldId="1156"/>
            <ac:spMk id="1232" creationId="{6EBB600D-E092-157F-7338-1009386DE889}"/>
          </ac:spMkLst>
        </pc:spChg>
        <pc:spChg chg="mod">
          <ac:chgData name="Gareth Thomson | Football Queensland" userId="45505d28-f665-4546-80c4-7c2d16b5a302" providerId="ADAL" clId="{6E62CCBA-FA13-44CB-B563-9C9C9308AD93}" dt="2024-11-05T21:22:06.830" v="642"/>
          <ac:spMkLst>
            <pc:docMk/>
            <pc:sldMk cId="1434493931" sldId="1156"/>
            <ac:spMk id="1234" creationId="{A9BB42DC-79E2-1DE4-1F15-36C7B6580662}"/>
          </ac:spMkLst>
        </pc:spChg>
        <pc:spChg chg="mod">
          <ac:chgData name="Gareth Thomson | Football Queensland" userId="45505d28-f665-4546-80c4-7c2d16b5a302" providerId="ADAL" clId="{6E62CCBA-FA13-44CB-B563-9C9C9308AD93}" dt="2024-11-05T21:22:06.830" v="642"/>
          <ac:spMkLst>
            <pc:docMk/>
            <pc:sldMk cId="1434493931" sldId="1156"/>
            <ac:spMk id="1235" creationId="{289CD07C-3AF2-182B-25FF-F1CD9B46CCE4}"/>
          </ac:spMkLst>
        </pc:spChg>
        <pc:spChg chg="mod">
          <ac:chgData name="Gareth Thomson | Football Queensland" userId="45505d28-f665-4546-80c4-7c2d16b5a302" providerId="ADAL" clId="{6E62CCBA-FA13-44CB-B563-9C9C9308AD93}" dt="2024-11-05T21:22:06.830" v="642"/>
          <ac:spMkLst>
            <pc:docMk/>
            <pc:sldMk cId="1434493931" sldId="1156"/>
            <ac:spMk id="1236" creationId="{5954DF5B-5A4C-A21C-DEAC-5682B1EFF117}"/>
          </ac:spMkLst>
        </pc:spChg>
        <pc:spChg chg="mod">
          <ac:chgData name="Gareth Thomson | Football Queensland" userId="45505d28-f665-4546-80c4-7c2d16b5a302" providerId="ADAL" clId="{6E62CCBA-FA13-44CB-B563-9C9C9308AD93}" dt="2024-11-05T21:22:06.830" v="642"/>
          <ac:spMkLst>
            <pc:docMk/>
            <pc:sldMk cId="1434493931" sldId="1156"/>
            <ac:spMk id="1237" creationId="{E4BF6AA7-B5BB-5A06-7A5D-32F3FBE5A4AD}"/>
          </ac:spMkLst>
        </pc:spChg>
        <pc:spChg chg="mod">
          <ac:chgData name="Gareth Thomson | Football Queensland" userId="45505d28-f665-4546-80c4-7c2d16b5a302" providerId="ADAL" clId="{6E62CCBA-FA13-44CB-B563-9C9C9308AD93}" dt="2024-11-05T21:22:13.277" v="645"/>
          <ac:spMkLst>
            <pc:docMk/>
            <pc:sldMk cId="1434493931" sldId="1156"/>
            <ac:spMk id="1239" creationId="{9B45EF96-FBE6-8FBC-7DED-CD0BA26BD5F9}"/>
          </ac:spMkLst>
        </pc:spChg>
        <pc:spChg chg="mod">
          <ac:chgData name="Gareth Thomson | Football Queensland" userId="45505d28-f665-4546-80c4-7c2d16b5a302" providerId="ADAL" clId="{6E62CCBA-FA13-44CB-B563-9C9C9308AD93}" dt="2024-11-05T21:22:13.277" v="645"/>
          <ac:spMkLst>
            <pc:docMk/>
            <pc:sldMk cId="1434493931" sldId="1156"/>
            <ac:spMk id="1240" creationId="{FBA8D639-3ADA-14E9-3AE1-DC004302598E}"/>
          </ac:spMkLst>
        </pc:spChg>
        <pc:spChg chg="mod">
          <ac:chgData name="Gareth Thomson | Football Queensland" userId="45505d28-f665-4546-80c4-7c2d16b5a302" providerId="ADAL" clId="{6E62CCBA-FA13-44CB-B563-9C9C9308AD93}" dt="2024-11-05T21:22:13.277" v="645"/>
          <ac:spMkLst>
            <pc:docMk/>
            <pc:sldMk cId="1434493931" sldId="1156"/>
            <ac:spMk id="1241" creationId="{E5F77CCD-B24D-B647-BBA7-64C1545BC831}"/>
          </ac:spMkLst>
        </pc:spChg>
        <pc:spChg chg="mod">
          <ac:chgData name="Gareth Thomson | Football Queensland" userId="45505d28-f665-4546-80c4-7c2d16b5a302" providerId="ADAL" clId="{6E62CCBA-FA13-44CB-B563-9C9C9308AD93}" dt="2024-11-05T21:22:13.277" v="645"/>
          <ac:spMkLst>
            <pc:docMk/>
            <pc:sldMk cId="1434493931" sldId="1156"/>
            <ac:spMk id="1242" creationId="{89A7A341-72C4-9ACC-37E1-12AC21EADBD4}"/>
          </ac:spMkLst>
        </pc:spChg>
        <pc:spChg chg="mod">
          <ac:chgData name="Gareth Thomson | Football Queensland" userId="45505d28-f665-4546-80c4-7c2d16b5a302" providerId="ADAL" clId="{6E62CCBA-FA13-44CB-B563-9C9C9308AD93}" dt="2024-11-05T21:22:23.022" v="649"/>
          <ac:spMkLst>
            <pc:docMk/>
            <pc:sldMk cId="1434493931" sldId="1156"/>
            <ac:spMk id="1244" creationId="{EBDC4554-F3C1-4162-D00B-6334A8183DBE}"/>
          </ac:spMkLst>
        </pc:spChg>
        <pc:spChg chg="mod">
          <ac:chgData name="Gareth Thomson | Football Queensland" userId="45505d28-f665-4546-80c4-7c2d16b5a302" providerId="ADAL" clId="{6E62CCBA-FA13-44CB-B563-9C9C9308AD93}" dt="2024-11-05T21:22:23.022" v="649"/>
          <ac:spMkLst>
            <pc:docMk/>
            <pc:sldMk cId="1434493931" sldId="1156"/>
            <ac:spMk id="1245" creationId="{F16639E2-B812-8995-E631-0A6DBA4EC0A7}"/>
          </ac:spMkLst>
        </pc:spChg>
        <pc:spChg chg="mod">
          <ac:chgData name="Gareth Thomson | Football Queensland" userId="45505d28-f665-4546-80c4-7c2d16b5a302" providerId="ADAL" clId="{6E62CCBA-FA13-44CB-B563-9C9C9308AD93}" dt="2024-11-05T21:22:23.022" v="649"/>
          <ac:spMkLst>
            <pc:docMk/>
            <pc:sldMk cId="1434493931" sldId="1156"/>
            <ac:spMk id="1246" creationId="{D2355564-23F7-C2C0-7AEA-5332F4F7A7A4}"/>
          </ac:spMkLst>
        </pc:spChg>
        <pc:spChg chg="mod">
          <ac:chgData name="Gareth Thomson | Football Queensland" userId="45505d28-f665-4546-80c4-7c2d16b5a302" providerId="ADAL" clId="{6E62CCBA-FA13-44CB-B563-9C9C9308AD93}" dt="2024-11-05T21:22:23.022" v="649"/>
          <ac:spMkLst>
            <pc:docMk/>
            <pc:sldMk cId="1434493931" sldId="1156"/>
            <ac:spMk id="1247" creationId="{F5916A88-4A00-8642-7923-D37C505EB98F}"/>
          </ac:spMkLst>
        </pc:spChg>
        <pc:spChg chg="mod">
          <ac:chgData name="Gareth Thomson | Football Queensland" userId="45505d28-f665-4546-80c4-7c2d16b5a302" providerId="ADAL" clId="{6E62CCBA-FA13-44CB-B563-9C9C9308AD93}" dt="2024-11-05T21:22:39.954" v="652"/>
          <ac:spMkLst>
            <pc:docMk/>
            <pc:sldMk cId="1434493931" sldId="1156"/>
            <ac:spMk id="1249" creationId="{8416B8B4-994E-B313-19D5-29E3D265A437}"/>
          </ac:spMkLst>
        </pc:spChg>
        <pc:spChg chg="mod">
          <ac:chgData name="Gareth Thomson | Football Queensland" userId="45505d28-f665-4546-80c4-7c2d16b5a302" providerId="ADAL" clId="{6E62CCBA-FA13-44CB-B563-9C9C9308AD93}" dt="2024-11-05T21:22:39.954" v="652"/>
          <ac:spMkLst>
            <pc:docMk/>
            <pc:sldMk cId="1434493931" sldId="1156"/>
            <ac:spMk id="1250" creationId="{4FF5D71B-0CC2-034B-3E88-D72F2AF6B8C0}"/>
          </ac:spMkLst>
        </pc:spChg>
        <pc:spChg chg="mod">
          <ac:chgData name="Gareth Thomson | Football Queensland" userId="45505d28-f665-4546-80c4-7c2d16b5a302" providerId="ADAL" clId="{6E62CCBA-FA13-44CB-B563-9C9C9308AD93}" dt="2024-11-05T21:22:39.954" v="652"/>
          <ac:spMkLst>
            <pc:docMk/>
            <pc:sldMk cId="1434493931" sldId="1156"/>
            <ac:spMk id="1251" creationId="{3AA556D3-1AD0-BB05-85ED-698FC2445657}"/>
          </ac:spMkLst>
        </pc:spChg>
        <pc:spChg chg="mod">
          <ac:chgData name="Gareth Thomson | Football Queensland" userId="45505d28-f665-4546-80c4-7c2d16b5a302" providerId="ADAL" clId="{6E62CCBA-FA13-44CB-B563-9C9C9308AD93}" dt="2024-11-05T21:22:39.954" v="652"/>
          <ac:spMkLst>
            <pc:docMk/>
            <pc:sldMk cId="1434493931" sldId="1156"/>
            <ac:spMk id="1252" creationId="{33445025-CA71-CAD6-EB7A-32EB3FB0EAD0}"/>
          </ac:spMkLst>
        </pc:spChg>
        <pc:spChg chg="add mod">
          <ac:chgData name="Gareth Thomson | Football Queensland" userId="45505d28-f665-4546-80c4-7c2d16b5a302" providerId="ADAL" clId="{6E62CCBA-FA13-44CB-B563-9C9C9308AD93}" dt="2024-11-05T21:22:54.121" v="656" actId="1076"/>
          <ac:spMkLst>
            <pc:docMk/>
            <pc:sldMk cId="1434493931" sldId="1156"/>
            <ac:spMk id="1253" creationId="{97B7F6CD-A334-DA37-C1DF-12F94234051B}"/>
          </ac:spMkLst>
        </pc:spChg>
        <pc:spChg chg="mod">
          <ac:chgData name="Gareth Thomson | Football Queensland" userId="45505d28-f665-4546-80c4-7c2d16b5a302" providerId="ADAL" clId="{6E62CCBA-FA13-44CB-B563-9C9C9308AD93}" dt="2024-11-05T21:22:55.705" v="657"/>
          <ac:spMkLst>
            <pc:docMk/>
            <pc:sldMk cId="1434493931" sldId="1156"/>
            <ac:spMk id="1255" creationId="{AB27C12E-FD49-3117-DE80-132A42BD1D39}"/>
          </ac:spMkLst>
        </pc:spChg>
        <pc:spChg chg="mod">
          <ac:chgData name="Gareth Thomson | Football Queensland" userId="45505d28-f665-4546-80c4-7c2d16b5a302" providerId="ADAL" clId="{6E62CCBA-FA13-44CB-B563-9C9C9308AD93}" dt="2024-11-05T21:22:55.705" v="657"/>
          <ac:spMkLst>
            <pc:docMk/>
            <pc:sldMk cId="1434493931" sldId="1156"/>
            <ac:spMk id="1256" creationId="{6D1BB094-D0F0-08B8-A30F-353D22BA4E04}"/>
          </ac:spMkLst>
        </pc:spChg>
        <pc:spChg chg="mod">
          <ac:chgData name="Gareth Thomson | Football Queensland" userId="45505d28-f665-4546-80c4-7c2d16b5a302" providerId="ADAL" clId="{6E62CCBA-FA13-44CB-B563-9C9C9308AD93}" dt="2024-11-05T21:22:55.705" v="657"/>
          <ac:spMkLst>
            <pc:docMk/>
            <pc:sldMk cId="1434493931" sldId="1156"/>
            <ac:spMk id="1257" creationId="{5EB6C4BF-9C5E-69E1-85CE-2DDC6DA223C4}"/>
          </ac:spMkLst>
        </pc:spChg>
        <pc:spChg chg="mod">
          <ac:chgData name="Gareth Thomson | Football Queensland" userId="45505d28-f665-4546-80c4-7c2d16b5a302" providerId="ADAL" clId="{6E62CCBA-FA13-44CB-B563-9C9C9308AD93}" dt="2024-11-05T21:22:55.705" v="657"/>
          <ac:spMkLst>
            <pc:docMk/>
            <pc:sldMk cId="1434493931" sldId="1156"/>
            <ac:spMk id="1258" creationId="{CEDA003F-15C9-6575-A4EE-296ADF5669BE}"/>
          </ac:spMkLst>
        </pc:spChg>
        <pc:spChg chg="add mod">
          <ac:chgData name="Gareth Thomson | Football Queensland" userId="45505d28-f665-4546-80c4-7c2d16b5a302" providerId="ADAL" clId="{6E62CCBA-FA13-44CB-B563-9C9C9308AD93}" dt="2024-11-05T21:23:30.897" v="672" actId="1076"/>
          <ac:spMkLst>
            <pc:docMk/>
            <pc:sldMk cId="1434493931" sldId="1156"/>
            <ac:spMk id="1259" creationId="{38FAFBAF-B3AA-1F74-DA21-794F4CCF4FF0}"/>
          </ac:spMkLst>
        </pc:spChg>
        <pc:spChg chg="mod">
          <ac:chgData name="Gareth Thomson | Football Queensland" userId="45505d28-f665-4546-80c4-7c2d16b5a302" providerId="ADAL" clId="{6E62CCBA-FA13-44CB-B563-9C9C9308AD93}" dt="2024-11-05T21:22:58.649" v="659"/>
          <ac:spMkLst>
            <pc:docMk/>
            <pc:sldMk cId="1434493931" sldId="1156"/>
            <ac:spMk id="1261" creationId="{90E7522C-4FA6-062B-88CA-2FD5F7E19AEE}"/>
          </ac:spMkLst>
        </pc:spChg>
        <pc:spChg chg="mod">
          <ac:chgData name="Gareth Thomson | Football Queensland" userId="45505d28-f665-4546-80c4-7c2d16b5a302" providerId="ADAL" clId="{6E62CCBA-FA13-44CB-B563-9C9C9308AD93}" dt="2024-11-05T21:22:58.649" v="659"/>
          <ac:spMkLst>
            <pc:docMk/>
            <pc:sldMk cId="1434493931" sldId="1156"/>
            <ac:spMk id="1262" creationId="{AC60119C-E25F-13E8-BD28-5B8365E39FE5}"/>
          </ac:spMkLst>
        </pc:spChg>
        <pc:spChg chg="mod">
          <ac:chgData name="Gareth Thomson | Football Queensland" userId="45505d28-f665-4546-80c4-7c2d16b5a302" providerId="ADAL" clId="{6E62CCBA-FA13-44CB-B563-9C9C9308AD93}" dt="2024-11-05T21:22:58.649" v="659"/>
          <ac:spMkLst>
            <pc:docMk/>
            <pc:sldMk cId="1434493931" sldId="1156"/>
            <ac:spMk id="1263" creationId="{EC9C8EFE-124E-6EDE-595A-AE1E120B63B6}"/>
          </ac:spMkLst>
        </pc:spChg>
        <pc:spChg chg="mod">
          <ac:chgData name="Gareth Thomson | Football Queensland" userId="45505d28-f665-4546-80c4-7c2d16b5a302" providerId="ADAL" clId="{6E62CCBA-FA13-44CB-B563-9C9C9308AD93}" dt="2024-11-05T21:22:58.649" v="659"/>
          <ac:spMkLst>
            <pc:docMk/>
            <pc:sldMk cId="1434493931" sldId="1156"/>
            <ac:spMk id="1264" creationId="{D16A650E-ADE4-F4C4-24E6-23973ED4CC7E}"/>
          </ac:spMkLst>
        </pc:spChg>
        <pc:spChg chg="add mod">
          <ac:chgData name="Gareth Thomson | Football Queensland" userId="45505d28-f665-4546-80c4-7c2d16b5a302" providerId="ADAL" clId="{6E62CCBA-FA13-44CB-B563-9C9C9308AD93}" dt="2024-11-05T21:23:25.440" v="670" actId="1076"/>
          <ac:spMkLst>
            <pc:docMk/>
            <pc:sldMk cId="1434493931" sldId="1156"/>
            <ac:spMk id="1265" creationId="{6863E615-C137-B48C-0E96-3D052C7248F4}"/>
          </ac:spMkLst>
        </pc:spChg>
        <pc:spChg chg="mod">
          <ac:chgData name="Gareth Thomson | Football Queensland" userId="45505d28-f665-4546-80c4-7c2d16b5a302" providerId="ADAL" clId="{6E62CCBA-FA13-44CB-B563-9C9C9308AD93}" dt="2024-11-05T21:23:01.323" v="661"/>
          <ac:spMkLst>
            <pc:docMk/>
            <pc:sldMk cId="1434493931" sldId="1156"/>
            <ac:spMk id="1267" creationId="{B73A9243-14F6-A018-2A43-80C34C034CC3}"/>
          </ac:spMkLst>
        </pc:spChg>
        <pc:spChg chg="mod">
          <ac:chgData name="Gareth Thomson | Football Queensland" userId="45505d28-f665-4546-80c4-7c2d16b5a302" providerId="ADAL" clId="{6E62CCBA-FA13-44CB-B563-9C9C9308AD93}" dt="2024-11-05T21:23:01.323" v="661"/>
          <ac:spMkLst>
            <pc:docMk/>
            <pc:sldMk cId="1434493931" sldId="1156"/>
            <ac:spMk id="1268" creationId="{F3FD902E-3B3D-F924-FDE3-CEB6D2A04E24}"/>
          </ac:spMkLst>
        </pc:spChg>
        <pc:spChg chg="mod">
          <ac:chgData name="Gareth Thomson | Football Queensland" userId="45505d28-f665-4546-80c4-7c2d16b5a302" providerId="ADAL" clId="{6E62CCBA-FA13-44CB-B563-9C9C9308AD93}" dt="2024-11-05T21:23:01.323" v="661"/>
          <ac:spMkLst>
            <pc:docMk/>
            <pc:sldMk cId="1434493931" sldId="1156"/>
            <ac:spMk id="1269" creationId="{2BE485B2-B1B1-7D51-AF06-9448E5E3E0C1}"/>
          </ac:spMkLst>
        </pc:spChg>
        <pc:spChg chg="mod">
          <ac:chgData name="Gareth Thomson | Football Queensland" userId="45505d28-f665-4546-80c4-7c2d16b5a302" providerId="ADAL" clId="{6E62CCBA-FA13-44CB-B563-9C9C9308AD93}" dt="2024-11-05T21:23:01.323" v="661"/>
          <ac:spMkLst>
            <pc:docMk/>
            <pc:sldMk cId="1434493931" sldId="1156"/>
            <ac:spMk id="1270" creationId="{B5A75803-8DA7-0898-6C23-B1106D12E3C3}"/>
          </ac:spMkLst>
        </pc:spChg>
        <pc:spChg chg="add mod">
          <ac:chgData name="Gareth Thomson | Football Queensland" userId="45505d28-f665-4546-80c4-7c2d16b5a302" providerId="ADAL" clId="{6E62CCBA-FA13-44CB-B563-9C9C9308AD93}" dt="2024-11-05T21:23:18.478" v="668" actId="1076"/>
          <ac:spMkLst>
            <pc:docMk/>
            <pc:sldMk cId="1434493931" sldId="1156"/>
            <ac:spMk id="1271" creationId="{3724303F-CF45-47F5-8AB7-7008722EE5EB}"/>
          </ac:spMkLst>
        </pc:spChg>
        <pc:spChg chg="mod">
          <ac:chgData name="Gareth Thomson | Football Queensland" userId="45505d28-f665-4546-80c4-7c2d16b5a302" providerId="ADAL" clId="{6E62CCBA-FA13-44CB-B563-9C9C9308AD93}" dt="2024-11-05T21:23:03.876" v="663"/>
          <ac:spMkLst>
            <pc:docMk/>
            <pc:sldMk cId="1434493931" sldId="1156"/>
            <ac:spMk id="1273" creationId="{55FFE141-5206-EB6A-00F8-0A441199C764}"/>
          </ac:spMkLst>
        </pc:spChg>
        <pc:spChg chg="mod">
          <ac:chgData name="Gareth Thomson | Football Queensland" userId="45505d28-f665-4546-80c4-7c2d16b5a302" providerId="ADAL" clId="{6E62CCBA-FA13-44CB-B563-9C9C9308AD93}" dt="2024-11-05T21:23:03.876" v="663"/>
          <ac:spMkLst>
            <pc:docMk/>
            <pc:sldMk cId="1434493931" sldId="1156"/>
            <ac:spMk id="1274" creationId="{D24A15BC-B131-D768-EA11-CD5AE2E88391}"/>
          </ac:spMkLst>
        </pc:spChg>
        <pc:spChg chg="mod">
          <ac:chgData name="Gareth Thomson | Football Queensland" userId="45505d28-f665-4546-80c4-7c2d16b5a302" providerId="ADAL" clId="{6E62CCBA-FA13-44CB-B563-9C9C9308AD93}" dt="2024-11-05T21:23:03.876" v="663"/>
          <ac:spMkLst>
            <pc:docMk/>
            <pc:sldMk cId="1434493931" sldId="1156"/>
            <ac:spMk id="1275" creationId="{0F1D7D43-DCE9-6370-F29A-77EF3BC40FC7}"/>
          </ac:spMkLst>
        </pc:spChg>
        <pc:spChg chg="mod">
          <ac:chgData name="Gareth Thomson | Football Queensland" userId="45505d28-f665-4546-80c4-7c2d16b5a302" providerId="ADAL" clId="{6E62CCBA-FA13-44CB-B563-9C9C9308AD93}" dt="2024-11-05T21:23:03.876" v="663"/>
          <ac:spMkLst>
            <pc:docMk/>
            <pc:sldMk cId="1434493931" sldId="1156"/>
            <ac:spMk id="1276" creationId="{CC684381-FCD8-FBEC-1D27-923B51987348}"/>
          </ac:spMkLst>
        </pc:spChg>
        <pc:spChg chg="add mod">
          <ac:chgData name="Gareth Thomson | Football Queensland" userId="45505d28-f665-4546-80c4-7c2d16b5a302" providerId="ADAL" clId="{6E62CCBA-FA13-44CB-B563-9C9C9308AD93}" dt="2024-11-05T21:23:11.648" v="666" actId="1076"/>
          <ac:spMkLst>
            <pc:docMk/>
            <pc:sldMk cId="1434493931" sldId="1156"/>
            <ac:spMk id="1277" creationId="{73D85002-B3EC-AE84-71D5-E5D47FEBF88A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278" creationId="{5B7349B9-66AA-9AA8-3209-B0F86658A16E}"/>
          </ac:spMkLst>
        </pc:spChg>
        <pc:spChg chg="add mod">
          <ac:chgData name="Gareth Thomson | Football Queensland" userId="45505d28-f665-4546-80c4-7c2d16b5a302" providerId="ADAL" clId="{6E62CCBA-FA13-44CB-B563-9C9C9308AD93}" dt="2024-11-05T21:23:57.271" v="677" actId="1076"/>
          <ac:spMkLst>
            <pc:docMk/>
            <pc:sldMk cId="1434493931" sldId="1156"/>
            <ac:spMk id="1279" creationId="{06B5B7C3-6231-3196-58A6-3325305EEA30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280" creationId="{7CD728BF-6E29-2FE0-E221-46269812B6E4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390" creationId="{3E42BB46-EED4-F182-8852-B60E60F4F477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391" creationId="{07C6E3E3-0E65-E740-EF4D-DA85CBF27077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392" creationId="{06B3B3F6-6385-7460-DA71-DA89A7750A5D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393" creationId="{9D8F05CC-A7DF-617E-2182-13A6F0903882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394" creationId="{9B756383-06DA-E8E8-0972-D874E8F19DD3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395" creationId="{42DF7B47-D06C-DE6C-66D8-D4F6702D5230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406" creationId="{919669A2-2162-4F8F-8FB6-288B829CAFDF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407" creationId="{57EA35D0-0310-B5C4-0D96-A0EE522A468F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408" creationId="{D60A68B6-61BB-0075-C5D3-0DCED3A9F873}"/>
          </ac:spMkLst>
        </pc:spChg>
        <pc:spChg chg="del">
          <ac:chgData name="Gareth Thomson | Football Queensland" userId="45505d28-f665-4546-80c4-7c2d16b5a302" providerId="ADAL" clId="{6E62CCBA-FA13-44CB-B563-9C9C9308AD93}" dt="2024-11-05T05:27:48.567" v="268" actId="478"/>
          <ac:spMkLst>
            <pc:docMk/>
            <pc:sldMk cId="1434493931" sldId="1156"/>
            <ac:spMk id="1409" creationId="{1087C3AE-5A0E-7AA4-F221-DE044E03039B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10" creationId="{1640559F-3764-6C6F-EDB2-1795B445F94C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58" creationId="{B8D84A8C-2A28-9F97-9FF4-46ADB20F65B4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59" creationId="{52747BC8-AECE-93EC-FD88-BAB1C28E1BDE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60" creationId="{AEA260F6-E294-D150-5129-5EFFA3C89EA6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61" creationId="{33DC5857-4350-79BB-C646-515102BED447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62" creationId="{F492939C-C02B-CA5A-F61E-15B10AE72407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63" creationId="{911EC5AF-351C-3F74-503C-C6884E173667}"/>
          </ac:spMkLst>
        </pc:spChg>
        <pc:spChg chg="del">
          <ac:chgData name="Gareth Thomson | Football Queensland" userId="45505d28-f665-4546-80c4-7c2d16b5a302" providerId="ADAL" clId="{6E62CCBA-FA13-44CB-B563-9C9C9308AD93}" dt="2024-11-05T05:26:22.217" v="252" actId="478"/>
          <ac:spMkLst>
            <pc:docMk/>
            <pc:sldMk cId="1434493931" sldId="1156"/>
            <ac:spMk id="1474" creationId="{519A19B6-E286-98A1-5949-16E99358252B}"/>
          </ac:spMkLst>
        </pc:spChg>
        <pc:spChg chg="del mod">
          <ac:chgData name="Gareth Thomson | Football Queensland" userId="45505d28-f665-4546-80c4-7c2d16b5a302" providerId="ADAL" clId="{6E62CCBA-FA13-44CB-B563-9C9C9308AD93}" dt="2024-11-05T05:26:52.991" v="259" actId="478"/>
          <ac:spMkLst>
            <pc:docMk/>
            <pc:sldMk cId="1434493931" sldId="1156"/>
            <ac:spMk id="1475" creationId="{EFFDD2BC-EED5-CAA5-6771-E521A2678F87}"/>
          </ac:spMkLst>
        </pc:spChg>
        <pc:grpChg chg="add mod">
          <ac:chgData name="Gareth Thomson | Football Queensland" userId="45505d28-f665-4546-80c4-7c2d16b5a302" providerId="ADAL" clId="{6E62CCBA-FA13-44CB-B563-9C9C9308AD93}" dt="2024-11-05T20:40:47.682" v="533" actId="1076"/>
          <ac:grpSpMkLst>
            <pc:docMk/>
            <pc:sldMk cId="1434493931" sldId="1156"/>
            <ac:grpSpMk id="26" creationId="{8D10EB40-91B8-6E6F-3C20-EDC1BED3A21D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31" creationId="{EE5EFEDF-FC89-04F2-B480-14B2C0B229B6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15.133" v="519" actId="1076"/>
          <ac:grpSpMkLst>
            <pc:docMk/>
            <pc:sldMk cId="1434493931" sldId="1156"/>
            <ac:grpSpMk id="1026" creationId="{F1512201-2602-24B1-55B6-6B0892B1E780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028" creationId="{083F052C-D592-4A39-6E94-F2CBF1B8A2F1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036" creationId="{BE54CDF1-E3F4-D823-845A-A65C6E4FC679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045" creationId="{A7490DFC-6869-327C-7844-030B430765E2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095" creationId="{4BAB24F7-0A8E-C34F-FE9F-090E398FC82B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101" creationId="{8E9A5E69-1321-2D58-0D65-A6C21CA96C2E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119" creationId="{AFC3E626-23BF-54E3-7632-7E9BD3E84F8C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120" creationId="{F6F982DF-A1A1-4DAD-9D8C-BD9BDE8C9CD4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125" creationId="{9539BBA2-0EA3-CFCE-58DF-4443E592D411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32.448" v="526" actId="688"/>
          <ac:grpSpMkLst>
            <pc:docMk/>
            <pc:sldMk cId="1434493931" sldId="1156"/>
            <ac:grpSpMk id="1128" creationId="{A2F94085-FA5D-243A-BBAB-76990463BE04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136" creationId="{BAF93113-D137-9903-E8AB-712D00A81029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141" creationId="{EA7363AD-A8A9-E1E2-0041-D9F3175D88DE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146" creationId="{921AF094-4146-409E-3C4A-C8663E3EE35B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153" creationId="{C39F1B29-E2B9-8181-EEC0-E5B7897AC7E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37.548" v="529" actId="688"/>
          <ac:grpSpMkLst>
            <pc:docMk/>
            <pc:sldMk cId="1434493931" sldId="1156"/>
            <ac:grpSpMk id="1155" creationId="{DC0E8D7B-5AAD-C305-B7E4-C02EA77BE925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40.519" v="530" actId="1076"/>
          <ac:grpSpMkLst>
            <pc:docMk/>
            <pc:sldMk cId="1434493931" sldId="1156"/>
            <ac:grpSpMk id="1164" creationId="{5F54C4D6-0A49-A205-78FA-A0C0A5AA749B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09.530" v="516" actId="1076"/>
          <ac:grpSpMkLst>
            <pc:docMk/>
            <pc:sldMk cId="1434493931" sldId="1156"/>
            <ac:grpSpMk id="1169" creationId="{0BB0D5E5-8186-8992-481A-8A3150A4F62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29.696" v="525" actId="688"/>
          <ac:grpSpMkLst>
            <pc:docMk/>
            <pc:sldMk cId="1434493931" sldId="1156"/>
            <ac:grpSpMk id="1174" creationId="{11DF49AA-8AE8-6DD0-4EE6-8243B0E84C22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46.312" v="532" actId="1076"/>
          <ac:grpSpMkLst>
            <pc:docMk/>
            <pc:sldMk cId="1434493931" sldId="1156"/>
            <ac:grpSpMk id="1179" creationId="{89AAF78F-D088-3D18-64FF-F5ADF59B3D7B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35:17.953" v="431" actId="1076"/>
          <ac:grpSpMkLst>
            <pc:docMk/>
            <pc:sldMk cId="1434493931" sldId="1156"/>
            <ac:grpSpMk id="1184" creationId="{83BD49B9-2133-B959-3BAB-655E16A9DB45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193" creationId="{F15AD7F6-E1B0-EC49-5197-001572BA9F70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34:25.421" v="428" actId="1076"/>
          <ac:grpSpMkLst>
            <pc:docMk/>
            <pc:sldMk cId="1434493931" sldId="1156"/>
            <ac:grpSpMk id="1198" creationId="{BD984D7E-FA09-E718-A3A6-CFAE70A688C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0:40:34.462" v="527" actId="1076"/>
          <ac:grpSpMkLst>
            <pc:docMk/>
            <pc:sldMk cId="1434493931" sldId="1156"/>
            <ac:grpSpMk id="1204" creationId="{43DC1DFF-692A-CB39-A8FA-9BC4C52A1159}"/>
          </ac:grpSpMkLst>
        </pc:grpChg>
        <pc:grpChg chg="add mod ord">
          <ac:chgData name="Gareth Thomson | Football Queensland" userId="45505d28-f665-4546-80c4-7c2d16b5a302" providerId="ADAL" clId="{6E62CCBA-FA13-44CB-B563-9C9C9308AD93}" dt="2024-11-05T21:24:02.433" v="678" actId="688"/>
          <ac:grpSpMkLst>
            <pc:docMk/>
            <pc:sldMk cId="1434493931" sldId="1156"/>
            <ac:grpSpMk id="1221" creationId="{D6329A35-0CFE-1C0B-6F5E-2EBB64CAA69F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228" creationId="{5C94A928-FCA0-AF49-4717-777B36FFEA35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2:12.431" v="644" actId="688"/>
          <ac:grpSpMkLst>
            <pc:docMk/>
            <pc:sldMk cId="1434493931" sldId="1156"/>
            <ac:grpSpMk id="1233" creationId="{6F3E0352-6A26-EECC-314A-FD79731182A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2:22.508" v="648" actId="688"/>
          <ac:grpSpMkLst>
            <pc:docMk/>
            <pc:sldMk cId="1434493931" sldId="1156"/>
            <ac:grpSpMk id="1238" creationId="{59919C4D-CED9-3E78-D1A5-C6DB9AD65A2A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2:33.913" v="651" actId="1076"/>
          <ac:grpSpMkLst>
            <pc:docMk/>
            <pc:sldMk cId="1434493931" sldId="1156"/>
            <ac:grpSpMk id="1243" creationId="{A63F9591-8B5D-E097-771E-1A8945F7108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2:41.333" v="653" actId="1076"/>
          <ac:grpSpMkLst>
            <pc:docMk/>
            <pc:sldMk cId="1434493931" sldId="1156"/>
            <ac:grpSpMk id="1248" creationId="{42788B05-2DE9-2967-E165-14B2C4DE1D32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3:28.458" v="671" actId="688"/>
          <ac:grpSpMkLst>
            <pc:docMk/>
            <pc:sldMk cId="1434493931" sldId="1156"/>
            <ac:grpSpMk id="1254" creationId="{DFEBC863-4BF5-6EED-62B4-502F26268E2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3:22.801" v="669" actId="688"/>
          <ac:grpSpMkLst>
            <pc:docMk/>
            <pc:sldMk cId="1434493931" sldId="1156"/>
            <ac:grpSpMk id="1260" creationId="{E385989E-687E-DC05-C379-C6CA27A11BAE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3:15.551" v="667" actId="688"/>
          <ac:grpSpMkLst>
            <pc:docMk/>
            <pc:sldMk cId="1434493931" sldId="1156"/>
            <ac:grpSpMk id="1266" creationId="{372F957B-E185-B3A1-4EC6-C42C5D9DE49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1:23:09.317" v="665" actId="688"/>
          <ac:grpSpMkLst>
            <pc:docMk/>
            <pc:sldMk cId="1434493931" sldId="1156"/>
            <ac:grpSpMk id="1272" creationId="{F86CBFC8-C32C-3E3F-CCA4-A240DC30A275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282" creationId="{E2F2704B-B24F-8DB7-CC49-F13C4C8F1F1C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314" creationId="{29E9A0FC-AC3E-4BFF-7031-2FF7A0D7F05E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366" creationId="{0BB3E2EE-F029-E1D4-B361-894B78FED3AD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371" creationId="{D7065A11-3CE3-E97C-010F-FEE022D6813B}"/>
          </ac:grpSpMkLst>
        </pc:grpChg>
        <pc:grpChg chg="del mod">
          <ac:chgData name="Gareth Thomson | Football Queensland" userId="45505d28-f665-4546-80c4-7c2d16b5a302" providerId="ADAL" clId="{6E62CCBA-FA13-44CB-B563-9C9C9308AD93}" dt="2024-11-05T05:26:52.991" v="259" actId="478"/>
          <ac:grpSpMkLst>
            <pc:docMk/>
            <pc:sldMk cId="1434493931" sldId="1156"/>
            <ac:grpSpMk id="1380" creationId="{F9281334-00F7-192F-53CC-F795893781AD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385" creationId="{175FBBCE-C2FE-CE1B-8618-17A7F03FE54C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396" creationId="{057FBB83-8906-DD6A-959B-028D56EFCA94}"/>
          </ac:grpSpMkLst>
        </pc:grpChg>
        <pc:grpChg chg="del">
          <ac:chgData name="Gareth Thomson | Football Queensland" userId="45505d28-f665-4546-80c4-7c2d16b5a302" providerId="ADAL" clId="{6E62CCBA-FA13-44CB-B563-9C9C9308AD93}" dt="2024-11-05T05:27:48.567" v="268" actId="478"/>
          <ac:grpSpMkLst>
            <pc:docMk/>
            <pc:sldMk cId="1434493931" sldId="1156"/>
            <ac:grpSpMk id="1401" creationId="{0DCB3517-BB48-FB45-3EE4-7CFAFC5006F3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13" creationId="{82760F86-ADBD-328C-49A8-86B3CADF46A3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18" creationId="{FE72B831-E104-CF0A-A073-A7B092D14E76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23" creationId="{4626ABD3-9D20-22D9-FA70-62BC52211DC2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28" creationId="{00816987-7BEE-88E9-4B61-B182C3B96217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33" creationId="{AF3588DC-9AB9-C283-4058-73C4F4757D87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38" creationId="{BC035DCE-430F-502A-E931-E11980A86615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43" creationId="{C117CFF0-435B-7CD5-943B-744534D25BBC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48" creationId="{4CF2EB1C-6261-BF3F-0C83-590CEC648A85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53" creationId="{F833301D-9443-5D0D-56E4-911ECB67A75D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64" creationId="{9293D3F2-708B-D819-37AB-1D197B8F3EA4}"/>
          </ac:grpSpMkLst>
        </pc:grpChg>
        <pc:grpChg chg="del">
          <ac:chgData name="Gareth Thomson | Football Queensland" userId="45505d28-f665-4546-80c4-7c2d16b5a302" providerId="ADAL" clId="{6E62CCBA-FA13-44CB-B563-9C9C9308AD93}" dt="2024-11-05T05:26:22.217" v="252" actId="478"/>
          <ac:grpSpMkLst>
            <pc:docMk/>
            <pc:sldMk cId="1434493931" sldId="1156"/>
            <ac:grpSpMk id="1469" creationId="{44CCA01C-63A8-B861-9B1F-255C1549ACBB}"/>
          </ac:grpSpMkLst>
        </pc:grpChg>
        <pc:picChg chg="ord">
          <ac:chgData name="Gareth Thomson | Football Queensland" userId="45505d28-f665-4546-80c4-7c2d16b5a302" providerId="ADAL" clId="{6E62CCBA-FA13-44CB-B563-9C9C9308AD93}" dt="2024-11-05T20:32:15.630" v="418" actId="166"/>
          <ac:picMkLst>
            <pc:docMk/>
            <pc:sldMk cId="1434493931" sldId="1156"/>
            <ac:picMk id="3" creationId="{4B34A4AF-2ED9-D623-59AC-6674A6A5CCCA}"/>
          </ac:picMkLst>
        </pc:picChg>
        <pc:picChg chg="ord">
          <ac:chgData name="Gareth Thomson | Football Queensland" userId="45505d28-f665-4546-80c4-7c2d16b5a302" providerId="ADAL" clId="{6E62CCBA-FA13-44CB-B563-9C9C9308AD93}" dt="2024-11-05T20:32:15.630" v="418" actId="166"/>
          <ac:picMkLst>
            <pc:docMk/>
            <pc:sldMk cId="1434493931" sldId="1156"/>
            <ac:picMk id="8" creationId="{CB495AF5-5961-0A40-0ED0-CCC496706B39}"/>
          </ac:picMkLst>
        </pc:picChg>
        <pc:picChg chg="add mod">
          <ac:chgData name="Gareth Thomson | Football Queensland" userId="45505d28-f665-4546-80c4-7c2d16b5a302" providerId="ADAL" clId="{6E62CCBA-FA13-44CB-B563-9C9C9308AD93}" dt="2024-11-05T20:37:46.579" v="488" actId="1036"/>
          <ac:picMkLst>
            <pc:docMk/>
            <pc:sldMk cId="1434493931" sldId="1156"/>
            <ac:picMk id="14" creationId="{24648986-4437-E62C-8EC0-C8D652B4AC53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0:35:47.788" v="436" actId="478"/>
          <ac:picMkLst>
            <pc:docMk/>
            <pc:sldMk cId="1434493931" sldId="1156"/>
            <ac:picMk id="23" creationId="{F21F07CE-FEED-AE20-1820-3FD55FFD610F}"/>
          </ac:picMkLst>
        </pc:picChg>
        <pc:picChg chg="del">
          <ac:chgData name="Gareth Thomson | Football Queensland" userId="45505d28-f665-4546-80c4-7c2d16b5a302" providerId="ADAL" clId="{6E62CCBA-FA13-44CB-B563-9C9C9308AD93}" dt="2024-11-05T05:27:48.567" v="268" actId="478"/>
          <ac:picMkLst>
            <pc:docMk/>
            <pc:sldMk cId="1434493931" sldId="1156"/>
            <ac:picMk id="24" creationId="{5833814B-8963-58AC-B587-359ACB4125D7}"/>
          </ac:picMkLst>
        </pc:picChg>
        <pc:picChg chg="del mod">
          <ac:chgData name="Gareth Thomson | Football Queensland" userId="45505d28-f665-4546-80c4-7c2d16b5a302" providerId="ADAL" clId="{6E62CCBA-FA13-44CB-B563-9C9C9308AD93}" dt="2024-11-05T05:26:52.991" v="259" actId="478"/>
          <ac:picMkLst>
            <pc:docMk/>
            <pc:sldMk cId="1434493931" sldId="1156"/>
            <ac:picMk id="25" creationId="{A7BDDF2C-6CC0-AF8D-9254-C091E8680E7C}"/>
          </ac:picMkLst>
        </pc:picChg>
        <pc:picChg chg="del mod">
          <ac:chgData name="Gareth Thomson | Football Queensland" userId="45505d28-f665-4546-80c4-7c2d16b5a302" providerId="ADAL" clId="{6E62CCBA-FA13-44CB-B563-9C9C9308AD93}" dt="2024-11-05T05:26:52.991" v="259" actId="478"/>
          <ac:picMkLst>
            <pc:docMk/>
            <pc:sldMk cId="1434493931" sldId="1156"/>
            <ac:picMk id="1035" creationId="{7120C6EB-0461-C574-9161-6E0361A26EA1}"/>
          </ac:picMkLst>
        </pc:picChg>
        <pc:picChg chg="del mod">
          <ac:chgData name="Gareth Thomson | Football Queensland" userId="45505d28-f665-4546-80c4-7c2d16b5a302" providerId="ADAL" clId="{6E62CCBA-FA13-44CB-B563-9C9C9308AD93}" dt="2024-11-05T05:26:52.991" v="259" actId="478"/>
          <ac:picMkLst>
            <pc:docMk/>
            <pc:sldMk cId="1434493931" sldId="1156"/>
            <ac:picMk id="1152" creationId="{E68166A1-AFA2-D4CC-011D-C37BBEF153D3}"/>
          </ac:picMkLst>
        </pc:picChg>
        <pc:picChg chg="add mod">
          <ac:chgData name="Gareth Thomson | Football Queensland" userId="45505d28-f665-4546-80c4-7c2d16b5a302" providerId="ADAL" clId="{6E62CCBA-FA13-44CB-B563-9C9C9308AD93}" dt="2024-11-05T20:37:32.792" v="464" actId="1035"/>
          <ac:picMkLst>
            <pc:docMk/>
            <pc:sldMk cId="1434493931" sldId="1156"/>
            <ac:picMk id="1211" creationId="{C42F2BA3-A61F-A9C3-E977-2C335445F59B}"/>
          </ac:picMkLst>
        </pc:picChg>
        <pc:picChg chg="add mod">
          <ac:chgData name="Gareth Thomson | Football Queensland" userId="45505d28-f665-4546-80c4-7c2d16b5a302" providerId="ADAL" clId="{6E62CCBA-FA13-44CB-B563-9C9C9308AD93}" dt="2024-11-05T20:37:42.104" v="480" actId="1036"/>
          <ac:picMkLst>
            <pc:docMk/>
            <pc:sldMk cId="1434493931" sldId="1156"/>
            <ac:picMk id="1212" creationId="{19C5B2AA-68D4-7533-64F5-E9C67DE93999}"/>
          </ac:picMkLst>
        </pc:picChg>
        <pc:picChg chg="add mod">
          <ac:chgData name="Gareth Thomson | Football Queensland" userId="45505d28-f665-4546-80c4-7c2d16b5a302" providerId="ADAL" clId="{6E62CCBA-FA13-44CB-B563-9C9C9308AD93}" dt="2024-11-05T20:37:37.881" v="472" actId="1035"/>
          <ac:picMkLst>
            <pc:docMk/>
            <pc:sldMk cId="1434493931" sldId="1156"/>
            <ac:picMk id="1213" creationId="{062617B0-7B52-35F5-698A-0D5615CE7583}"/>
          </ac:picMkLst>
        </pc:picChg>
        <pc:picChg chg="del">
          <ac:chgData name="Gareth Thomson | Football Queensland" userId="45505d28-f665-4546-80c4-7c2d16b5a302" providerId="ADAL" clId="{6E62CCBA-FA13-44CB-B563-9C9C9308AD93}" dt="2024-11-05T05:26:22.217" v="252" actId="478"/>
          <ac:picMkLst>
            <pc:docMk/>
            <pc:sldMk cId="1434493931" sldId="1156"/>
            <ac:picMk id="1411" creationId="{9E74B6EF-08AF-BCA0-A38F-CA4BCF902EC8}"/>
          </ac:picMkLst>
        </pc:picChg>
        <pc:picChg chg="del">
          <ac:chgData name="Gareth Thomson | Football Queensland" userId="45505d28-f665-4546-80c4-7c2d16b5a302" providerId="ADAL" clId="{6E62CCBA-FA13-44CB-B563-9C9C9308AD93}" dt="2024-11-05T05:26:22.217" v="252" actId="478"/>
          <ac:picMkLst>
            <pc:docMk/>
            <pc:sldMk cId="1434493931" sldId="1156"/>
            <ac:picMk id="1412" creationId="{CC628FF4-0C8A-FCCE-6BBC-D00B058D2E0E}"/>
          </ac:picMkLst>
        </pc:pic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041" creationId="{F2332596-5FAA-DBD8-8A02-C045EE12B68B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042" creationId="{E9B4DD5D-D096-8A2B-FE3C-C31D8CA2B909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043" creationId="{903B3BF9-F884-93CE-CC41-C4388D0C00B8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044" creationId="{4234DA7B-4E9A-686D-EDAD-4FFC10C1D9BD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050" creationId="{BB1F4383-DF77-18B8-ED74-9FCBB96E73F7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108" creationId="{4A051FB3-15E8-7F8B-3AE2-A039CDB8FC5E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109" creationId="{26777DB4-5E0D-B13D-AF5C-4158E5C5005C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110" creationId="{E329000C-2E38-745E-07CC-0414212A2961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111" creationId="{10DB9ED0-5A71-E9C8-74E1-4317CB21095D}"/>
          </ac:cxnSpMkLst>
        </pc:cxnChg>
        <pc:cxnChg chg="del mod">
          <ac:chgData name="Gareth Thomson | Football Queensland" userId="45505d28-f665-4546-80c4-7c2d16b5a302" providerId="ADAL" clId="{6E62CCBA-FA13-44CB-B563-9C9C9308AD93}" dt="2024-11-05T05:26:52.991" v="259" actId="478"/>
          <ac:cxnSpMkLst>
            <pc:docMk/>
            <pc:sldMk cId="1434493931" sldId="1156"/>
            <ac:cxnSpMk id="1113" creationId="{70A1C1B6-7B36-57C3-210D-E129CA936916}"/>
          </ac:cxnSpMkLst>
        </pc:cxnChg>
        <pc:cxnChg chg="add mod">
          <ac:chgData name="Gareth Thomson | Football Queensland" userId="45505d28-f665-4546-80c4-7c2d16b5a302" providerId="ADAL" clId="{6E62CCBA-FA13-44CB-B563-9C9C9308AD93}" dt="2024-11-05T20:38:52.797" v="505" actId="1582"/>
          <ac:cxnSpMkLst>
            <pc:docMk/>
            <pc:sldMk cId="1434493931" sldId="1156"/>
            <ac:cxnSpMk id="1215" creationId="{1F65AA06-4F12-0210-DA17-FA28C6F93D37}"/>
          </ac:cxnSpMkLst>
        </pc:cxnChg>
        <pc:cxnChg chg="add mod">
          <ac:chgData name="Gareth Thomson | Football Queensland" userId="45505d28-f665-4546-80c4-7c2d16b5a302" providerId="ADAL" clId="{6E62CCBA-FA13-44CB-B563-9C9C9308AD93}" dt="2024-11-05T21:24:06.961" v="679" actId="14100"/>
          <ac:cxnSpMkLst>
            <pc:docMk/>
            <pc:sldMk cId="1434493931" sldId="1156"/>
            <ac:cxnSpMk id="1216" creationId="{114E30AA-2525-D54C-ECEB-B990598AF2F4}"/>
          </ac:cxnSpMkLst>
        </pc:cxnChg>
      </pc:sldChg>
      <pc:sldChg chg="addSp delSp modSp add mod">
        <pc:chgData name="Gareth Thomson | Football Queensland" userId="45505d28-f665-4546-80c4-7c2d16b5a302" providerId="ADAL" clId="{6E62CCBA-FA13-44CB-B563-9C9C9308AD93}" dt="2024-11-13T01:50:42.050" v="15291" actId="20577"/>
        <pc:sldMkLst>
          <pc:docMk/>
          <pc:sldMk cId="3652683717" sldId="1156"/>
        </pc:sldMkLst>
        <pc:spChg chg="add del mod">
          <ac:chgData name="Gareth Thomson | Football Queensland" userId="45505d28-f665-4546-80c4-7c2d16b5a302" providerId="ADAL" clId="{6E62CCBA-FA13-44CB-B563-9C9C9308AD93}" dt="2024-11-05T22:56:55.377" v="1268" actId="478"/>
          <ac:spMkLst>
            <pc:docMk/>
            <pc:sldMk cId="3652683717" sldId="1156"/>
            <ac:spMk id="2" creationId="{8DABD908-708C-11F1-DB98-D749E9B3D2EC}"/>
          </ac:spMkLst>
        </pc:spChg>
        <pc:spChg chg="mod">
          <ac:chgData name="Gareth Thomson | Football Queensland" userId="45505d28-f665-4546-80c4-7c2d16b5a302" providerId="ADAL" clId="{6E62CCBA-FA13-44CB-B563-9C9C9308AD93}" dt="2024-11-06T00:55:17.624" v="1722" actId="207"/>
          <ac:spMkLst>
            <pc:docMk/>
            <pc:sldMk cId="3652683717" sldId="1156"/>
            <ac:spMk id="3" creationId="{3CC0BFD1-E797-ED35-599D-E5056BEF277E}"/>
          </ac:spMkLst>
        </pc:spChg>
        <pc:spChg chg="mod">
          <ac:chgData name="Gareth Thomson | Football Queensland" userId="45505d28-f665-4546-80c4-7c2d16b5a302" providerId="ADAL" clId="{6E62CCBA-FA13-44CB-B563-9C9C9308AD93}" dt="2024-11-13T01:50:42.050" v="15291" actId="20577"/>
          <ac:spMkLst>
            <pc:docMk/>
            <pc:sldMk cId="3652683717" sldId="1156"/>
            <ac:spMk id="4" creationId="{A4947E28-780D-4967-E090-8150BC7FCAFF}"/>
          </ac:spMkLst>
        </pc:spChg>
        <pc:spChg chg="add del mod">
          <ac:chgData name="Gareth Thomson | Football Queensland" userId="45505d28-f665-4546-80c4-7c2d16b5a302" providerId="ADAL" clId="{6E62CCBA-FA13-44CB-B563-9C9C9308AD93}" dt="2024-11-05T22:56:55.377" v="1268" actId="478"/>
          <ac:spMkLst>
            <pc:docMk/>
            <pc:sldMk cId="3652683717" sldId="1156"/>
            <ac:spMk id="5" creationId="{7C5BC8F6-3F3B-AD65-4499-DB1F8C13EC56}"/>
          </ac:spMkLst>
        </pc:spChg>
        <pc:spChg chg="mod">
          <ac:chgData name="Gareth Thomson | Football Queensland" userId="45505d28-f665-4546-80c4-7c2d16b5a302" providerId="ADAL" clId="{6E62CCBA-FA13-44CB-B563-9C9C9308AD93}" dt="2024-11-13T00:36:56.540" v="13024"/>
          <ac:spMkLst>
            <pc:docMk/>
            <pc:sldMk cId="3652683717" sldId="1156"/>
            <ac:spMk id="5" creationId="{A7C282EA-CDA5-619B-06F1-2B6A52FBA958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" creationId="{24405D6E-00E8-5A64-BF21-F8457C140DA7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1" creationId="{4636EAF1-F58F-B9AE-8A99-AC80F0865B6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2" creationId="{A5A6C7D2-2391-BA7F-A4D1-95FFE3AA46A6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3" creationId="{9EDF102B-E76F-C202-4BF7-5821B49CBECC}"/>
          </ac:spMkLst>
        </pc:spChg>
        <pc:spChg chg="add mod">
          <ac:chgData name="Gareth Thomson | Football Queensland" userId="45505d28-f665-4546-80c4-7c2d16b5a302" providerId="ADAL" clId="{6E62CCBA-FA13-44CB-B563-9C9C9308AD93}" dt="2024-11-06T03:27:08.719" v="3987" actId="1036"/>
          <ac:spMkLst>
            <pc:docMk/>
            <pc:sldMk cId="3652683717" sldId="1156"/>
            <ac:spMk id="14" creationId="{9DC4252E-775C-7EA4-CB8F-6D00637B9D58}"/>
          </ac:spMkLst>
        </pc:spChg>
        <pc:spChg chg="add mod">
          <ac:chgData name="Gareth Thomson | Football Queensland" userId="45505d28-f665-4546-80c4-7c2d16b5a302" providerId="ADAL" clId="{6E62CCBA-FA13-44CB-B563-9C9C9308AD93}" dt="2024-11-13T01:23:12.625" v="14434" actId="692"/>
          <ac:spMkLst>
            <pc:docMk/>
            <pc:sldMk cId="3652683717" sldId="1156"/>
            <ac:spMk id="15" creationId="{5ADFBCD7-3D7A-A8C1-CA30-5924CC0F9D7C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20" creationId="{A460693D-D71B-CB85-27D6-B54BCB986FCE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21" creationId="{99508EC5-9B6C-DFB9-D12E-80B06D22459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22" creationId="{1CE1DADC-1BA1-AE98-188E-9B066E6D4B05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23" creationId="{E43A1ED5-98C1-B39F-99B5-3C83363338E5}"/>
          </ac:spMkLst>
        </pc:spChg>
        <pc:spChg chg="add 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24" creationId="{4715B4CB-BD21-6768-6801-DA294267066A}"/>
          </ac:spMkLst>
        </pc:spChg>
        <pc:spChg chg="mod">
          <ac:chgData name="Gareth Thomson | Football Queensland" userId="45505d28-f665-4546-80c4-7c2d16b5a302" providerId="ADAL" clId="{6E62CCBA-FA13-44CB-B563-9C9C9308AD93}" dt="2024-11-06T12:47:44.072" v="7402" actId="1037"/>
          <ac:spMkLst>
            <pc:docMk/>
            <pc:sldMk cId="3652683717" sldId="1156"/>
            <ac:spMk id="26" creationId="{757B8DD3-64F8-AA92-3A72-8A93ACD7F41C}"/>
          </ac:spMkLst>
        </pc:spChg>
        <pc:spChg chg="mod">
          <ac:chgData name="Gareth Thomson | Football Queensland" userId="45505d28-f665-4546-80c4-7c2d16b5a302" providerId="ADAL" clId="{6E62CCBA-FA13-44CB-B563-9C9C9308AD93}" dt="2024-11-13T01:18:42.125" v="14376" actId="20577"/>
          <ac:spMkLst>
            <pc:docMk/>
            <pc:sldMk cId="3652683717" sldId="1156"/>
            <ac:spMk id="27" creationId="{6C8C057F-A950-85C9-B8DB-ABC4E277F0C2}"/>
          </ac:spMkLst>
        </pc:spChg>
        <pc:spChg chg="mod">
          <ac:chgData name="Gareth Thomson | Football Queensland" userId="45505d28-f665-4546-80c4-7c2d16b5a302" providerId="ADAL" clId="{6E62CCBA-FA13-44CB-B563-9C9C9308AD93}" dt="2024-11-06T12:49:58.122" v="7452" actId="20577"/>
          <ac:spMkLst>
            <pc:docMk/>
            <pc:sldMk cId="3652683717" sldId="1156"/>
            <ac:spMk id="28" creationId="{C8F49D2D-60E8-357A-3A7B-5C2F0E6366F5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31" creationId="{23F329DC-F249-4A81-6F8F-2A4E1C7ED872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25" creationId="{3E47A6C9-45D3-50C5-4F7F-AE4CB6A8296A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27" creationId="{C244EC07-31DA-DC40-4B4A-196FAE4C981A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28" creationId="{B061C598-1698-3507-1D75-1266B6EEAB9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29" creationId="{F603F44D-57F2-5964-36E8-FF675D9F34E9}"/>
          </ac:spMkLst>
        </pc:spChg>
        <pc:spChg chg="mod">
          <ac:chgData name="Gareth Thomson | Football Queensland" userId="45505d28-f665-4546-80c4-7c2d16b5a302" providerId="ADAL" clId="{6E62CCBA-FA13-44CB-B563-9C9C9308AD93}" dt="2024-11-13T00:37:14.615" v="13032"/>
          <ac:spMkLst>
            <pc:docMk/>
            <pc:sldMk cId="3652683717" sldId="1156"/>
            <ac:spMk id="1031" creationId="{81AB3F0A-9CF7-29E3-4441-A682CA842538}"/>
          </ac:spMkLst>
        </pc:spChg>
        <pc:spChg chg="mod">
          <ac:chgData name="Gareth Thomson | Football Queensland" userId="45505d28-f665-4546-80c4-7c2d16b5a302" providerId="ADAL" clId="{6E62CCBA-FA13-44CB-B563-9C9C9308AD93}" dt="2024-11-13T00:37:14.615" v="13032"/>
          <ac:spMkLst>
            <pc:docMk/>
            <pc:sldMk cId="3652683717" sldId="1156"/>
            <ac:spMk id="1032" creationId="{F0FF2F5D-F5AF-FC4E-0AF3-6CB736DB0FA5}"/>
          </ac:spMkLst>
        </pc:spChg>
        <pc:spChg chg="mod">
          <ac:chgData name="Gareth Thomson | Football Queensland" userId="45505d28-f665-4546-80c4-7c2d16b5a302" providerId="ADAL" clId="{6E62CCBA-FA13-44CB-B563-9C9C9308AD93}" dt="2024-11-13T00:37:19.010" v="13034"/>
          <ac:spMkLst>
            <pc:docMk/>
            <pc:sldMk cId="3652683717" sldId="1156"/>
            <ac:spMk id="1034" creationId="{42CC24A7-C5AE-F360-7889-2A568FC434A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36" creationId="{D8A6F266-5C3F-87E0-6CBC-BDAD95D4BB99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37" creationId="{BD538377-DF5D-5376-4939-22CE4A0024D5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38" creationId="{55832473-D4B7-E424-D1AE-0948DD980B09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039" creationId="{58B941C5-C433-23FA-B4FD-03153D8F83F9}"/>
          </ac:spMkLst>
        </pc:spChg>
        <pc:spChg chg="add mod">
          <ac:chgData name="Gareth Thomson | Football Queensland" userId="45505d28-f665-4546-80c4-7c2d16b5a302" providerId="ADAL" clId="{6E62CCBA-FA13-44CB-B563-9C9C9308AD93}" dt="2024-11-05T22:57:07.616" v="1270" actId="1076"/>
          <ac:spMkLst>
            <pc:docMk/>
            <pc:sldMk cId="3652683717" sldId="1156"/>
            <ac:spMk id="1040" creationId="{6ED9EB62-24AE-FA51-8F50-F920869F2BEC}"/>
          </ac:spMkLst>
        </pc:spChg>
        <pc:spChg chg="add mod">
          <ac:chgData name="Gareth Thomson | Football Queensland" userId="45505d28-f665-4546-80c4-7c2d16b5a302" providerId="ADAL" clId="{6E62CCBA-FA13-44CB-B563-9C9C9308AD93}" dt="2024-11-05T22:57:07.616" v="1270" actId="1076"/>
          <ac:spMkLst>
            <pc:docMk/>
            <pc:sldMk cId="3652683717" sldId="1156"/>
            <ac:spMk id="1041" creationId="{CAF3F870-4A65-DC96-151B-735913D94CD7}"/>
          </ac:spMkLst>
        </pc:spChg>
        <pc:spChg chg="add mod">
          <ac:chgData name="Gareth Thomson | Football Queensland" userId="45505d28-f665-4546-80c4-7c2d16b5a302" providerId="ADAL" clId="{6E62CCBA-FA13-44CB-B563-9C9C9308AD93}" dt="2024-11-13T01:23:12.625" v="14434" actId="692"/>
          <ac:spMkLst>
            <pc:docMk/>
            <pc:sldMk cId="3652683717" sldId="1156"/>
            <ac:spMk id="1046" creationId="{62C6D935-F1DD-2B50-1EBC-90BB02F55816}"/>
          </ac:spMkLst>
        </pc:spChg>
        <pc:spChg chg="add mod">
          <ac:chgData name="Gareth Thomson | Football Queensland" userId="45505d28-f665-4546-80c4-7c2d16b5a302" providerId="ADAL" clId="{6E62CCBA-FA13-44CB-B563-9C9C9308AD93}" dt="2024-11-06T13:05:27.989" v="7801"/>
          <ac:spMkLst>
            <pc:docMk/>
            <pc:sldMk cId="3652683717" sldId="1156"/>
            <ac:spMk id="1047" creationId="{8A2AC771-238A-E3A7-8FD8-DE73ADB4CE78}"/>
          </ac:spMkLst>
        </pc:spChg>
        <pc:spChg chg="add mod">
          <ac:chgData name="Gareth Thomson | Football Queensland" userId="45505d28-f665-4546-80c4-7c2d16b5a302" providerId="ADAL" clId="{6E62CCBA-FA13-44CB-B563-9C9C9308AD93}" dt="2024-11-06T13:06:39.574" v="7841" actId="1076"/>
          <ac:spMkLst>
            <pc:docMk/>
            <pc:sldMk cId="3652683717" sldId="1156"/>
            <ac:spMk id="1048" creationId="{95C6EB28-CBEE-D022-85C7-27B9C20784FF}"/>
          </ac:spMkLst>
        </pc:spChg>
        <pc:spChg chg="add mod">
          <ac:chgData name="Gareth Thomson | Football Queensland" userId="45505d28-f665-4546-80c4-7c2d16b5a302" providerId="ADAL" clId="{6E62CCBA-FA13-44CB-B563-9C9C9308AD93}" dt="2024-11-06T13:06:32.790" v="7838" actId="20577"/>
          <ac:spMkLst>
            <pc:docMk/>
            <pc:sldMk cId="3652683717" sldId="1156"/>
            <ac:spMk id="1049" creationId="{B40D4466-3143-E1A4-E61F-28B4A8534747}"/>
          </ac:spMkLst>
        </pc:spChg>
        <pc:spChg chg="add mod">
          <ac:chgData name="Gareth Thomson | Football Queensland" userId="45505d28-f665-4546-80c4-7c2d16b5a302" providerId="ADAL" clId="{6E62CCBA-FA13-44CB-B563-9C9C9308AD93}" dt="2024-11-13T00:39:25.175" v="13056" actId="20577"/>
          <ac:spMkLst>
            <pc:docMk/>
            <pc:sldMk cId="3652683717" sldId="1156"/>
            <ac:spMk id="1050" creationId="{BE48F5C2-A276-96EE-04C1-5626370AD10A}"/>
          </ac:spMkLst>
        </pc:spChg>
        <pc:spChg chg="add mod">
          <ac:chgData name="Gareth Thomson | Football Queensland" userId="45505d28-f665-4546-80c4-7c2d16b5a302" providerId="ADAL" clId="{6E62CCBA-FA13-44CB-B563-9C9C9308AD93}" dt="2024-11-06T13:06:27.306" v="7832" actId="1076"/>
          <ac:spMkLst>
            <pc:docMk/>
            <pc:sldMk cId="3652683717" sldId="1156"/>
            <ac:spMk id="1051" creationId="{D8E23F6D-4B32-D241-264E-640B0F76A208}"/>
          </ac:spMkLst>
        </pc:spChg>
        <pc:spChg chg="add mod">
          <ac:chgData name="Gareth Thomson | Football Queensland" userId="45505d28-f665-4546-80c4-7c2d16b5a302" providerId="ADAL" clId="{6E62CCBA-FA13-44CB-B563-9C9C9308AD93}" dt="2024-11-06T13:06:29.795" v="7836" actId="20577"/>
          <ac:spMkLst>
            <pc:docMk/>
            <pc:sldMk cId="3652683717" sldId="1156"/>
            <ac:spMk id="1052" creationId="{366CD569-09AD-666D-798F-31121B8A50B3}"/>
          </ac:spMkLst>
        </pc:spChg>
        <pc:spChg chg="mod">
          <ac:chgData name="Gareth Thomson | Football Queensland" userId="45505d28-f665-4546-80c4-7c2d16b5a302" providerId="ADAL" clId="{6E62CCBA-FA13-44CB-B563-9C9C9308AD93}" dt="2024-11-13T00:37:19.010" v="13034"/>
          <ac:spMkLst>
            <pc:docMk/>
            <pc:sldMk cId="3652683717" sldId="1156"/>
            <ac:spMk id="1053" creationId="{4807C166-784F-2897-9534-F38C8131169B}"/>
          </ac:spMkLst>
        </pc:spChg>
        <pc:spChg chg="mod">
          <ac:chgData name="Gareth Thomson | Football Queensland" userId="45505d28-f665-4546-80c4-7c2d16b5a302" providerId="ADAL" clId="{6E62CCBA-FA13-44CB-B563-9C9C9308AD93}" dt="2024-11-13T00:37:19.010" v="13034"/>
          <ac:spMkLst>
            <pc:docMk/>
            <pc:sldMk cId="3652683717" sldId="1156"/>
            <ac:spMk id="1054" creationId="{6603513F-8A3E-81AF-89F0-FC45F5232858}"/>
          </ac:spMkLst>
        </pc:spChg>
        <pc:spChg chg="mod">
          <ac:chgData name="Gareth Thomson | Football Queensland" userId="45505d28-f665-4546-80c4-7c2d16b5a302" providerId="ADAL" clId="{6E62CCBA-FA13-44CB-B563-9C9C9308AD93}" dt="2024-11-13T00:37:19.010" v="13034"/>
          <ac:spMkLst>
            <pc:docMk/>
            <pc:sldMk cId="3652683717" sldId="1156"/>
            <ac:spMk id="1055" creationId="{6CABCE8A-89E6-AF2C-3585-D348B4D4700E}"/>
          </ac:spMkLst>
        </pc:spChg>
        <pc:spChg chg="mod">
          <ac:chgData name="Gareth Thomson | Football Queensland" userId="45505d28-f665-4546-80c4-7c2d16b5a302" providerId="ADAL" clId="{6E62CCBA-FA13-44CB-B563-9C9C9308AD93}" dt="2024-11-13T00:37:22.469" v="13036"/>
          <ac:spMkLst>
            <pc:docMk/>
            <pc:sldMk cId="3652683717" sldId="1156"/>
            <ac:spMk id="1473" creationId="{504E7299-A6A3-3661-1716-1F5BC924CC11}"/>
          </ac:spMkLst>
        </pc:spChg>
        <pc:spChg chg="mod">
          <ac:chgData name="Gareth Thomson | Football Queensland" userId="45505d28-f665-4546-80c4-7c2d16b5a302" providerId="ADAL" clId="{6E62CCBA-FA13-44CB-B563-9C9C9308AD93}" dt="2024-11-13T00:37:22.469" v="13036"/>
          <ac:spMkLst>
            <pc:docMk/>
            <pc:sldMk cId="3652683717" sldId="1156"/>
            <ac:spMk id="1474" creationId="{5146A45E-D1DC-4DCD-E3F3-BBAB00592725}"/>
          </ac:spMkLst>
        </pc:spChg>
        <pc:spChg chg="mod">
          <ac:chgData name="Gareth Thomson | Football Queensland" userId="45505d28-f665-4546-80c4-7c2d16b5a302" providerId="ADAL" clId="{6E62CCBA-FA13-44CB-B563-9C9C9308AD93}" dt="2024-11-13T00:37:22.469" v="13036"/>
          <ac:spMkLst>
            <pc:docMk/>
            <pc:sldMk cId="3652683717" sldId="1156"/>
            <ac:spMk id="1475" creationId="{A8BC70EA-487A-ED65-F933-AA372861AB8C}"/>
          </ac:spMkLst>
        </pc:spChg>
        <pc:spChg chg="mod">
          <ac:chgData name="Gareth Thomson | Football Queensland" userId="45505d28-f665-4546-80c4-7c2d16b5a302" providerId="ADAL" clId="{6E62CCBA-FA13-44CB-B563-9C9C9308AD93}" dt="2024-11-13T00:37:22.469" v="13036"/>
          <ac:spMkLst>
            <pc:docMk/>
            <pc:sldMk cId="3652683717" sldId="1156"/>
            <ac:spMk id="1476" creationId="{CABC7890-CF1B-801A-24D6-0BE651ABC0D6}"/>
          </ac:spMkLst>
        </pc:spChg>
        <pc:spChg chg="mod">
          <ac:chgData name="Gareth Thomson | Football Queensland" userId="45505d28-f665-4546-80c4-7c2d16b5a302" providerId="ADAL" clId="{6E62CCBA-FA13-44CB-B563-9C9C9308AD93}" dt="2024-11-13T00:42:17.511" v="13069"/>
          <ac:spMkLst>
            <pc:docMk/>
            <pc:sldMk cId="3652683717" sldId="1156"/>
            <ac:spMk id="1478" creationId="{6363137C-D920-29F0-AE65-A7184D8237FE}"/>
          </ac:spMkLst>
        </pc:spChg>
        <pc:spChg chg="mod">
          <ac:chgData name="Gareth Thomson | Football Queensland" userId="45505d28-f665-4546-80c4-7c2d16b5a302" providerId="ADAL" clId="{6E62CCBA-FA13-44CB-B563-9C9C9308AD93}" dt="2024-11-13T00:42:17.511" v="13069"/>
          <ac:spMkLst>
            <pc:docMk/>
            <pc:sldMk cId="3652683717" sldId="1156"/>
            <ac:spMk id="1479" creationId="{E90572F9-B961-EC61-4978-48AEF104224B}"/>
          </ac:spMkLst>
        </pc:spChg>
        <pc:spChg chg="mod">
          <ac:chgData name="Gareth Thomson | Football Queensland" userId="45505d28-f665-4546-80c4-7c2d16b5a302" providerId="ADAL" clId="{6E62CCBA-FA13-44CB-B563-9C9C9308AD93}" dt="2024-11-13T00:42:55.398" v="13084" actId="207"/>
          <ac:spMkLst>
            <pc:docMk/>
            <pc:sldMk cId="3652683717" sldId="1156"/>
            <ac:spMk id="1480" creationId="{2B04F254-667B-3D36-D01C-A2B803CECD7D}"/>
          </ac:spMkLst>
        </pc:spChg>
        <pc:spChg chg="mod">
          <ac:chgData name="Gareth Thomson | Football Queensland" userId="45505d28-f665-4546-80c4-7c2d16b5a302" providerId="ADAL" clId="{6E62CCBA-FA13-44CB-B563-9C9C9308AD93}" dt="2024-11-13T00:42:56.262" v="13085" actId="207"/>
          <ac:spMkLst>
            <pc:docMk/>
            <pc:sldMk cId="3652683717" sldId="1156"/>
            <ac:spMk id="1481" creationId="{5B738ECF-546E-0377-54D8-8383696A786F}"/>
          </ac:spMkLst>
        </pc:spChg>
        <pc:spChg chg="mod">
          <ac:chgData name="Gareth Thomson | Football Queensland" userId="45505d28-f665-4546-80c4-7c2d16b5a302" providerId="ADAL" clId="{6E62CCBA-FA13-44CB-B563-9C9C9308AD93}" dt="2024-11-13T00:42:54.293" v="13082" actId="571"/>
          <ac:spMkLst>
            <pc:docMk/>
            <pc:sldMk cId="3652683717" sldId="1156"/>
            <ac:spMk id="1483" creationId="{13D5B50C-5AFE-9198-DFB8-9D8B886A0C57}"/>
          </ac:spMkLst>
        </pc:spChg>
        <pc:spChg chg="mod">
          <ac:chgData name="Gareth Thomson | Football Queensland" userId="45505d28-f665-4546-80c4-7c2d16b5a302" providerId="ADAL" clId="{6E62CCBA-FA13-44CB-B563-9C9C9308AD93}" dt="2024-11-13T00:42:54.293" v="13082" actId="571"/>
          <ac:spMkLst>
            <pc:docMk/>
            <pc:sldMk cId="3652683717" sldId="1156"/>
            <ac:spMk id="1484" creationId="{354A2E55-7B33-23A1-B620-CACEAEFDB58F}"/>
          </ac:spMkLst>
        </pc:spChg>
        <pc:spChg chg="mod">
          <ac:chgData name="Gareth Thomson | Football Queensland" userId="45505d28-f665-4546-80c4-7c2d16b5a302" providerId="ADAL" clId="{6E62CCBA-FA13-44CB-B563-9C9C9308AD93}" dt="2024-11-13T00:42:54.293" v="13082" actId="571"/>
          <ac:spMkLst>
            <pc:docMk/>
            <pc:sldMk cId="3652683717" sldId="1156"/>
            <ac:spMk id="1485" creationId="{8AE5C7E0-2203-909A-3299-5BD19FC2E529}"/>
          </ac:spMkLst>
        </pc:spChg>
        <pc:spChg chg="mod">
          <ac:chgData name="Gareth Thomson | Football Queensland" userId="45505d28-f665-4546-80c4-7c2d16b5a302" providerId="ADAL" clId="{6E62CCBA-FA13-44CB-B563-9C9C9308AD93}" dt="2024-11-13T00:42:54.293" v="13082" actId="571"/>
          <ac:spMkLst>
            <pc:docMk/>
            <pc:sldMk cId="3652683717" sldId="1156"/>
            <ac:spMk id="1486" creationId="{FFCED131-CF24-0CD7-C1FD-3EE9C3A07B3E}"/>
          </ac:spMkLst>
        </pc:spChg>
        <pc:spChg chg="mod">
          <ac:chgData name="Gareth Thomson | Football Queensland" userId="45505d28-f665-4546-80c4-7c2d16b5a302" providerId="ADAL" clId="{6E62CCBA-FA13-44CB-B563-9C9C9308AD93}" dt="2024-11-13T00:42:59.257" v="13086"/>
          <ac:spMkLst>
            <pc:docMk/>
            <pc:sldMk cId="3652683717" sldId="1156"/>
            <ac:spMk id="1488" creationId="{9ED31098-797F-5292-19FC-53B2ADF9C746}"/>
          </ac:spMkLst>
        </pc:spChg>
        <pc:spChg chg="mod">
          <ac:chgData name="Gareth Thomson | Football Queensland" userId="45505d28-f665-4546-80c4-7c2d16b5a302" providerId="ADAL" clId="{6E62CCBA-FA13-44CB-B563-9C9C9308AD93}" dt="2024-11-13T00:42:59.257" v="13086"/>
          <ac:spMkLst>
            <pc:docMk/>
            <pc:sldMk cId="3652683717" sldId="1156"/>
            <ac:spMk id="1489" creationId="{6D2F9441-27AB-EFEA-3753-73CDBF8DDC81}"/>
          </ac:spMkLst>
        </pc:spChg>
        <pc:spChg chg="mod">
          <ac:chgData name="Gareth Thomson | Football Queensland" userId="45505d28-f665-4546-80c4-7c2d16b5a302" providerId="ADAL" clId="{6E62CCBA-FA13-44CB-B563-9C9C9308AD93}" dt="2024-11-13T00:42:59.257" v="13086"/>
          <ac:spMkLst>
            <pc:docMk/>
            <pc:sldMk cId="3652683717" sldId="1156"/>
            <ac:spMk id="1490" creationId="{5BE31057-5C49-6BA5-403E-ABCA1B86140C}"/>
          </ac:spMkLst>
        </pc:spChg>
        <pc:spChg chg="mod">
          <ac:chgData name="Gareth Thomson | Football Queensland" userId="45505d28-f665-4546-80c4-7c2d16b5a302" providerId="ADAL" clId="{6E62CCBA-FA13-44CB-B563-9C9C9308AD93}" dt="2024-11-13T00:42:59.257" v="13086"/>
          <ac:spMkLst>
            <pc:docMk/>
            <pc:sldMk cId="3652683717" sldId="1156"/>
            <ac:spMk id="1491" creationId="{C6A97317-A8F4-7CF7-DDF0-1011993DA78E}"/>
          </ac:spMkLst>
        </pc:spChg>
        <pc:spChg chg="mod">
          <ac:chgData name="Gareth Thomson | Football Queensland" userId="45505d28-f665-4546-80c4-7c2d16b5a302" providerId="ADAL" clId="{6E62CCBA-FA13-44CB-B563-9C9C9308AD93}" dt="2024-11-13T00:43:08.560" v="13088"/>
          <ac:spMkLst>
            <pc:docMk/>
            <pc:sldMk cId="3652683717" sldId="1156"/>
            <ac:spMk id="1493" creationId="{3A74A72F-F98C-33BE-C542-2FFDF7B3B5D3}"/>
          </ac:spMkLst>
        </pc:spChg>
        <pc:spChg chg="mod">
          <ac:chgData name="Gareth Thomson | Football Queensland" userId="45505d28-f665-4546-80c4-7c2d16b5a302" providerId="ADAL" clId="{6E62CCBA-FA13-44CB-B563-9C9C9308AD93}" dt="2024-11-13T00:43:08.560" v="13088"/>
          <ac:spMkLst>
            <pc:docMk/>
            <pc:sldMk cId="3652683717" sldId="1156"/>
            <ac:spMk id="1494" creationId="{33ABA8F5-F97B-7105-2787-B6B960D0582D}"/>
          </ac:spMkLst>
        </pc:spChg>
        <pc:spChg chg="mod">
          <ac:chgData name="Gareth Thomson | Football Queensland" userId="45505d28-f665-4546-80c4-7c2d16b5a302" providerId="ADAL" clId="{6E62CCBA-FA13-44CB-B563-9C9C9308AD93}" dt="2024-11-13T00:43:08.560" v="13088"/>
          <ac:spMkLst>
            <pc:docMk/>
            <pc:sldMk cId="3652683717" sldId="1156"/>
            <ac:spMk id="1495" creationId="{A17BC65B-F2AB-3557-0C6A-545AD481B98C}"/>
          </ac:spMkLst>
        </pc:spChg>
        <pc:spChg chg="mod">
          <ac:chgData name="Gareth Thomson | Football Queensland" userId="45505d28-f665-4546-80c4-7c2d16b5a302" providerId="ADAL" clId="{6E62CCBA-FA13-44CB-B563-9C9C9308AD93}" dt="2024-11-13T00:43:08.560" v="13088"/>
          <ac:spMkLst>
            <pc:docMk/>
            <pc:sldMk cId="3652683717" sldId="1156"/>
            <ac:spMk id="1496" creationId="{A3869BE0-F3F7-203E-28D9-E699804354BB}"/>
          </ac:spMkLst>
        </pc:spChg>
        <pc:spChg chg="mod">
          <ac:chgData name="Gareth Thomson | Football Queensland" userId="45505d28-f665-4546-80c4-7c2d16b5a302" providerId="ADAL" clId="{6E62CCBA-FA13-44CB-B563-9C9C9308AD93}" dt="2024-11-13T00:43:14.295" v="13091"/>
          <ac:spMkLst>
            <pc:docMk/>
            <pc:sldMk cId="3652683717" sldId="1156"/>
            <ac:spMk id="1544" creationId="{25597D85-A57A-2C7E-1505-045CB005C99B}"/>
          </ac:spMkLst>
        </pc:spChg>
        <pc:spChg chg="mod">
          <ac:chgData name="Gareth Thomson | Football Queensland" userId="45505d28-f665-4546-80c4-7c2d16b5a302" providerId="ADAL" clId="{6E62CCBA-FA13-44CB-B563-9C9C9308AD93}" dt="2024-11-13T00:43:14.295" v="13091"/>
          <ac:spMkLst>
            <pc:docMk/>
            <pc:sldMk cId="3652683717" sldId="1156"/>
            <ac:spMk id="1545" creationId="{3BF7EF72-E58D-E18F-2990-2EE5171B8610}"/>
          </ac:spMkLst>
        </pc:spChg>
        <pc:spChg chg="mod">
          <ac:chgData name="Gareth Thomson | Football Queensland" userId="45505d28-f665-4546-80c4-7c2d16b5a302" providerId="ADAL" clId="{6E62CCBA-FA13-44CB-B563-9C9C9308AD93}" dt="2024-11-13T00:43:14.295" v="13091"/>
          <ac:spMkLst>
            <pc:docMk/>
            <pc:sldMk cId="3652683717" sldId="1156"/>
            <ac:spMk id="1554" creationId="{467586EA-E6AB-C048-B2C8-A5A6775CB49C}"/>
          </ac:spMkLst>
        </pc:spChg>
        <pc:spChg chg="mod">
          <ac:chgData name="Gareth Thomson | Football Queensland" userId="45505d28-f665-4546-80c4-7c2d16b5a302" providerId="ADAL" clId="{6E62CCBA-FA13-44CB-B563-9C9C9308AD93}" dt="2024-11-13T00:43:14.295" v="13091"/>
          <ac:spMkLst>
            <pc:docMk/>
            <pc:sldMk cId="3652683717" sldId="1156"/>
            <ac:spMk id="1555" creationId="{FE0AC7B4-8662-E76D-9903-58DE533293E7}"/>
          </ac:spMkLst>
        </pc:spChg>
        <pc:spChg chg="mod">
          <ac:chgData name="Gareth Thomson | Football Queensland" userId="45505d28-f665-4546-80c4-7c2d16b5a302" providerId="ADAL" clId="{6E62CCBA-FA13-44CB-B563-9C9C9308AD93}" dt="2024-11-13T01:23:22.663" v="14462" actId="692"/>
          <ac:spMkLst>
            <pc:docMk/>
            <pc:sldMk cId="3652683717" sldId="1156"/>
            <ac:spMk id="1556" creationId="{7D183C49-2757-6B3E-F9BF-3F110C029218}"/>
          </ac:spMkLst>
        </pc:spChg>
        <pc:spChg chg="del mod">
          <ac:chgData name="Gareth Thomson | Football Queensland" userId="45505d28-f665-4546-80c4-7c2d16b5a302" providerId="ADAL" clId="{6E62CCBA-FA13-44CB-B563-9C9C9308AD93}" dt="2024-11-06T06:03:17.491" v="6452" actId="478"/>
          <ac:spMkLst>
            <pc:docMk/>
            <pc:sldMk cId="3652683717" sldId="1156"/>
            <ac:spMk id="1557" creationId="{5E782464-4211-7DCC-8AFC-8C6356C05095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559" creationId="{4F54458E-40A8-433A-8A62-3517B2E5E36B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560" creationId="{F9593253-2A3D-D3A9-8A38-C09E24A29E0D}"/>
          </ac:spMkLst>
        </pc:spChg>
        <pc:spChg chg="add del">
          <ac:chgData name="Gareth Thomson | Football Queensland" userId="45505d28-f665-4546-80c4-7c2d16b5a302" providerId="ADAL" clId="{6E62CCBA-FA13-44CB-B563-9C9C9308AD93}" dt="2024-11-10T03:23:41.576" v="10869" actId="478"/>
          <ac:spMkLst>
            <pc:docMk/>
            <pc:sldMk cId="3652683717" sldId="1156"/>
            <ac:spMk id="1600" creationId="{221AE9E6-7572-3791-66F9-2B128BEEA138}"/>
          </ac:spMkLst>
        </pc:spChg>
        <pc:spChg chg="mod">
          <ac:chgData name="Gareth Thomson | Football Queensland" userId="45505d28-f665-4546-80c4-7c2d16b5a302" providerId="ADAL" clId="{6E62CCBA-FA13-44CB-B563-9C9C9308AD93}" dt="2024-11-13T00:36:56.540" v="13024"/>
          <ac:spMkLst>
            <pc:docMk/>
            <pc:sldMk cId="3652683717" sldId="1156"/>
            <ac:spMk id="1600" creationId="{F2E292F8-50C1-86EA-5946-5DFA0807E4D3}"/>
          </ac:spMkLst>
        </pc:spChg>
        <pc:spChg chg="mod">
          <ac:chgData name="Gareth Thomson | Football Queensland" userId="45505d28-f665-4546-80c4-7c2d16b5a302" providerId="ADAL" clId="{6E62CCBA-FA13-44CB-B563-9C9C9308AD93}" dt="2024-11-13T00:36:56.540" v="13024"/>
          <ac:spMkLst>
            <pc:docMk/>
            <pc:sldMk cId="3652683717" sldId="1156"/>
            <ac:spMk id="1601" creationId="{C50A7060-7B0A-3CF4-FEBA-135B874BA5A4}"/>
          </ac:spMkLst>
        </pc:spChg>
        <pc:spChg chg="mod">
          <ac:chgData name="Gareth Thomson | Football Queensland" userId="45505d28-f665-4546-80c4-7c2d16b5a302" providerId="ADAL" clId="{6E62CCBA-FA13-44CB-B563-9C9C9308AD93}" dt="2024-11-13T00:36:56.540" v="13024"/>
          <ac:spMkLst>
            <pc:docMk/>
            <pc:sldMk cId="3652683717" sldId="1156"/>
            <ac:spMk id="1602" creationId="{883ABFBD-E32B-FF35-7F9D-C781F5620563}"/>
          </ac:spMkLst>
        </pc:spChg>
        <pc:spChg chg="mod">
          <ac:chgData name="Gareth Thomson | Football Queensland" userId="45505d28-f665-4546-80c4-7c2d16b5a302" providerId="ADAL" clId="{6E62CCBA-FA13-44CB-B563-9C9C9308AD93}" dt="2024-11-13T00:37:01.406" v="13027"/>
          <ac:spMkLst>
            <pc:docMk/>
            <pc:sldMk cId="3652683717" sldId="1156"/>
            <ac:spMk id="1604" creationId="{25D8C2DC-D124-3D07-55CE-17F3DF9B6B1D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05" creationId="{34D3A8B6-AFA3-FE15-F3D9-16B9D2027D29}"/>
          </ac:spMkLst>
        </pc:spChg>
        <pc:spChg chg="mod">
          <ac:chgData name="Gareth Thomson | Football Queensland" userId="45505d28-f665-4546-80c4-7c2d16b5a302" providerId="ADAL" clId="{6E62CCBA-FA13-44CB-B563-9C9C9308AD93}" dt="2024-11-13T00:37:01.406" v="13027"/>
          <ac:spMkLst>
            <pc:docMk/>
            <pc:sldMk cId="3652683717" sldId="1156"/>
            <ac:spMk id="1605" creationId="{5DA92B35-092B-A2F9-34DE-F5004A388645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06" creationId="{072A5475-CB1D-6F85-258F-1DB7B96A9F74}"/>
          </ac:spMkLst>
        </pc:spChg>
        <pc:spChg chg="mod">
          <ac:chgData name="Gareth Thomson | Football Queensland" userId="45505d28-f665-4546-80c4-7c2d16b5a302" providerId="ADAL" clId="{6E62CCBA-FA13-44CB-B563-9C9C9308AD93}" dt="2024-11-13T00:37:01.406" v="13027"/>
          <ac:spMkLst>
            <pc:docMk/>
            <pc:sldMk cId="3652683717" sldId="1156"/>
            <ac:spMk id="1606" creationId="{9E7D6F39-B324-9A65-8B9D-4310CDFADF86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07" creationId="{398044EE-60F8-E1E2-001C-A7D48C1BC98B}"/>
          </ac:spMkLst>
        </pc:spChg>
        <pc:spChg chg="mod">
          <ac:chgData name="Gareth Thomson | Football Queensland" userId="45505d28-f665-4546-80c4-7c2d16b5a302" providerId="ADAL" clId="{6E62CCBA-FA13-44CB-B563-9C9C9308AD93}" dt="2024-11-13T00:37:01.406" v="13027"/>
          <ac:spMkLst>
            <pc:docMk/>
            <pc:sldMk cId="3652683717" sldId="1156"/>
            <ac:spMk id="1607" creationId="{5F9F56A6-47DA-1BE0-1FA9-6F4C7470497A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08" creationId="{B4FE3F08-C026-5BDB-082B-E1549108C814}"/>
          </ac:spMkLst>
        </pc:spChg>
        <pc:spChg chg="mod">
          <ac:chgData name="Gareth Thomson | Football Queensland" userId="45505d28-f665-4546-80c4-7c2d16b5a302" providerId="ADAL" clId="{6E62CCBA-FA13-44CB-B563-9C9C9308AD93}" dt="2024-11-13T00:37:09.001" v="13029"/>
          <ac:spMkLst>
            <pc:docMk/>
            <pc:sldMk cId="3652683717" sldId="1156"/>
            <ac:spMk id="1609" creationId="{0B3811F8-9D42-DDB7-5C26-AF961BB4AB8B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09" creationId="{2FE02E97-8469-680A-204D-0D9EB829BAAF}"/>
          </ac:spMkLst>
        </pc:spChg>
        <pc:spChg chg="mod">
          <ac:chgData name="Gareth Thomson | Football Queensland" userId="45505d28-f665-4546-80c4-7c2d16b5a302" providerId="ADAL" clId="{6E62CCBA-FA13-44CB-B563-9C9C9308AD93}" dt="2024-11-13T00:37:09.001" v="13029"/>
          <ac:spMkLst>
            <pc:docMk/>
            <pc:sldMk cId="3652683717" sldId="1156"/>
            <ac:spMk id="1610" creationId="{53AD07FA-EB8A-EBCE-0A17-5060D5D1338E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10" creationId="{81C14C57-15F4-1FBC-8001-E0165EA40455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11" creationId="{BC46D05A-C5FA-ED45-4271-A67B270E78B0}"/>
          </ac:spMkLst>
        </pc:spChg>
        <pc:spChg chg="mod">
          <ac:chgData name="Gareth Thomson | Football Queensland" userId="45505d28-f665-4546-80c4-7c2d16b5a302" providerId="ADAL" clId="{6E62CCBA-FA13-44CB-B563-9C9C9308AD93}" dt="2024-11-13T00:37:09.001" v="13029"/>
          <ac:spMkLst>
            <pc:docMk/>
            <pc:sldMk cId="3652683717" sldId="1156"/>
            <ac:spMk id="1611" creationId="{ED18635D-C301-5A49-471B-8C3EEFFF67EA}"/>
          </ac:spMkLst>
        </pc:spChg>
        <pc:spChg chg="mod">
          <ac:chgData name="Gareth Thomson | Football Queensland" userId="45505d28-f665-4546-80c4-7c2d16b5a302" providerId="ADAL" clId="{6E62CCBA-FA13-44CB-B563-9C9C9308AD93}" dt="2024-11-13T00:37:09.001" v="13029"/>
          <ac:spMkLst>
            <pc:docMk/>
            <pc:sldMk cId="3652683717" sldId="1156"/>
            <ac:spMk id="1612" creationId="{001BFAFF-4A5A-3D12-9ECC-2C50DD268F12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12" creationId="{D5E50FC5-886A-5372-F40C-46E85890AD9E}"/>
          </ac:spMkLst>
        </pc:spChg>
        <pc:spChg chg="del">
          <ac:chgData name="Gareth Thomson | Football Queensland" userId="45505d28-f665-4546-80c4-7c2d16b5a302" providerId="ADAL" clId="{6E62CCBA-FA13-44CB-B563-9C9C9308AD93}" dt="2024-11-05T22:56:34.209" v="1265" actId="478"/>
          <ac:spMkLst>
            <pc:docMk/>
            <pc:sldMk cId="3652683717" sldId="1156"/>
            <ac:spMk id="1613" creationId="{A77EC0C0-5934-4EFF-431B-FF29DC770C05}"/>
          </ac:spMkLst>
        </pc:spChg>
        <pc:spChg chg="del">
          <ac:chgData name="Gareth Thomson | Football Queensland" userId="45505d28-f665-4546-80c4-7c2d16b5a302" providerId="ADAL" clId="{6E62CCBA-FA13-44CB-B563-9C9C9308AD93}" dt="2024-11-06T06:03:15.100" v="6451" actId="478"/>
          <ac:spMkLst>
            <pc:docMk/>
            <pc:sldMk cId="3652683717" sldId="1156"/>
            <ac:spMk id="1614" creationId="{CB4E319A-C57F-441D-3E57-9DFD03AFC602}"/>
          </ac:spMkLst>
        </pc:spChg>
        <pc:spChg chg="mod">
          <ac:chgData name="Gareth Thomson | Football Queensland" userId="45505d28-f665-4546-80c4-7c2d16b5a302" providerId="ADAL" clId="{6E62CCBA-FA13-44CB-B563-9C9C9308AD93}" dt="2024-11-13T00:37:14.615" v="13032"/>
          <ac:spMkLst>
            <pc:docMk/>
            <pc:sldMk cId="3652683717" sldId="1156"/>
            <ac:spMk id="1614" creationId="{ED635C63-7F7C-8551-1C39-1F6B2C9EE687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15" creationId="{C9F5FB7C-DB0B-A928-FA32-4634D5033BF7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17" creationId="{04C5E5C3-6216-C723-C44F-22084CA7355A}"/>
          </ac:spMkLst>
        </pc:spChg>
        <pc:spChg chg="mod">
          <ac:chgData name="Gareth Thomson | Football Queensland" userId="45505d28-f665-4546-80c4-7c2d16b5a302" providerId="ADAL" clId="{6E62CCBA-FA13-44CB-B563-9C9C9308AD93}" dt="2024-11-13T00:37:14.615" v="13032"/>
          <ac:spMkLst>
            <pc:docMk/>
            <pc:sldMk cId="3652683717" sldId="1156"/>
            <ac:spMk id="1668" creationId="{2C2CA855-F010-9936-27FD-9F404C3B107F}"/>
          </ac:spMkLst>
        </pc:spChg>
        <pc:spChg chg="del">
          <ac:chgData name="Gareth Thomson | Football Queensland" userId="45505d28-f665-4546-80c4-7c2d16b5a302" providerId="ADAL" clId="{6E62CCBA-FA13-44CB-B563-9C9C9308AD93}" dt="2024-11-06T03:27:16.605" v="3995" actId="478"/>
          <ac:spMkLst>
            <pc:docMk/>
            <pc:sldMk cId="3652683717" sldId="1156"/>
            <ac:spMk id="1668" creationId="{F7F64E4F-8CA4-DC0E-6ED2-D6714714468A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1" creationId="{4D40A429-2870-487B-5290-1F2883A22612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3" creationId="{44C0E874-0CEB-EE94-4339-F3AC8FD1B2F1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4" creationId="{1BD6A2D9-54F5-5A3A-587D-9E466C4970B3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5" creationId="{76A19F03-07DB-12FB-9666-D2642C525198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6" creationId="{3673682D-76A3-F98E-B59E-CDC70FC71668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79" creationId="{62622919-657C-16FC-F2F2-98F61FA56218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0" creationId="{ED5B986F-DBB4-94B5-D46D-3EFA1B1E29B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1" creationId="{B2E3DE0A-6467-A0B4-3DE8-EF0C3B158535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2" creationId="{B7B4F50A-25DE-5300-2986-A21D0928D2A1}"/>
          </ac:spMkLst>
        </pc:spChg>
        <pc:spChg chg="add 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3" creationId="{5AD743DE-3ABF-112C-7D51-DBE55F59A641}"/>
          </ac:spMkLst>
        </pc:spChg>
        <pc:spChg chg="add mod">
          <ac:chgData name="Gareth Thomson | Football Queensland" userId="45505d28-f665-4546-80c4-7c2d16b5a302" providerId="ADAL" clId="{6E62CCBA-FA13-44CB-B563-9C9C9308AD93}" dt="2024-11-13T01:23:12.625" v="14434" actId="692"/>
          <ac:spMkLst>
            <pc:docMk/>
            <pc:sldMk cId="3652683717" sldId="1156"/>
            <ac:spMk id="1684" creationId="{E29339CF-66DB-C760-75A1-819E9DC38148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6" creationId="{52B1F688-3178-B869-1031-A0B2DBDB3C69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7" creationId="{56A4973A-393B-3474-D7D4-DEDEA9C5C261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8" creationId="{BB01AA2A-4739-CC45-F05D-925D15486B75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89" creationId="{641E2D27-634C-EBE3-7947-5809D2DABC32}"/>
          </ac:spMkLst>
        </pc:spChg>
        <pc:spChg chg="add 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90" creationId="{3D64A73E-B2FB-8DCC-1F27-E771FB6AC3F4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92" creationId="{DCEB86CE-AA7A-FABA-10A5-888212EC1BEB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93" creationId="{A2F3E08B-0EE9-5660-A51B-E199910C3F9C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94" creationId="{BB9817D4-E5D8-6BD2-A69E-819F58EB6EA6}"/>
          </ac:spMkLst>
        </pc:spChg>
        <pc:spChg chg="mod">
          <ac:chgData name="Gareth Thomson | Football Queensland" userId="45505d28-f665-4546-80c4-7c2d16b5a302" providerId="ADAL" clId="{6E62CCBA-FA13-44CB-B563-9C9C9308AD93}" dt="2024-11-05T22:56:34.685" v="1266"/>
          <ac:spMkLst>
            <pc:docMk/>
            <pc:sldMk cId="3652683717" sldId="1156"/>
            <ac:spMk id="1695" creationId="{BE66E7CD-15B1-3A23-E826-D06334849F0D}"/>
          </ac:spMkLst>
        </pc:spChg>
        <pc:grpChg chg="add del mod">
          <ac:chgData name="Gareth Thomson | Football Queensland" userId="45505d28-f665-4546-80c4-7c2d16b5a302" providerId="ADAL" clId="{6E62CCBA-FA13-44CB-B563-9C9C9308AD93}" dt="2024-11-13T00:39:37.547" v="13064" actId="478"/>
          <ac:grpSpMkLst>
            <pc:docMk/>
            <pc:sldMk cId="3652683717" sldId="1156"/>
            <ac:grpSpMk id="2" creationId="{295F854C-0AA7-C083-653D-1AAE9542EF18}"/>
          </ac:grpSpMkLst>
        </pc:grpChg>
        <pc:grpChg chg="add mod">
          <ac:chgData name="Gareth Thomson | Football Queensland" userId="45505d28-f665-4546-80c4-7c2d16b5a302" providerId="ADAL" clId="{6E62CCBA-FA13-44CB-B563-9C9C9308AD93}" dt="2024-11-06T03:27:08.719" v="3987" actId="1036"/>
          <ac:grpSpMkLst>
            <pc:docMk/>
            <pc:sldMk cId="3652683717" sldId="1156"/>
            <ac:grpSpMk id="6" creationId="{C61CD6AB-CDCE-5E1D-893D-F23012BD3339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7" creationId="{89BE21A4-D454-D424-C1D9-CDE9DFF26623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25" creationId="{90F9B7B4-6B3C-2A1B-AAE7-3A8294FE341F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024" creationId="{B8EB6D07-14DC-EA97-1283-9D8BF227EE6D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27.428" v="13059" actId="1076"/>
          <ac:grpSpMkLst>
            <pc:docMk/>
            <pc:sldMk cId="3652683717" sldId="1156"/>
            <ac:grpSpMk id="1033" creationId="{948244D5-AF41-2334-1299-0ADC9FF5FB14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035" creationId="{3FEBDAF4-7DB8-A248-4DDE-825AD3071309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26.803" v="13058" actId="1076"/>
          <ac:grpSpMkLst>
            <pc:docMk/>
            <pc:sldMk cId="3652683717" sldId="1156"/>
            <ac:grpSpMk id="1472" creationId="{358B8E42-A309-31E4-E169-8D8C24B4FD16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2:24.978" v="13071" actId="688"/>
          <ac:grpSpMkLst>
            <pc:docMk/>
            <pc:sldMk cId="3652683717" sldId="1156"/>
            <ac:grpSpMk id="1477" creationId="{94D3783D-B96A-4788-FA7E-55B1A9600EC7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2:54.293" v="13082" actId="571"/>
          <ac:grpSpMkLst>
            <pc:docMk/>
            <pc:sldMk cId="3652683717" sldId="1156"/>
            <ac:grpSpMk id="1482" creationId="{76347DAF-F107-E929-C15C-A68922AD63B1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3:01.783" v="13087" actId="1076"/>
          <ac:grpSpMkLst>
            <pc:docMk/>
            <pc:sldMk cId="3652683717" sldId="1156"/>
            <ac:grpSpMk id="1487" creationId="{C73F4B46-9BCF-6CA3-364D-56A73844C498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3:13.822" v="13090" actId="688"/>
          <ac:grpSpMkLst>
            <pc:docMk/>
            <pc:sldMk cId="3652683717" sldId="1156"/>
            <ac:grpSpMk id="1492" creationId="{13A0D98E-09E4-A9A4-5584-B824ABC6D86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3:18.506" v="13093" actId="688"/>
          <ac:grpSpMkLst>
            <pc:docMk/>
            <pc:sldMk cId="3652683717" sldId="1156"/>
            <ac:grpSpMk id="1543" creationId="{BB0FF5B8-4816-F61D-CC9A-EB43EF9E5D10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65" creationId="{B95AE96A-BD28-67CC-44DF-344C49F5E372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70" creationId="{00632058-797B-8FB2-F677-235CA86F00F9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75" creationId="{CDCA9B1A-681B-2993-1A52-35C6F37F4AD1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80" creationId="{8FD5B44B-AD55-7466-929E-83E078ABCC97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85" creationId="{4B2E521B-B3DA-1341-AFEB-3E829EBAD5A0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90" creationId="{65F62E1B-C486-5B6A-C6A7-466AE63AA15E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595" creationId="{2B859E3D-F86A-FE24-2278-473B9A33AD4D}"/>
          </ac:grpSpMkLst>
        </pc:grpChg>
        <pc:grpChg chg="del">
          <ac:chgData name="Gareth Thomson | Football Queensland" userId="45505d28-f665-4546-80c4-7c2d16b5a302" providerId="ADAL" clId="{6E62CCBA-FA13-44CB-B563-9C9C9308AD93}" dt="2024-11-05T22:56:34.209" v="1265" actId="478"/>
          <ac:grpSpMkLst>
            <pc:docMk/>
            <pc:sldMk cId="3652683717" sldId="1156"/>
            <ac:grpSpMk id="1600" creationId="{27AFE01C-3558-7F29-DF0E-D7DC5872AA4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32.858" v="13063" actId="1076"/>
          <ac:grpSpMkLst>
            <pc:docMk/>
            <pc:sldMk cId="3652683717" sldId="1156"/>
            <ac:grpSpMk id="1603" creationId="{F627F740-175B-0812-0C3E-2D7A120929E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31.982" v="13062" actId="688"/>
          <ac:grpSpMkLst>
            <pc:docMk/>
            <pc:sldMk cId="3652683717" sldId="1156"/>
            <ac:grpSpMk id="1608" creationId="{761C1BCB-F344-93F8-38EE-DEFF9BF89D15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29.719" v="13060" actId="1076"/>
          <ac:grpSpMkLst>
            <pc:docMk/>
            <pc:sldMk cId="3652683717" sldId="1156"/>
            <ac:grpSpMk id="1613" creationId="{7E7A996A-3EE0-28E3-B136-7F6DD57AF601}"/>
          </ac:grpSpMkLst>
        </pc:grpChg>
        <pc:grpChg chg="mod">
          <ac:chgData name="Gareth Thomson | Football Queensland" userId="45505d28-f665-4546-80c4-7c2d16b5a302" providerId="ADAL" clId="{6E62CCBA-FA13-44CB-B563-9C9C9308AD93}" dt="2024-11-13T00:39:26.165" v="13057" actId="1076"/>
          <ac:grpSpMkLst>
            <pc:docMk/>
            <pc:sldMk cId="3652683717" sldId="1156"/>
            <ac:grpSpMk id="1622" creationId="{E56706F0-BE02-910A-0362-0789D8E7F643}"/>
          </ac:grpSpMkLst>
        </pc:grpChg>
        <pc:grpChg chg="mod">
          <ac:chgData name="Gareth Thomson | Football Queensland" userId="45505d28-f665-4546-80c4-7c2d16b5a302" providerId="ADAL" clId="{6E62CCBA-FA13-44CB-B563-9C9C9308AD93}" dt="2024-11-06T03:27:19.088" v="3996" actId="1076"/>
          <ac:grpSpMkLst>
            <pc:docMk/>
            <pc:sldMk cId="3652683717" sldId="1156"/>
            <ac:grpSpMk id="1632" creationId="{1E330066-1EC0-4CF4-A5CB-E304B3D77E96}"/>
          </ac:grpSpMkLst>
        </pc:grpChg>
        <pc:grpChg chg="mod">
          <ac:chgData name="Gareth Thomson | Football Queensland" userId="45505d28-f665-4546-80c4-7c2d16b5a302" providerId="ADAL" clId="{6E62CCBA-FA13-44CB-B563-9C9C9308AD93}" dt="2024-11-06T03:27:33.963" v="4002" actId="1076"/>
          <ac:grpSpMkLst>
            <pc:docMk/>
            <pc:sldMk cId="3652683717" sldId="1156"/>
            <ac:grpSpMk id="1637" creationId="{C5260C34-5C26-BD9C-E827-FF54757C3E5D}"/>
          </ac:grpSpMkLst>
        </pc:grpChg>
        <pc:grpChg chg="mod">
          <ac:chgData name="Gareth Thomson | Football Queensland" userId="45505d28-f665-4546-80c4-7c2d16b5a302" providerId="ADAL" clId="{6E62CCBA-FA13-44CB-B563-9C9C9308AD93}" dt="2024-11-06T03:27:30.648" v="4001" actId="688"/>
          <ac:grpSpMkLst>
            <pc:docMk/>
            <pc:sldMk cId="3652683717" sldId="1156"/>
            <ac:grpSpMk id="1642" creationId="{60E90213-0F05-7946-99CD-7E9E9632E2F6}"/>
          </ac:grpSpMkLst>
        </pc:grpChg>
        <pc:grpChg chg="mod">
          <ac:chgData name="Gareth Thomson | Football Queensland" userId="45505d28-f665-4546-80c4-7c2d16b5a302" providerId="ADAL" clId="{6E62CCBA-FA13-44CB-B563-9C9C9308AD93}" dt="2024-11-06T03:27:24.843" v="3999" actId="1076"/>
          <ac:grpSpMkLst>
            <pc:docMk/>
            <pc:sldMk cId="3652683717" sldId="1156"/>
            <ac:grpSpMk id="1647" creationId="{51AB7AC9-5E7A-6889-DF3E-063B47A4A754}"/>
          </ac:grpSpMkLst>
        </pc:grpChg>
        <pc:grpChg chg="add mod ord">
          <ac:chgData name="Gareth Thomson | Football Queensland" userId="45505d28-f665-4546-80c4-7c2d16b5a302" providerId="ADAL" clId="{6E62CCBA-FA13-44CB-B563-9C9C9308AD93}" dt="2024-11-13T00:43:49.454" v="13128" actId="166"/>
          <ac:grpSpMkLst>
            <pc:docMk/>
            <pc:sldMk cId="3652683717" sldId="1156"/>
            <ac:grpSpMk id="1672" creationId="{7DFCF0FA-7964-EF29-69B2-0791BF8D175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678" creationId="{567A764F-5B3A-0531-3396-10F03E687001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685" creationId="{0772C683-6113-6A94-D049-D30CF4DAE80D}"/>
          </ac:grpSpMkLst>
        </pc:grpChg>
        <pc:grpChg chg="add mod">
          <ac:chgData name="Gareth Thomson | Football Queensland" userId="45505d28-f665-4546-80c4-7c2d16b5a302" providerId="ADAL" clId="{6E62CCBA-FA13-44CB-B563-9C9C9308AD93}" dt="2024-11-05T22:56:34.685" v="1266"/>
          <ac:grpSpMkLst>
            <pc:docMk/>
            <pc:sldMk cId="3652683717" sldId="1156"/>
            <ac:grpSpMk id="1691" creationId="{C64082D5-AB06-EF75-8D32-E25CC69DAFD7}"/>
          </ac:grpSpMkLst>
        </pc:grpChg>
        <pc:picChg chg="add del mod">
          <ac:chgData name="Gareth Thomson | Football Queensland" userId="45505d28-f665-4546-80c4-7c2d16b5a302" providerId="ADAL" clId="{6E62CCBA-FA13-44CB-B563-9C9C9308AD93}" dt="2024-11-05T22:56:43.393" v="1267" actId="478"/>
          <ac:picMkLst>
            <pc:docMk/>
            <pc:sldMk cId="3652683717" sldId="1156"/>
            <ac:picMk id="1031" creationId="{2EEAF311-7602-0851-CF13-121BC9DC6127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56:43.393" v="1267" actId="478"/>
          <ac:picMkLst>
            <pc:docMk/>
            <pc:sldMk cId="3652683717" sldId="1156"/>
            <ac:picMk id="1032" creationId="{875AF4DF-0684-93E4-FD53-D108439EBE21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56:43.393" v="1267" actId="478"/>
          <ac:picMkLst>
            <pc:docMk/>
            <pc:sldMk cId="3652683717" sldId="1156"/>
            <ac:picMk id="1033" creationId="{177D7D9F-053A-0D7A-ACC3-A30CD293F587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2:56:43.393" v="1267" actId="478"/>
          <ac:picMkLst>
            <pc:docMk/>
            <pc:sldMk cId="3652683717" sldId="1156"/>
            <ac:picMk id="1034" creationId="{331236F4-F3AB-CE7B-9C70-AB98A6B66AD9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7:07.616" v="1270" actId="1076"/>
          <ac:picMkLst>
            <pc:docMk/>
            <pc:sldMk cId="3652683717" sldId="1156"/>
            <ac:picMk id="1042" creationId="{49339D92-E74A-553A-20CF-395A042E9624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7:07.616" v="1270" actId="1076"/>
          <ac:picMkLst>
            <pc:docMk/>
            <pc:sldMk cId="3652683717" sldId="1156"/>
            <ac:picMk id="1043" creationId="{FA28E05B-CC2F-29F5-4C8C-6E37610CDDA7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7:07.616" v="1270" actId="1076"/>
          <ac:picMkLst>
            <pc:docMk/>
            <pc:sldMk cId="3652683717" sldId="1156"/>
            <ac:picMk id="1044" creationId="{0A1731CB-EBBA-5B53-DB69-41C6261B7369}"/>
          </ac:picMkLst>
        </pc:picChg>
        <pc:picChg chg="add mod">
          <ac:chgData name="Gareth Thomson | Football Queensland" userId="45505d28-f665-4546-80c4-7c2d16b5a302" providerId="ADAL" clId="{6E62CCBA-FA13-44CB-B563-9C9C9308AD93}" dt="2024-11-05T22:57:07.616" v="1270" actId="1076"/>
          <ac:picMkLst>
            <pc:docMk/>
            <pc:sldMk cId="3652683717" sldId="1156"/>
            <ac:picMk id="1045" creationId="{458A39E4-D2AB-92EB-C2AB-51199A2C4D93}"/>
          </ac:picMkLst>
        </pc:picChg>
        <pc:picChg chg="del">
          <ac:chgData name="Gareth Thomson | Football Queensland" userId="45505d28-f665-4546-80c4-7c2d16b5a302" providerId="ADAL" clId="{6E62CCBA-FA13-44CB-B563-9C9C9308AD93}" dt="2024-11-05T22:56:34.209" v="1265" actId="478"/>
          <ac:picMkLst>
            <pc:docMk/>
            <pc:sldMk cId="3652683717" sldId="1156"/>
            <ac:picMk id="1561" creationId="{0CFD8BAC-C8CD-AB5E-707F-2F754A3573B1}"/>
          </ac:picMkLst>
        </pc:picChg>
        <pc:picChg chg="del">
          <ac:chgData name="Gareth Thomson | Football Queensland" userId="45505d28-f665-4546-80c4-7c2d16b5a302" providerId="ADAL" clId="{6E62CCBA-FA13-44CB-B563-9C9C9308AD93}" dt="2024-11-05T22:56:34.209" v="1265" actId="478"/>
          <ac:picMkLst>
            <pc:docMk/>
            <pc:sldMk cId="3652683717" sldId="1156"/>
            <ac:picMk id="1562" creationId="{615B74E7-69FB-D0FB-FA65-FE8888E6FE27}"/>
          </ac:picMkLst>
        </pc:picChg>
        <pc:picChg chg="del">
          <ac:chgData name="Gareth Thomson | Football Queensland" userId="45505d28-f665-4546-80c4-7c2d16b5a302" providerId="ADAL" clId="{6E62CCBA-FA13-44CB-B563-9C9C9308AD93}" dt="2024-11-05T22:56:34.209" v="1265" actId="478"/>
          <ac:picMkLst>
            <pc:docMk/>
            <pc:sldMk cId="3652683717" sldId="1156"/>
            <ac:picMk id="1563" creationId="{D57F8DE1-67CB-54F6-DC33-E040BFE9675D}"/>
          </ac:picMkLst>
        </pc:picChg>
        <pc:picChg chg="del">
          <ac:chgData name="Gareth Thomson | Football Queensland" userId="45505d28-f665-4546-80c4-7c2d16b5a302" providerId="ADAL" clId="{6E62CCBA-FA13-44CB-B563-9C9C9308AD93}" dt="2024-11-05T22:56:34.209" v="1265" actId="478"/>
          <ac:picMkLst>
            <pc:docMk/>
            <pc:sldMk cId="3652683717" sldId="1156"/>
            <ac:picMk id="1564" creationId="{FBBA2CDF-20A8-4A71-27C3-230EE0E0EFAF}"/>
          </ac:picMkLst>
        </pc:picChg>
        <pc:cxnChg chg="add mod">
          <ac:chgData name="Gareth Thomson | Football Queensland" userId="45505d28-f665-4546-80c4-7c2d16b5a302" providerId="ADAL" clId="{6E62CCBA-FA13-44CB-B563-9C9C9308AD93}" dt="2024-11-09T22:23:43.626" v="10815" actId="14100"/>
          <ac:cxnSpMkLst>
            <pc:docMk/>
            <pc:sldMk cId="3652683717" sldId="1156"/>
            <ac:cxnSpMk id="1030" creationId="{EB782E9D-1BA2-9B64-4F21-9D16F95A7B9D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3:36.672" v="10814" actId="692"/>
          <ac:cxnSpMkLst>
            <pc:docMk/>
            <pc:sldMk cId="3652683717" sldId="1156"/>
            <ac:cxnSpMk id="1677" creationId="{2A498278-C706-7695-6B21-9CF6B0777029}"/>
          </ac:cxnSpMkLst>
        </pc:cxnChg>
      </pc:sldChg>
      <pc:sldChg chg="addSp delSp modSp add del mod">
        <pc:chgData name="Gareth Thomson | Football Queensland" userId="45505d28-f665-4546-80c4-7c2d16b5a302" providerId="ADAL" clId="{6E62CCBA-FA13-44CB-B563-9C9C9308AD93}" dt="2024-11-13T01:09:55.139" v="14101" actId="47"/>
        <pc:sldMkLst>
          <pc:docMk/>
          <pc:sldMk cId="984956879" sldId="1157"/>
        </pc:sldMkLst>
        <pc:spChg chg="add del mod">
          <ac:chgData name="Gareth Thomson | Football Queensland" userId="45505d28-f665-4546-80c4-7c2d16b5a302" providerId="ADAL" clId="{6E62CCBA-FA13-44CB-B563-9C9C9308AD93}" dt="2024-11-13T00:54:16.333" v="13264" actId="14100"/>
          <ac:spMkLst>
            <pc:docMk/>
            <pc:sldMk cId="984956879" sldId="1157"/>
            <ac:spMk id="2" creationId="{FC87012C-C6FE-F6B6-5216-38FE63603BC2}"/>
          </ac:spMkLst>
        </pc:spChg>
        <pc:spChg chg="mod">
          <ac:chgData name="Gareth Thomson | Football Queensland" userId="45505d28-f665-4546-80c4-7c2d16b5a302" providerId="ADAL" clId="{6E62CCBA-FA13-44CB-B563-9C9C9308AD93}" dt="2024-11-06T21:12:40.986" v="8429" actId="20577"/>
          <ac:spMkLst>
            <pc:docMk/>
            <pc:sldMk cId="984956879" sldId="1157"/>
            <ac:spMk id="3" creationId="{0C4301FE-9941-5FE9-F564-1135E1D9489F}"/>
          </ac:spMkLst>
        </pc:spChg>
        <pc:spChg chg="mod">
          <ac:chgData name="Gareth Thomson | Football Queensland" userId="45505d28-f665-4546-80c4-7c2d16b5a302" providerId="ADAL" clId="{6E62CCBA-FA13-44CB-B563-9C9C9308AD93}" dt="2024-11-06T12:30:36.216" v="7273" actId="1035"/>
          <ac:spMkLst>
            <pc:docMk/>
            <pc:sldMk cId="984956879" sldId="1157"/>
            <ac:spMk id="4" creationId="{1EC518C6-6484-DD66-2F14-6BB332D2D8E9}"/>
          </ac:spMkLst>
        </pc:spChg>
        <pc:spChg chg="mod">
          <ac:chgData name="Gareth Thomson | Football Queensland" userId="45505d28-f665-4546-80c4-7c2d16b5a302" providerId="ADAL" clId="{6E62CCBA-FA13-44CB-B563-9C9C9308AD93}" dt="2024-11-06T13:04:41.075" v="7795" actId="20577"/>
          <ac:spMkLst>
            <pc:docMk/>
            <pc:sldMk cId="984956879" sldId="1157"/>
            <ac:spMk id="7" creationId="{4222ECB4-90A9-1ED4-CBA5-4A540E04E7D8}"/>
          </ac:spMkLst>
        </pc:spChg>
        <pc:spChg chg="mod">
          <ac:chgData name="Gareth Thomson | Football Queensland" userId="45505d28-f665-4546-80c4-7c2d16b5a302" providerId="ADAL" clId="{6E62CCBA-FA13-44CB-B563-9C9C9308AD93}" dt="2024-11-06T05:04:17.687" v="4442"/>
          <ac:spMkLst>
            <pc:docMk/>
            <pc:sldMk cId="984956879" sldId="1157"/>
            <ac:spMk id="10" creationId="{17F4440A-71EE-FE35-D3EA-09D119B64484}"/>
          </ac:spMkLst>
        </pc:spChg>
        <pc:spChg chg="mod">
          <ac:chgData name="Gareth Thomson | Football Queensland" userId="45505d28-f665-4546-80c4-7c2d16b5a302" providerId="ADAL" clId="{6E62CCBA-FA13-44CB-B563-9C9C9308AD93}" dt="2024-11-06T05:04:17.687" v="4442"/>
          <ac:spMkLst>
            <pc:docMk/>
            <pc:sldMk cId="984956879" sldId="1157"/>
            <ac:spMk id="11" creationId="{E9311C3F-F941-B6BF-6DF6-2D111090CD7B}"/>
          </ac:spMkLst>
        </pc:spChg>
        <pc:spChg chg="mod">
          <ac:chgData name="Gareth Thomson | Football Queensland" userId="45505d28-f665-4546-80c4-7c2d16b5a302" providerId="ADAL" clId="{6E62CCBA-FA13-44CB-B563-9C9C9308AD93}" dt="2024-11-12T00:45:35.878" v="10905" actId="207"/>
          <ac:spMkLst>
            <pc:docMk/>
            <pc:sldMk cId="984956879" sldId="1157"/>
            <ac:spMk id="12" creationId="{0DF814B0-7849-B3DB-CADB-39DD52AA560F}"/>
          </ac:spMkLst>
        </pc:spChg>
        <pc:spChg chg="mod">
          <ac:chgData name="Gareth Thomson | Football Queensland" userId="45505d28-f665-4546-80c4-7c2d16b5a302" providerId="ADAL" clId="{6E62CCBA-FA13-44CB-B563-9C9C9308AD93}" dt="2024-11-12T00:45:32.569" v="10904" actId="207"/>
          <ac:spMkLst>
            <pc:docMk/>
            <pc:sldMk cId="984956879" sldId="1157"/>
            <ac:spMk id="13" creationId="{8B7AA187-DD9C-4019-54D6-86572C5FF762}"/>
          </ac:spMkLst>
        </pc:spChg>
        <pc:spChg chg="mod">
          <ac:chgData name="Gareth Thomson | Football Queensland" userId="45505d28-f665-4546-80c4-7c2d16b5a302" providerId="ADAL" clId="{6E62CCBA-FA13-44CB-B563-9C9C9308AD93}" dt="2024-11-06T05:04:25.392" v="4452"/>
          <ac:spMkLst>
            <pc:docMk/>
            <pc:sldMk cId="984956879" sldId="1157"/>
            <ac:spMk id="15" creationId="{3C0E6D27-3908-309E-2B36-62B28A0E9B9F}"/>
          </ac:spMkLst>
        </pc:spChg>
        <pc:spChg chg="mod">
          <ac:chgData name="Gareth Thomson | Football Queensland" userId="45505d28-f665-4546-80c4-7c2d16b5a302" providerId="ADAL" clId="{6E62CCBA-FA13-44CB-B563-9C9C9308AD93}" dt="2024-11-13T00:39:21.119" v="13052" actId="20577"/>
          <ac:spMkLst>
            <pc:docMk/>
            <pc:sldMk cId="984956879" sldId="1157"/>
            <ac:spMk id="17" creationId="{A2BFE293-F4CE-C6AD-A065-912038203F69}"/>
          </ac:spMkLst>
        </pc:spChg>
        <pc:spChg chg="mod">
          <ac:chgData name="Gareth Thomson | Football Queensland" userId="45505d28-f665-4546-80c4-7c2d16b5a302" providerId="ADAL" clId="{6E62CCBA-FA13-44CB-B563-9C9C9308AD93}" dt="2024-11-12T04:08:10.707" v="11164" actId="5793"/>
          <ac:spMkLst>
            <pc:docMk/>
            <pc:sldMk cId="984956879" sldId="1157"/>
            <ac:spMk id="20" creationId="{83AB0044-A263-97AB-0F2A-03FC8CBAE760}"/>
          </ac:spMkLst>
        </pc:spChg>
        <pc:spChg chg="del">
          <ac:chgData name="Gareth Thomson | Football Queensland" userId="45505d28-f665-4546-80c4-7c2d16b5a302" providerId="ADAL" clId="{6E62CCBA-FA13-44CB-B563-9C9C9308AD93}" dt="2024-11-06T06:03:03.135" v="6450" actId="478"/>
          <ac:spMkLst>
            <pc:docMk/>
            <pc:sldMk cId="984956879" sldId="1157"/>
            <ac:spMk id="21" creationId="{6F198536-5C2E-521E-CFAD-D8027689839F}"/>
          </ac:spMkLst>
        </pc:spChg>
        <pc:spChg chg="mod">
          <ac:chgData name="Gareth Thomson | Football Queensland" userId="45505d28-f665-4546-80c4-7c2d16b5a302" providerId="ADAL" clId="{6E62CCBA-FA13-44CB-B563-9C9C9308AD93}" dt="2024-11-06T05:04:25.392" v="4452"/>
          <ac:spMkLst>
            <pc:docMk/>
            <pc:sldMk cId="984956879" sldId="1157"/>
            <ac:spMk id="22" creationId="{27C235B8-EAA5-C2A9-0108-9363DD0A1BAD}"/>
          </ac:spMkLst>
        </pc:spChg>
        <pc:spChg chg="mod">
          <ac:chgData name="Gareth Thomson | Football Queensland" userId="45505d28-f665-4546-80c4-7c2d16b5a302" providerId="ADAL" clId="{6E62CCBA-FA13-44CB-B563-9C9C9308AD93}" dt="2024-11-06T05:04:25.392" v="4452"/>
          <ac:spMkLst>
            <pc:docMk/>
            <pc:sldMk cId="984956879" sldId="1157"/>
            <ac:spMk id="23" creationId="{561E005E-05BC-5514-F84E-0617BBCFC009}"/>
          </ac:spMkLst>
        </pc:spChg>
        <pc:spChg chg="mod">
          <ac:chgData name="Gareth Thomson | Football Queensland" userId="45505d28-f665-4546-80c4-7c2d16b5a302" providerId="ADAL" clId="{6E62CCBA-FA13-44CB-B563-9C9C9308AD93}" dt="2024-11-06T05:04:25.392" v="4452"/>
          <ac:spMkLst>
            <pc:docMk/>
            <pc:sldMk cId="984956879" sldId="1157"/>
            <ac:spMk id="24" creationId="{18E32CB1-54DF-48AD-B07B-09CAF0928D69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5" creationId="{91CA7A1D-997F-3B5A-14D2-7E7456552300}"/>
          </ac:spMkLst>
        </pc:spChg>
        <pc:spChg chg="mod">
          <ac:chgData name="Gareth Thomson | Football Queensland" userId="45505d28-f665-4546-80c4-7c2d16b5a302" providerId="ADAL" clId="{6E62CCBA-FA13-44CB-B563-9C9C9308AD93}" dt="2024-11-06T05:04:38.005" v="4456"/>
          <ac:spMkLst>
            <pc:docMk/>
            <pc:sldMk cId="984956879" sldId="1157"/>
            <ac:spMk id="26" creationId="{DAC202EB-131C-9645-D70A-71757AC8B48F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6" creationId="{EAE766AF-81CF-9B33-23F8-C670505C4499}"/>
          </ac:spMkLst>
        </pc:spChg>
        <pc:spChg chg="mod">
          <ac:chgData name="Gareth Thomson | Football Queensland" userId="45505d28-f665-4546-80c4-7c2d16b5a302" providerId="ADAL" clId="{6E62CCBA-FA13-44CB-B563-9C9C9308AD93}" dt="2024-11-06T05:04:38.005" v="4456"/>
          <ac:spMkLst>
            <pc:docMk/>
            <pc:sldMk cId="984956879" sldId="1157"/>
            <ac:spMk id="27" creationId="{AD367805-C993-8188-4981-B27640BA121A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7" creationId="{EC8E3300-4B6F-DA91-A4D3-7D4A9CDC3BB5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8" creationId="{16641FEA-198E-4B89-25D7-FE154F0B9A4B}"/>
          </ac:spMkLst>
        </pc:spChg>
        <pc:spChg chg="mod">
          <ac:chgData name="Gareth Thomson | Football Queensland" userId="45505d28-f665-4546-80c4-7c2d16b5a302" providerId="ADAL" clId="{6E62CCBA-FA13-44CB-B563-9C9C9308AD93}" dt="2024-11-06T05:04:38.005" v="4456"/>
          <ac:spMkLst>
            <pc:docMk/>
            <pc:sldMk cId="984956879" sldId="1157"/>
            <ac:spMk id="28" creationId="{79AC416B-0EF9-3653-9931-86A005C199D8}"/>
          </ac:spMkLst>
        </pc:spChg>
        <pc:spChg chg="mod">
          <ac:chgData name="Gareth Thomson | Football Queensland" userId="45505d28-f665-4546-80c4-7c2d16b5a302" providerId="ADAL" clId="{6E62CCBA-FA13-44CB-B563-9C9C9308AD93}" dt="2024-11-06T05:04:38.005" v="4456"/>
          <ac:spMkLst>
            <pc:docMk/>
            <pc:sldMk cId="984956879" sldId="1157"/>
            <ac:spMk id="29" creationId="{8E62DC7A-76A2-F370-9AAA-3AD22A66F148}"/>
          </ac:spMkLst>
        </pc:spChg>
        <pc:spChg chg="mod">
          <ac:chgData name="Gareth Thomson | Football Queensland" userId="45505d28-f665-4546-80c4-7c2d16b5a302" providerId="ADAL" clId="{6E62CCBA-FA13-44CB-B563-9C9C9308AD93}" dt="2024-11-06T05:04:47.449" v="4460"/>
          <ac:spMkLst>
            <pc:docMk/>
            <pc:sldMk cId="984956879" sldId="1157"/>
            <ac:spMk id="31" creationId="{277A3FB3-FDFD-1A4E-F169-45DDDF5730F7}"/>
          </ac:spMkLst>
        </pc:spChg>
        <pc:spChg chg="mod">
          <ac:chgData name="Gareth Thomson | Football Queensland" userId="45505d28-f665-4546-80c4-7c2d16b5a302" providerId="ADAL" clId="{6E62CCBA-FA13-44CB-B563-9C9C9308AD93}" dt="2024-11-06T05:04:47.449" v="4460"/>
          <ac:spMkLst>
            <pc:docMk/>
            <pc:sldMk cId="984956879" sldId="1157"/>
            <ac:spMk id="64" creationId="{709758A6-1EFA-447E-4E7E-5A104FE46015}"/>
          </ac:spMkLst>
        </pc:spChg>
        <pc:spChg chg="mod">
          <ac:chgData name="Gareth Thomson | Football Queensland" userId="45505d28-f665-4546-80c4-7c2d16b5a302" providerId="ADAL" clId="{6E62CCBA-FA13-44CB-B563-9C9C9308AD93}" dt="2024-11-06T05:04:47.449" v="4460"/>
          <ac:spMkLst>
            <pc:docMk/>
            <pc:sldMk cId="984956879" sldId="1157"/>
            <ac:spMk id="65" creationId="{795E9EF5-4247-B5F0-F9BD-77B4033FBDE4}"/>
          </ac:spMkLst>
        </pc:spChg>
        <pc:spChg chg="mod">
          <ac:chgData name="Gareth Thomson | Football Queensland" userId="45505d28-f665-4546-80c4-7c2d16b5a302" providerId="ADAL" clId="{6E62CCBA-FA13-44CB-B563-9C9C9308AD93}" dt="2024-11-06T05:04:47.449" v="4460"/>
          <ac:spMkLst>
            <pc:docMk/>
            <pc:sldMk cId="984956879" sldId="1157"/>
            <ac:spMk id="66" creationId="{E6FB742E-2814-7FB7-DC96-D3087E9C9E45}"/>
          </ac:spMkLst>
        </pc:spChg>
        <pc:spChg chg="mod">
          <ac:chgData name="Gareth Thomson | Football Queensland" userId="45505d28-f665-4546-80c4-7c2d16b5a302" providerId="ADAL" clId="{6E62CCBA-FA13-44CB-B563-9C9C9308AD93}" dt="2024-11-06T05:05:02.223" v="4467"/>
          <ac:spMkLst>
            <pc:docMk/>
            <pc:sldMk cId="984956879" sldId="1157"/>
            <ac:spMk id="68" creationId="{360AAF4F-AF45-25CF-5196-EDD4F232DE70}"/>
          </ac:spMkLst>
        </pc:spChg>
        <pc:spChg chg="mod">
          <ac:chgData name="Gareth Thomson | Football Queensland" userId="45505d28-f665-4546-80c4-7c2d16b5a302" providerId="ADAL" clId="{6E62CCBA-FA13-44CB-B563-9C9C9308AD93}" dt="2024-11-06T05:05:02.223" v="4467"/>
          <ac:spMkLst>
            <pc:docMk/>
            <pc:sldMk cId="984956879" sldId="1157"/>
            <ac:spMk id="69" creationId="{17E90B52-C958-70D8-5BB0-0C1B6DAD24E3}"/>
          </ac:spMkLst>
        </pc:spChg>
        <pc:spChg chg="mod">
          <ac:chgData name="Gareth Thomson | Football Queensland" userId="45505d28-f665-4546-80c4-7c2d16b5a302" providerId="ADAL" clId="{6E62CCBA-FA13-44CB-B563-9C9C9308AD93}" dt="2024-11-12T00:25:17.192" v="10895" actId="207"/>
          <ac:spMkLst>
            <pc:docMk/>
            <pc:sldMk cId="984956879" sldId="1157"/>
            <ac:spMk id="70" creationId="{830300BC-532A-D717-2584-C7D1EA50CD4D}"/>
          </ac:spMkLst>
        </pc:spChg>
        <pc:spChg chg="mod">
          <ac:chgData name="Gareth Thomson | Football Queensland" userId="45505d28-f665-4546-80c4-7c2d16b5a302" providerId="ADAL" clId="{6E62CCBA-FA13-44CB-B563-9C9C9308AD93}" dt="2024-11-12T00:25:14.119" v="10894" actId="207"/>
          <ac:spMkLst>
            <pc:docMk/>
            <pc:sldMk cId="984956879" sldId="1157"/>
            <ac:spMk id="71" creationId="{31A9A7EE-DBF6-BD03-2E8F-E89388FC6B59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73" creationId="{880DDA8D-8F1C-8852-B43C-956B3E097B9B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74" creationId="{35F4FAAD-720C-1E51-9461-3A2BC9BE3277}"/>
          </ac:spMkLst>
        </pc:spChg>
        <pc:spChg chg="mod">
          <ac:chgData name="Gareth Thomson | Football Queensland" userId="45505d28-f665-4546-80c4-7c2d16b5a302" providerId="ADAL" clId="{6E62CCBA-FA13-44CB-B563-9C9C9308AD93}" dt="2024-11-12T00:45:25.955" v="10903" actId="207"/>
          <ac:spMkLst>
            <pc:docMk/>
            <pc:sldMk cId="984956879" sldId="1157"/>
            <ac:spMk id="75" creationId="{D6581E1E-1025-45CB-1EBD-54166B86EB6B}"/>
          </ac:spMkLst>
        </pc:spChg>
        <pc:spChg chg="mod">
          <ac:chgData name="Gareth Thomson | Football Queensland" userId="45505d28-f665-4546-80c4-7c2d16b5a302" providerId="ADAL" clId="{6E62CCBA-FA13-44CB-B563-9C9C9308AD93}" dt="2024-11-12T00:45:23.684" v="10902" actId="207"/>
          <ac:spMkLst>
            <pc:docMk/>
            <pc:sldMk cId="984956879" sldId="1157"/>
            <ac:spMk id="78" creationId="{8681EE15-6A8D-D6D0-016B-721C124E528B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83" creationId="{12565898-CB88-F630-9B8F-E99D5FEC44C8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87" creationId="{A6DB19E1-42DE-CDBC-32A2-ECDAA60393DA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88" creationId="{55F68558-B000-ED6F-8313-B5C53F9177EF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89" creationId="{3AA50128-AE23-9A77-2407-59BD9303FFD2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92" creationId="{D64E95D5-6C90-53F6-70E3-8F0B0F7D778F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93" creationId="{1A0A080D-0242-22C3-219E-23BF555A30E5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94" creationId="{8D74C4AB-A91E-321C-32DF-232DBDDECB6C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95" creationId="{ED7CC890-33EB-60B2-9D1A-3A34209E1859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129" creationId="{50993E72-F536-E94F-B798-32DE2D9B923B}"/>
          </ac:spMkLst>
        </pc:spChg>
        <pc:spChg chg="mod">
          <ac:chgData name="Gareth Thomson | Football Queensland" userId="45505d28-f665-4546-80c4-7c2d16b5a302" providerId="ADAL" clId="{6E62CCBA-FA13-44CB-B563-9C9C9308AD93}" dt="2024-11-06T05:05:11.799" v="4470"/>
          <ac:spMkLst>
            <pc:docMk/>
            <pc:sldMk cId="984956879" sldId="1157"/>
            <ac:spMk id="130" creationId="{A76AA1E5-98BF-6782-D24D-99905795C659}"/>
          </ac:spMkLst>
        </pc:spChg>
        <pc:spChg chg="mod">
          <ac:chgData name="Gareth Thomson | Football Queensland" userId="45505d28-f665-4546-80c4-7c2d16b5a302" providerId="ADAL" clId="{6E62CCBA-FA13-44CB-B563-9C9C9308AD93}" dt="2024-11-12T00:45:19.038" v="10901" actId="207"/>
          <ac:spMkLst>
            <pc:docMk/>
            <pc:sldMk cId="984956879" sldId="1157"/>
            <ac:spMk id="131" creationId="{62F61E2A-D765-EAC1-C856-BEC4AE6776BA}"/>
          </ac:spMkLst>
        </pc:spChg>
        <pc:spChg chg="mod">
          <ac:chgData name="Gareth Thomson | Football Queensland" userId="45505d28-f665-4546-80c4-7c2d16b5a302" providerId="ADAL" clId="{6E62CCBA-FA13-44CB-B563-9C9C9308AD93}" dt="2024-11-12T00:45:15.971" v="10900" actId="207"/>
          <ac:spMkLst>
            <pc:docMk/>
            <pc:sldMk cId="984956879" sldId="1157"/>
            <ac:spMk id="132" creationId="{F30EAC52-0FC1-886D-E378-B66432174353}"/>
          </ac:spMkLst>
        </pc:spChg>
        <pc:spChg chg="add mod">
          <ac:chgData name="Gareth Thomson | Football Queensland" userId="45505d28-f665-4546-80c4-7c2d16b5a302" providerId="ADAL" clId="{6E62CCBA-FA13-44CB-B563-9C9C9308AD93}" dt="2024-11-06T05:27:31.133" v="4873" actId="1076"/>
          <ac:spMkLst>
            <pc:docMk/>
            <pc:sldMk cId="984956879" sldId="1157"/>
            <ac:spMk id="133" creationId="{56B50F96-C9F6-D3A8-C8DB-7CC426399F65}"/>
          </ac:spMkLst>
        </pc:spChg>
        <pc:spChg chg="add mod">
          <ac:chgData name="Gareth Thomson | Football Queensland" userId="45505d28-f665-4546-80c4-7c2d16b5a302" providerId="ADAL" clId="{6E62CCBA-FA13-44CB-B563-9C9C9308AD93}" dt="2024-11-06T05:11:03.502" v="4539" actId="1076"/>
          <ac:spMkLst>
            <pc:docMk/>
            <pc:sldMk cId="984956879" sldId="1157"/>
            <ac:spMk id="140" creationId="{01C7DCC6-B5F2-132D-2D30-90DF52334A7B}"/>
          </ac:spMkLst>
        </pc:spChg>
        <pc:spChg chg="add mod">
          <ac:chgData name="Gareth Thomson | Football Queensland" userId="45505d28-f665-4546-80c4-7c2d16b5a302" providerId="ADAL" clId="{6E62CCBA-FA13-44CB-B563-9C9C9308AD93}" dt="2024-11-06T05:11:45.517" v="4554" actId="1036"/>
          <ac:spMkLst>
            <pc:docMk/>
            <pc:sldMk cId="984956879" sldId="1157"/>
            <ac:spMk id="141" creationId="{924CB76A-4768-16ED-1A36-BE78BCE3DB3E}"/>
          </ac:spMkLst>
        </pc:spChg>
        <pc:spChg chg="add mod">
          <ac:chgData name="Gareth Thomson | Football Queensland" userId="45505d28-f665-4546-80c4-7c2d16b5a302" providerId="ADAL" clId="{6E62CCBA-FA13-44CB-B563-9C9C9308AD93}" dt="2024-11-06T05:08:29.785" v="4500" actId="1076"/>
          <ac:spMkLst>
            <pc:docMk/>
            <pc:sldMk cId="984956879" sldId="1157"/>
            <ac:spMk id="142" creationId="{A00CCAA8-60EC-D133-C8EA-0BBC04DEDA99}"/>
          </ac:spMkLst>
        </pc:spChg>
        <pc:spChg chg="add mod">
          <ac:chgData name="Gareth Thomson | Football Queensland" userId="45505d28-f665-4546-80c4-7c2d16b5a302" providerId="ADAL" clId="{6E62CCBA-FA13-44CB-B563-9C9C9308AD93}" dt="2024-11-06T05:08:33.978" v="4502" actId="1076"/>
          <ac:spMkLst>
            <pc:docMk/>
            <pc:sldMk cId="984956879" sldId="1157"/>
            <ac:spMk id="143" creationId="{676431BC-82DB-0EC2-6FDD-9E9A09FF493D}"/>
          </ac:spMkLst>
        </pc:spChg>
        <pc:spChg chg="add del">
          <ac:chgData name="Gareth Thomson | Football Queensland" userId="45505d28-f665-4546-80c4-7c2d16b5a302" providerId="ADAL" clId="{6E62CCBA-FA13-44CB-B563-9C9C9308AD93}" dt="2024-11-06T05:09:02.153" v="4510" actId="11529"/>
          <ac:spMkLst>
            <pc:docMk/>
            <pc:sldMk cId="984956879" sldId="1157"/>
            <ac:spMk id="150" creationId="{90B50A58-0213-3F28-3CD7-A1E4115290E1}"/>
          </ac:spMkLst>
        </pc:spChg>
        <pc:spChg chg="add mod">
          <ac:chgData name="Gareth Thomson | Football Queensland" userId="45505d28-f665-4546-80c4-7c2d16b5a302" providerId="ADAL" clId="{6E62CCBA-FA13-44CB-B563-9C9C9308AD93}" dt="2024-11-06T05:09:37.548" v="4517" actId="692"/>
          <ac:spMkLst>
            <pc:docMk/>
            <pc:sldMk cId="984956879" sldId="1157"/>
            <ac:spMk id="151" creationId="{38DD472E-D00D-F4AE-B79D-012C80E399D8}"/>
          </ac:spMkLst>
        </pc:spChg>
        <pc:spChg chg="add mod">
          <ac:chgData name="Gareth Thomson | Football Queensland" userId="45505d28-f665-4546-80c4-7c2d16b5a302" providerId="ADAL" clId="{6E62CCBA-FA13-44CB-B563-9C9C9308AD93}" dt="2024-11-06T05:09:50.015" v="4520" actId="1076"/>
          <ac:spMkLst>
            <pc:docMk/>
            <pc:sldMk cId="984956879" sldId="1157"/>
            <ac:spMk id="154" creationId="{B749F965-5682-8F8C-9295-0C9CA2102A5C}"/>
          </ac:spMkLst>
        </pc:spChg>
        <pc:spChg chg="add mod">
          <ac:chgData name="Gareth Thomson | Football Queensland" userId="45505d28-f665-4546-80c4-7c2d16b5a302" providerId="ADAL" clId="{6E62CCBA-FA13-44CB-B563-9C9C9308AD93}" dt="2024-11-06T05:10:17.595" v="4528" actId="1076"/>
          <ac:spMkLst>
            <pc:docMk/>
            <pc:sldMk cId="984956879" sldId="1157"/>
            <ac:spMk id="162" creationId="{38E5CEA4-A83C-886B-B760-AFDC11FD2FE4}"/>
          </ac:spMkLst>
        </pc:spChg>
        <pc:spChg chg="add mod">
          <ac:chgData name="Gareth Thomson | Football Queensland" userId="45505d28-f665-4546-80c4-7c2d16b5a302" providerId="ADAL" clId="{6E62CCBA-FA13-44CB-B563-9C9C9308AD93}" dt="2024-11-06T05:10:17.595" v="4528" actId="1076"/>
          <ac:spMkLst>
            <pc:docMk/>
            <pc:sldMk cId="984956879" sldId="1157"/>
            <ac:spMk id="163" creationId="{FD7E8D03-50B4-27E8-3434-CF0A4B9DB1CC}"/>
          </ac:spMkLst>
        </pc:spChg>
        <pc:spChg chg="add mod">
          <ac:chgData name="Gareth Thomson | Football Queensland" userId="45505d28-f665-4546-80c4-7c2d16b5a302" providerId="ADAL" clId="{6E62CCBA-FA13-44CB-B563-9C9C9308AD93}" dt="2024-11-06T05:11:16.191" v="4541" actId="1076"/>
          <ac:spMkLst>
            <pc:docMk/>
            <pc:sldMk cId="984956879" sldId="1157"/>
            <ac:spMk id="170" creationId="{4A9F3302-D0A9-1E5C-6E39-75B9FA7F1A1A}"/>
          </ac:spMkLst>
        </pc:spChg>
        <pc:spChg chg="add mod">
          <ac:chgData name="Gareth Thomson | Football Queensland" userId="45505d28-f665-4546-80c4-7c2d16b5a302" providerId="ADAL" clId="{6E62CCBA-FA13-44CB-B563-9C9C9308AD93}" dt="2024-11-06T05:11:39.738" v="4548" actId="1076"/>
          <ac:spMkLst>
            <pc:docMk/>
            <pc:sldMk cId="984956879" sldId="1157"/>
            <ac:spMk id="171" creationId="{DABAF9DA-D6E9-9264-2F02-7B489471435E}"/>
          </ac:spMkLst>
        </pc:spChg>
        <pc:spChg chg="add mod">
          <ac:chgData name="Gareth Thomson | Football Queensland" userId="45505d28-f665-4546-80c4-7c2d16b5a302" providerId="ADAL" clId="{6E62CCBA-FA13-44CB-B563-9C9C9308AD93}" dt="2024-11-06T05:11:57.788" v="4557" actId="1076"/>
          <ac:spMkLst>
            <pc:docMk/>
            <pc:sldMk cId="984956879" sldId="1157"/>
            <ac:spMk id="178" creationId="{FBE78938-76EE-8372-4C5D-9BB2667E3C85}"/>
          </ac:spMkLst>
        </pc:spChg>
        <pc:spChg chg="add mod">
          <ac:chgData name="Gareth Thomson | Football Queensland" userId="45505d28-f665-4546-80c4-7c2d16b5a302" providerId="ADAL" clId="{6E62CCBA-FA13-44CB-B563-9C9C9308AD93}" dt="2024-11-06T05:11:57.788" v="4557" actId="1076"/>
          <ac:spMkLst>
            <pc:docMk/>
            <pc:sldMk cId="984956879" sldId="1157"/>
            <ac:spMk id="179" creationId="{D329499B-8021-746A-C702-DD4620C7C622}"/>
          </ac:spMkLst>
        </pc:spChg>
        <pc:spChg chg="add mod">
          <ac:chgData name="Gareth Thomson | Football Queensland" userId="45505d28-f665-4546-80c4-7c2d16b5a302" providerId="ADAL" clId="{6E62CCBA-FA13-44CB-B563-9C9C9308AD93}" dt="2024-11-06T05:12:30.787" v="4568" actId="20577"/>
          <ac:spMkLst>
            <pc:docMk/>
            <pc:sldMk cId="984956879" sldId="1157"/>
            <ac:spMk id="182" creationId="{F385EC96-3D72-AA16-D27F-D8A617CFA4FE}"/>
          </ac:spMkLst>
        </pc:spChg>
        <pc:spChg chg="add mod">
          <ac:chgData name="Gareth Thomson | Football Queensland" userId="45505d28-f665-4546-80c4-7c2d16b5a302" providerId="ADAL" clId="{6E62CCBA-FA13-44CB-B563-9C9C9308AD93}" dt="2024-11-06T05:28:50.307" v="4901" actId="1076"/>
          <ac:spMkLst>
            <pc:docMk/>
            <pc:sldMk cId="984956879" sldId="1157"/>
            <ac:spMk id="190" creationId="{59102443-CCB3-8340-08B9-DDA9C9337E35}"/>
          </ac:spMkLst>
        </pc:spChg>
        <pc:spChg chg="mod">
          <ac:chgData name="Gareth Thomson | Football Queensland" userId="45505d28-f665-4546-80c4-7c2d16b5a302" providerId="ADAL" clId="{6E62CCBA-FA13-44CB-B563-9C9C9308AD93}" dt="2024-11-06T05:29:27.997" v="4912"/>
          <ac:spMkLst>
            <pc:docMk/>
            <pc:sldMk cId="984956879" sldId="1157"/>
            <ac:spMk id="192" creationId="{8BCD5C4A-4858-B307-A457-00050E0F565B}"/>
          </ac:spMkLst>
        </pc:spChg>
        <pc:spChg chg="mod">
          <ac:chgData name="Gareth Thomson | Football Queensland" userId="45505d28-f665-4546-80c4-7c2d16b5a302" providerId="ADAL" clId="{6E62CCBA-FA13-44CB-B563-9C9C9308AD93}" dt="2024-11-06T05:29:27.997" v="4912"/>
          <ac:spMkLst>
            <pc:docMk/>
            <pc:sldMk cId="984956879" sldId="1157"/>
            <ac:spMk id="193" creationId="{90929588-4662-8AD5-BDD9-3253A4407742}"/>
          </ac:spMkLst>
        </pc:spChg>
        <pc:spChg chg="add del mod">
          <ac:chgData name="Gareth Thomson | Football Queensland" userId="45505d28-f665-4546-80c4-7c2d16b5a302" providerId="ADAL" clId="{6E62CCBA-FA13-44CB-B563-9C9C9308AD93}" dt="2024-11-06T05:04:04.405" v="4440" actId="478"/>
          <ac:spMkLst>
            <pc:docMk/>
            <pc:sldMk cId="984956879" sldId="1157"/>
            <ac:spMk id="196" creationId="{782C94A9-DFFE-4E12-3479-73CE3510FC01}"/>
          </ac:spMkLst>
        </pc:spChg>
        <pc:spChg chg="mod">
          <ac:chgData name="Gareth Thomson | Football Queensland" userId="45505d28-f665-4546-80c4-7c2d16b5a302" providerId="ADAL" clId="{6E62CCBA-FA13-44CB-B563-9C9C9308AD93}" dt="2024-11-06T05:29:27.997" v="4912"/>
          <ac:spMkLst>
            <pc:docMk/>
            <pc:sldMk cId="984956879" sldId="1157"/>
            <ac:spMk id="197" creationId="{DE3D0B7F-BD22-42F2-E3B4-659370D06A99}"/>
          </ac:spMkLst>
        </pc:spChg>
        <pc:spChg chg="mod">
          <ac:chgData name="Gareth Thomson | Football Queensland" userId="45505d28-f665-4546-80c4-7c2d16b5a302" providerId="ADAL" clId="{6E62CCBA-FA13-44CB-B563-9C9C9308AD93}" dt="2024-11-06T05:29:27.997" v="4912"/>
          <ac:spMkLst>
            <pc:docMk/>
            <pc:sldMk cId="984956879" sldId="1157"/>
            <ac:spMk id="198" creationId="{53AC9B5C-0C8C-2292-1ECD-5E14A7EB81AB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24" creationId="{C92CBB8C-7994-7BE0-6390-41C9C7D9F7F5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25" creationId="{182DA14B-6946-58F2-47E1-BFD77AEAC829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26" creationId="{F427CB98-D353-4EC8-417E-4B2491F05498}"/>
          </ac:spMkLst>
        </pc:spChg>
        <pc:spChg chg="mod">
          <ac:chgData name="Gareth Thomson | Football Queensland" userId="45505d28-f665-4546-80c4-7c2d16b5a302" providerId="ADAL" clId="{6E62CCBA-FA13-44CB-B563-9C9C9308AD93}" dt="2024-11-13T00:38:20.438" v="13043"/>
          <ac:spMkLst>
            <pc:docMk/>
            <pc:sldMk cId="984956879" sldId="1157"/>
            <ac:spMk id="227" creationId="{32C654EE-2483-C44F-EC6F-9B86990384D1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29" creationId="{45BB97F0-155F-C7A4-87FE-C39CE01CADC0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0" creationId="{9D3F2745-A8D8-3FFF-B404-56B699869B63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1" creationId="{1F30616D-802A-DE42-F384-23DB41576B00}"/>
          </ac:spMkLst>
        </pc:spChg>
        <pc:spChg chg="del">
          <ac:chgData name="Gareth Thomson | Football Queensland" userId="45505d28-f665-4546-80c4-7c2d16b5a302" providerId="ADAL" clId="{6E62CCBA-FA13-44CB-B563-9C9C9308AD93}" dt="2024-11-06T05:04:52.916" v="4463" actId="478"/>
          <ac:spMkLst>
            <pc:docMk/>
            <pc:sldMk cId="984956879" sldId="1157"/>
            <ac:spMk id="231" creationId="{6271A24A-5365-40FC-FECE-6FDCA4CAFAA1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2" creationId="{6AAF5B52-B5FB-258A-E291-E47E05A0F37F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4" creationId="{7C13D7D1-4469-85F8-6141-863DFF078E78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5" creationId="{BD3893EF-66A9-A505-114C-F825CFBA33EA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6" creationId="{61717AB1-2F8B-8288-F43A-796F1055DACA}"/>
          </ac:spMkLst>
        </pc:spChg>
        <pc:spChg chg="mod">
          <ac:chgData name="Gareth Thomson | Football Queensland" userId="45505d28-f665-4546-80c4-7c2d16b5a302" providerId="ADAL" clId="{6E62CCBA-FA13-44CB-B563-9C9C9308AD93}" dt="2024-11-13T00:44:39.848" v="13186"/>
          <ac:spMkLst>
            <pc:docMk/>
            <pc:sldMk cId="984956879" sldId="1157"/>
            <ac:spMk id="237" creationId="{E1D7937E-3A26-5307-13F1-2F1CE3772035}"/>
          </ac:spMkLst>
        </pc:spChg>
        <pc:spChg chg="del mod">
          <ac:chgData name="Gareth Thomson | Football Queensland" userId="45505d28-f665-4546-80c4-7c2d16b5a302" providerId="ADAL" clId="{6E62CCBA-FA13-44CB-B563-9C9C9308AD93}" dt="2024-11-06T05:04:50.730" v="4462" actId="478"/>
          <ac:spMkLst>
            <pc:docMk/>
            <pc:sldMk cId="984956879" sldId="1157"/>
            <ac:spMk id="238" creationId="{E5C72645-6A7E-0139-70F1-459BE8206F29}"/>
          </ac:spMkLst>
        </pc:spChg>
        <pc:spChg chg="mod ord">
          <ac:chgData name="Gareth Thomson | Football Queensland" userId="45505d28-f665-4546-80c4-7c2d16b5a302" providerId="ADAL" clId="{6E62CCBA-FA13-44CB-B563-9C9C9308AD93}" dt="2024-11-13T00:45:13.887" v="13197" actId="1076"/>
          <ac:spMkLst>
            <pc:docMk/>
            <pc:sldMk cId="984956879" sldId="1157"/>
            <ac:spMk id="356" creationId="{6EFC8CF3-0A25-7F59-DBEC-D7154F5DE39E}"/>
          </ac:spMkLst>
        </pc:spChg>
        <pc:spChg chg="mod">
          <ac:chgData name="Gareth Thomson | Football Queensland" userId="45505d28-f665-4546-80c4-7c2d16b5a302" providerId="ADAL" clId="{6E62CCBA-FA13-44CB-B563-9C9C9308AD93}" dt="2024-11-06T05:12:45.937" v="4571" actId="1035"/>
          <ac:spMkLst>
            <pc:docMk/>
            <pc:sldMk cId="984956879" sldId="1157"/>
            <ac:spMk id="368" creationId="{F260609E-731B-FB8E-5DA2-E6B982347764}"/>
          </ac:spMkLst>
        </pc:spChg>
        <pc:spChg chg="mod">
          <ac:chgData name="Gareth Thomson | Football Queensland" userId="45505d28-f665-4546-80c4-7c2d16b5a302" providerId="ADAL" clId="{6E62CCBA-FA13-44CB-B563-9C9C9308AD93}" dt="2024-11-06T05:12:22.206" v="4562" actId="20577"/>
          <ac:spMkLst>
            <pc:docMk/>
            <pc:sldMk cId="984956879" sldId="1157"/>
            <ac:spMk id="369" creationId="{E344CBDB-48D3-1B76-6AEE-06305C898996}"/>
          </ac:spMkLst>
        </pc:spChg>
        <pc:spChg chg="del">
          <ac:chgData name="Gareth Thomson | Football Queensland" userId="45505d28-f665-4546-80c4-7c2d16b5a302" providerId="ADAL" clId="{6E62CCBA-FA13-44CB-B563-9C9C9308AD93}" dt="2024-11-06T05:12:35.955" v="4569" actId="478"/>
          <ac:spMkLst>
            <pc:docMk/>
            <pc:sldMk cId="984956879" sldId="1157"/>
            <ac:spMk id="370" creationId="{E29F67CD-B040-E7A6-DBD3-2E7805D75A04}"/>
          </ac:spMkLst>
        </pc:spChg>
        <pc:spChg chg="mod">
          <ac:chgData name="Gareth Thomson | Football Queensland" userId="45505d28-f665-4546-80c4-7c2d16b5a302" providerId="ADAL" clId="{6E62CCBA-FA13-44CB-B563-9C9C9308AD93}" dt="2024-11-06T05:29:07.008" v="4905" actId="207"/>
          <ac:spMkLst>
            <pc:docMk/>
            <pc:sldMk cId="984956879" sldId="1157"/>
            <ac:spMk id="386" creationId="{31ECF248-9811-5A70-2DEB-98A67AE69BC8}"/>
          </ac:spMkLst>
        </pc:spChg>
        <pc:spChg chg="mod">
          <ac:chgData name="Gareth Thomson | Football Queensland" userId="45505d28-f665-4546-80c4-7c2d16b5a302" providerId="ADAL" clId="{6E62CCBA-FA13-44CB-B563-9C9C9308AD93}" dt="2024-11-06T05:29:07.008" v="4905" actId="207"/>
          <ac:spMkLst>
            <pc:docMk/>
            <pc:sldMk cId="984956879" sldId="1157"/>
            <ac:spMk id="387" creationId="{F97CA001-A510-83FA-EC30-E805BEA409C9}"/>
          </ac:spMkLst>
        </pc:spChg>
        <pc:spChg chg="mod">
          <ac:chgData name="Gareth Thomson | Football Queensland" userId="45505d28-f665-4546-80c4-7c2d16b5a302" providerId="ADAL" clId="{6E62CCBA-FA13-44CB-B563-9C9C9308AD93}" dt="2024-11-06T05:29:07.008" v="4905" actId="207"/>
          <ac:spMkLst>
            <pc:docMk/>
            <pc:sldMk cId="984956879" sldId="1157"/>
            <ac:spMk id="388" creationId="{244E01D7-11FF-68E4-0B19-146C0653E370}"/>
          </ac:spMkLst>
        </pc:spChg>
        <pc:spChg chg="mod">
          <ac:chgData name="Gareth Thomson | Football Queensland" userId="45505d28-f665-4546-80c4-7c2d16b5a302" providerId="ADAL" clId="{6E62CCBA-FA13-44CB-B563-9C9C9308AD93}" dt="2024-11-06T05:29:07.008" v="4905" actId="207"/>
          <ac:spMkLst>
            <pc:docMk/>
            <pc:sldMk cId="984956879" sldId="1157"/>
            <ac:spMk id="389" creationId="{3BE13D70-6A72-52B5-F106-43E175E6EF6A}"/>
          </ac:spMkLst>
        </pc:spChg>
        <pc:spChg chg="mod">
          <ac:chgData name="Gareth Thomson | Football Queensland" userId="45505d28-f665-4546-80c4-7c2d16b5a302" providerId="ADAL" clId="{6E62CCBA-FA13-44CB-B563-9C9C9308AD93}" dt="2024-11-06T05:28:07.884" v="4884" actId="207"/>
          <ac:spMkLst>
            <pc:docMk/>
            <pc:sldMk cId="984956879" sldId="1157"/>
            <ac:spMk id="403" creationId="{ACF4198D-C960-A385-BB83-8107FF6CE200}"/>
          </ac:spMkLst>
        </pc:spChg>
        <pc:spChg chg="mod">
          <ac:chgData name="Gareth Thomson | Football Queensland" userId="45505d28-f665-4546-80c4-7c2d16b5a302" providerId="ADAL" clId="{6E62CCBA-FA13-44CB-B563-9C9C9308AD93}" dt="2024-11-06T05:28:58.585" v="4903" actId="20577"/>
          <ac:spMkLst>
            <pc:docMk/>
            <pc:sldMk cId="984956879" sldId="1157"/>
            <ac:spMk id="404" creationId="{970F1581-0DE2-48A8-5614-1CDA15819FF8}"/>
          </ac:spMkLst>
        </pc:spChg>
        <pc:spChg chg="mod">
          <ac:chgData name="Gareth Thomson | Football Queensland" userId="45505d28-f665-4546-80c4-7c2d16b5a302" providerId="ADAL" clId="{6E62CCBA-FA13-44CB-B563-9C9C9308AD93}" dt="2024-11-06T05:27:27.702" v="4872" actId="1076"/>
          <ac:spMkLst>
            <pc:docMk/>
            <pc:sldMk cId="984956879" sldId="1157"/>
            <ac:spMk id="423" creationId="{81A5BF90-DD63-FB63-5BB5-078F1DF57D1C}"/>
          </ac:spMkLst>
        </pc:spChg>
        <pc:spChg chg="mod">
          <ac:chgData name="Gareth Thomson | Football Queensland" userId="45505d28-f665-4546-80c4-7c2d16b5a302" providerId="ADAL" clId="{6E62CCBA-FA13-44CB-B563-9C9C9308AD93}" dt="2024-11-06T05:28:52.738" v="4902" actId="1076"/>
          <ac:spMkLst>
            <pc:docMk/>
            <pc:sldMk cId="984956879" sldId="1157"/>
            <ac:spMk id="424" creationId="{67EF2272-DC78-55AE-23AA-1A06CE3B5790}"/>
          </ac:spMkLst>
        </pc:spChg>
        <pc:spChg chg="mod">
          <ac:chgData name="Gareth Thomson | Football Queensland" userId="45505d28-f665-4546-80c4-7c2d16b5a302" providerId="ADAL" clId="{6E62CCBA-FA13-44CB-B563-9C9C9308AD93}" dt="2024-11-06T05:27:27.702" v="4872" actId="1076"/>
          <ac:spMkLst>
            <pc:docMk/>
            <pc:sldMk cId="984956879" sldId="1157"/>
            <ac:spMk id="425" creationId="{46584F19-4214-0CB8-E6F3-23B232560216}"/>
          </ac:spMkLst>
        </pc:spChg>
        <pc:spChg chg="mod">
          <ac:chgData name="Gareth Thomson | Football Queensland" userId="45505d28-f665-4546-80c4-7c2d16b5a302" providerId="ADAL" clId="{6E62CCBA-FA13-44CB-B563-9C9C9308AD93}" dt="2024-11-06T05:32:26.428" v="4919" actId="20577"/>
          <ac:spMkLst>
            <pc:docMk/>
            <pc:sldMk cId="984956879" sldId="1157"/>
            <ac:spMk id="436" creationId="{516E8EC8-5483-4927-AA3B-C57953B3D1A2}"/>
          </ac:spMkLst>
        </pc:spChg>
        <pc:spChg chg="mod">
          <ac:chgData name="Gareth Thomson | Football Queensland" userId="45505d28-f665-4546-80c4-7c2d16b5a302" providerId="ADAL" clId="{6E62CCBA-FA13-44CB-B563-9C9C9308AD93}" dt="2024-11-06T05:32:38.588" v="4924" actId="1076"/>
          <ac:spMkLst>
            <pc:docMk/>
            <pc:sldMk cId="984956879" sldId="1157"/>
            <ac:spMk id="437" creationId="{BAF25EC0-3BC3-CE37-5042-84736DEAEA7B}"/>
          </ac:spMkLst>
        </pc:spChg>
        <pc:spChg chg="add del">
          <ac:chgData name="Gareth Thomson | Football Queensland" userId="45505d28-f665-4546-80c4-7c2d16b5a302" providerId="ADAL" clId="{6E62CCBA-FA13-44CB-B563-9C9C9308AD93}" dt="2024-11-06T05:04:08.603" v="4441" actId="478"/>
          <ac:spMkLst>
            <pc:docMk/>
            <pc:sldMk cId="984956879" sldId="1157"/>
            <ac:spMk id="488" creationId="{16111237-9CC3-090D-B10A-2B7462A30D43}"/>
          </ac:spMkLst>
        </pc:spChg>
        <pc:spChg chg="add del">
          <ac:chgData name="Gareth Thomson | Football Queensland" userId="45505d28-f665-4546-80c4-7c2d16b5a302" providerId="ADAL" clId="{6E62CCBA-FA13-44CB-B563-9C9C9308AD93}" dt="2024-11-06T05:04:08.603" v="4441" actId="478"/>
          <ac:spMkLst>
            <pc:docMk/>
            <pc:sldMk cId="984956879" sldId="1157"/>
            <ac:spMk id="489" creationId="{F26F74F1-F7D9-D600-9ECF-04A0111D41B9}"/>
          </ac:spMkLst>
        </pc:spChg>
        <pc:spChg chg="mod">
          <ac:chgData name="Gareth Thomson | Football Queensland" userId="45505d28-f665-4546-80c4-7c2d16b5a302" providerId="ADAL" clId="{6E62CCBA-FA13-44CB-B563-9C9C9308AD93}" dt="2024-11-13T00:44:50.772" v="13189"/>
          <ac:spMkLst>
            <pc:docMk/>
            <pc:sldMk cId="984956879" sldId="1157"/>
            <ac:spMk id="512" creationId="{C7EDFCF9-60F0-9994-7EC0-6079734C5633}"/>
          </ac:spMkLst>
        </pc:spChg>
        <pc:spChg chg="mod">
          <ac:chgData name="Gareth Thomson | Football Queensland" userId="45505d28-f665-4546-80c4-7c2d16b5a302" providerId="ADAL" clId="{6E62CCBA-FA13-44CB-B563-9C9C9308AD93}" dt="2024-11-13T00:44:50.772" v="13189"/>
          <ac:spMkLst>
            <pc:docMk/>
            <pc:sldMk cId="984956879" sldId="1157"/>
            <ac:spMk id="517" creationId="{AD46FD75-6A32-6702-3EF5-111A17F985DB}"/>
          </ac:spMkLst>
        </pc:spChg>
        <pc:spChg chg="mod">
          <ac:chgData name="Gareth Thomson | Football Queensland" userId="45505d28-f665-4546-80c4-7c2d16b5a302" providerId="ADAL" clId="{6E62CCBA-FA13-44CB-B563-9C9C9308AD93}" dt="2024-11-13T00:44:50.772" v="13189"/>
          <ac:spMkLst>
            <pc:docMk/>
            <pc:sldMk cId="984956879" sldId="1157"/>
            <ac:spMk id="518" creationId="{CEE0526C-2857-C03B-8643-F7AA68A37A21}"/>
          </ac:spMkLst>
        </pc:spChg>
        <pc:spChg chg="mod">
          <ac:chgData name="Gareth Thomson | Football Queensland" userId="45505d28-f665-4546-80c4-7c2d16b5a302" providerId="ADAL" clId="{6E62CCBA-FA13-44CB-B563-9C9C9308AD93}" dt="2024-11-13T00:44:50.772" v="13189"/>
          <ac:spMkLst>
            <pc:docMk/>
            <pc:sldMk cId="984956879" sldId="1157"/>
            <ac:spMk id="519" creationId="{1D2A2ECC-60AE-4E40-ECB1-D611A4AAB511}"/>
          </ac:spMkLst>
        </pc:spChg>
        <pc:spChg chg="mod">
          <ac:chgData name="Gareth Thomson | Football Queensland" userId="45505d28-f665-4546-80c4-7c2d16b5a302" providerId="ADAL" clId="{6E62CCBA-FA13-44CB-B563-9C9C9308AD93}" dt="2024-11-13T00:44:57.407" v="13192"/>
          <ac:spMkLst>
            <pc:docMk/>
            <pc:sldMk cId="984956879" sldId="1157"/>
            <ac:spMk id="521" creationId="{28CD2017-F3BE-C318-DE8F-93902DC2A0A9}"/>
          </ac:spMkLst>
        </pc:spChg>
        <pc:spChg chg="mod">
          <ac:chgData name="Gareth Thomson | Football Queensland" userId="45505d28-f665-4546-80c4-7c2d16b5a302" providerId="ADAL" clId="{6E62CCBA-FA13-44CB-B563-9C9C9308AD93}" dt="2024-11-13T00:44:57.407" v="13192"/>
          <ac:spMkLst>
            <pc:docMk/>
            <pc:sldMk cId="984956879" sldId="1157"/>
            <ac:spMk id="522" creationId="{657F586D-F97D-145A-3EF2-A07388D11BF4}"/>
          </ac:spMkLst>
        </pc:spChg>
        <pc:spChg chg="mod">
          <ac:chgData name="Gareth Thomson | Football Queensland" userId="45505d28-f665-4546-80c4-7c2d16b5a302" providerId="ADAL" clId="{6E62CCBA-FA13-44CB-B563-9C9C9308AD93}" dt="2024-11-13T00:44:57.407" v="13192"/>
          <ac:spMkLst>
            <pc:docMk/>
            <pc:sldMk cId="984956879" sldId="1157"/>
            <ac:spMk id="523" creationId="{9B5C7ED2-454F-E240-B91D-F8AC52B1BD58}"/>
          </ac:spMkLst>
        </pc:spChg>
        <pc:spChg chg="mod">
          <ac:chgData name="Gareth Thomson | Football Queensland" userId="45505d28-f665-4546-80c4-7c2d16b5a302" providerId="ADAL" clId="{6E62CCBA-FA13-44CB-B563-9C9C9308AD93}" dt="2024-11-13T00:44:57.407" v="13192"/>
          <ac:spMkLst>
            <pc:docMk/>
            <pc:sldMk cId="984956879" sldId="1157"/>
            <ac:spMk id="524" creationId="{EBB9FAB7-1A3D-D699-626E-5C479CFD915A}"/>
          </ac:spMkLst>
        </pc:spChg>
        <pc:grpChg chg="add mod">
          <ac:chgData name="Gareth Thomson | Football Queensland" userId="45505d28-f665-4546-80c4-7c2d16b5a302" providerId="ADAL" clId="{6E62CCBA-FA13-44CB-B563-9C9C9308AD93}" dt="2024-11-06T05:05:01.193" v="4466" actId="1076"/>
          <ac:grpSpMkLst>
            <pc:docMk/>
            <pc:sldMk cId="984956879" sldId="1157"/>
            <ac:grpSpMk id="5" creationId="{16852BB2-B373-C652-5432-7830F45F826A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04:37.121" v="4455" actId="1076"/>
          <ac:grpSpMkLst>
            <pc:docMk/>
            <pc:sldMk cId="984956879" sldId="1157"/>
            <ac:grpSpMk id="14" creationId="{D5747BA8-EB12-9E88-20F2-206B0854681C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22.197" v="13054" actId="1076"/>
          <ac:grpSpMkLst>
            <pc:docMk/>
            <pc:sldMk cId="984956879" sldId="1157"/>
            <ac:grpSpMk id="21" creationId="{6098B869-A6D3-138C-E12D-4E516E22805A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6T05:04:45.480" v="4459" actId="478"/>
          <ac:grpSpMkLst>
            <pc:docMk/>
            <pc:sldMk cId="984956879" sldId="1157"/>
            <ac:grpSpMk id="25" creationId="{1FF2E20D-000C-984F-0E7E-8C4A439EB86A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9:22.197" v="13054" actId="1076"/>
          <ac:grpSpMkLst>
            <pc:docMk/>
            <pc:sldMk cId="984956879" sldId="1157"/>
            <ac:grpSpMk id="29" creationId="{8BE5DF9A-B259-6100-B50C-CDFD1A57D47E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08:15.361" v="4494" actId="688"/>
          <ac:grpSpMkLst>
            <pc:docMk/>
            <pc:sldMk cId="984956879" sldId="1157"/>
            <ac:grpSpMk id="30" creationId="{6CCCDD66-EBD5-01BC-FC42-57148776BA6F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12:03.290" v="4559" actId="1076"/>
          <ac:grpSpMkLst>
            <pc:docMk/>
            <pc:sldMk cId="984956879" sldId="1157"/>
            <ac:grpSpMk id="67" creationId="{4AB5D5AC-F0D9-6322-DCFD-C3AFF3359F76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05:16.862" v="4473" actId="1036"/>
          <ac:grpSpMkLst>
            <pc:docMk/>
            <pc:sldMk cId="984956879" sldId="1157"/>
            <ac:grpSpMk id="72" creationId="{CA4BB80C-BFE0-CF94-333F-C1BD889F4FA5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05:16.862" v="4473" actId="1036"/>
          <ac:grpSpMkLst>
            <pc:docMk/>
            <pc:sldMk cId="984956879" sldId="1157"/>
            <ac:grpSpMk id="79" creationId="{ACAB8AD2-68BC-A6CE-E1CD-B782882691D5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08:05.569" v="4492" actId="688"/>
          <ac:grpSpMkLst>
            <pc:docMk/>
            <pc:sldMk cId="984956879" sldId="1157"/>
            <ac:grpSpMk id="90" creationId="{E9AAB673-6641-DAC8-F530-03DAFD489CBB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11:45.517" v="4554" actId="1036"/>
          <ac:grpSpMkLst>
            <pc:docMk/>
            <pc:sldMk cId="984956879" sldId="1157"/>
            <ac:grpSpMk id="128" creationId="{E3811CF9-280B-7B2A-F61B-E6805CF1D7DB}"/>
          </ac:grpSpMkLst>
        </pc:grpChg>
        <pc:grpChg chg="mod">
          <ac:chgData name="Gareth Thomson | Football Queensland" userId="45505d28-f665-4546-80c4-7c2d16b5a302" providerId="ADAL" clId="{6E62CCBA-FA13-44CB-B563-9C9C9308AD93}" dt="2024-11-13T00:44:57.006" v="13191" actId="1076"/>
          <ac:grpSpMkLst>
            <pc:docMk/>
            <pc:sldMk cId="984956879" sldId="1157"/>
            <ac:grpSpMk id="136" creationId="{6499C613-3511-9CB8-64F7-3ACF0A56E964}"/>
          </ac:grpSpMkLst>
        </pc:grpChg>
        <pc:grpChg chg="del">
          <ac:chgData name="Gareth Thomson | Football Queensland" userId="45505d28-f665-4546-80c4-7c2d16b5a302" providerId="ADAL" clId="{6E62CCBA-FA13-44CB-B563-9C9C9308AD93}" dt="2024-11-12T00:25:47.494" v="10896" actId="478"/>
          <ac:grpSpMkLst>
            <pc:docMk/>
            <pc:sldMk cId="984956879" sldId="1157"/>
            <ac:grpSpMk id="147" creationId="{613B4A87-CA57-E4B1-1ADF-9F631F60D8C2}"/>
          </ac:grpSpMkLst>
        </pc:grpChg>
        <pc:grpChg chg="mod">
          <ac:chgData name="Gareth Thomson | Football Queensland" userId="45505d28-f665-4546-80c4-7c2d16b5a302" providerId="ADAL" clId="{6E62CCBA-FA13-44CB-B563-9C9C9308AD93}" dt="2024-11-13T00:45:36.815" v="13205" actId="1076"/>
          <ac:grpSpMkLst>
            <pc:docMk/>
            <pc:sldMk cId="984956879" sldId="1157"/>
            <ac:grpSpMk id="186" creationId="{75784A62-4388-DEFF-44DA-5714EAEE7763}"/>
          </ac:grpSpMkLst>
        </pc:grpChg>
        <pc:grpChg chg="add mod">
          <ac:chgData name="Gareth Thomson | Football Queensland" userId="45505d28-f665-4546-80c4-7c2d16b5a302" providerId="ADAL" clId="{6E62CCBA-FA13-44CB-B563-9C9C9308AD93}" dt="2024-11-06T05:29:35.842" v="4914" actId="688"/>
          <ac:grpSpMkLst>
            <pc:docMk/>
            <pc:sldMk cId="984956879" sldId="1157"/>
            <ac:grpSpMk id="191" creationId="{0D3626AC-FBAD-307A-270D-BD42C5A090C7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4:42.063" v="13187" actId="1076"/>
          <ac:grpSpMkLst>
            <pc:docMk/>
            <pc:sldMk cId="984956879" sldId="1157"/>
            <ac:grpSpMk id="228" creationId="{AF240112-02E3-5316-103D-D9D51D8D1A4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4:42.063" v="13187" actId="1076"/>
          <ac:grpSpMkLst>
            <pc:docMk/>
            <pc:sldMk cId="984956879" sldId="1157"/>
            <ac:grpSpMk id="233" creationId="{B2DAF20F-BFE7-A47C-5275-42ABC5BEDC82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4:54.788" v="13190" actId="1076"/>
          <ac:grpSpMkLst>
            <pc:docMk/>
            <pc:sldMk cId="984956879" sldId="1157"/>
            <ac:grpSpMk id="238" creationId="{8B6D5DBC-102B-E4E9-E381-220DA6BA0711}"/>
          </ac:grpSpMkLst>
        </pc:grpChg>
        <pc:grpChg chg="mod">
          <ac:chgData name="Gareth Thomson | Football Queensland" userId="45505d28-f665-4546-80c4-7c2d16b5a302" providerId="ADAL" clId="{6E62CCBA-FA13-44CB-B563-9C9C9308AD93}" dt="2024-11-13T00:45:30.027" v="13203" actId="688"/>
          <ac:grpSpMkLst>
            <pc:docMk/>
            <pc:sldMk cId="984956879" sldId="1157"/>
            <ac:grpSpMk id="242" creationId="{7A615422-AC45-645C-B2A4-1A8E2BB1DB96}"/>
          </ac:grpSpMkLst>
        </pc:grpChg>
        <pc:grpChg chg="mod">
          <ac:chgData name="Gareth Thomson | Football Queensland" userId="45505d28-f665-4546-80c4-7c2d16b5a302" providerId="ADAL" clId="{6E62CCBA-FA13-44CB-B563-9C9C9308AD93}" dt="2024-11-13T00:45:31.852" v="13204" actId="688"/>
          <ac:grpSpMkLst>
            <pc:docMk/>
            <pc:sldMk cId="984956879" sldId="1157"/>
            <ac:grpSpMk id="247" creationId="{46458C47-D367-EA23-74ED-28583F1EA8E4}"/>
          </ac:grpSpMkLst>
        </pc:grpChg>
        <pc:grpChg chg="mod">
          <ac:chgData name="Gareth Thomson | Football Queensland" userId="45505d28-f665-4546-80c4-7c2d16b5a302" providerId="ADAL" clId="{6E62CCBA-FA13-44CB-B563-9C9C9308AD93}" dt="2024-11-13T00:45:26.311" v="13201" actId="1076"/>
          <ac:grpSpMkLst>
            <pc:docMk/>
            <pc:sldMk cId="984956879" sldId="1157"/>
            <ac:grpSpMk id="252" creationId="{6F1DEAD0-28C5-90AC-2ED2-27B268273927}"/>
          </ac:grpSpMkLst>
        </pc:grpChg>
        <pc:grpChg chg="mod">
          <ac:chgData name="Gareth Thomson | Football Queensland" userId="45505d28-f665-4546-80c4-7c2d16b5a302" providerId="ADAL" clId="{6E62CCBA-FA13-44CB-B563-9C9C9308AD93}" dt="2024-11-13T00:45:20.568" v="13198" actId="1076"/>
          <ac:grpSpMkLst>
            <pc:docMk/>
            <pc:sldMk cId="984956879" sldId="1157"/>
            <ac:grpSpMk id="358" creationId="{DDCDF09E-20D8-0B79-9A47-7E65785C8A3B}"/>
          </ac:grpSpMkLst>
        </pc:grpChg>
        <pc:grpChg chg="del">
          <ac:chgData name="Gareth Thomson | Football Queensland" userId="45505d28-f665-4546-80c4-7c2d16b5a302" providerId="ADAL" clId="{6E62CCBA-FA13-44CB-B563-9C9C9308AD93}" dt="2024-11-12T00:25:47.494" v="10896" actId="478"/>
          <ac:grpSpMkLst>
            <pc:docMk/>
            <pc:sldMk cId="984956879" sldId="1157"/>
            <ac:grpSpMk id="363" creationId="{4666C948-3995-90B7-2F26-A4B5AB3BC334}"/>
          </ac:grpSpMkLst>
        </pc:grpChg>
        <pc:grpChg chg="mod">
          <ac:chgData name="Gareth Thomson | Football Queensland" userId="45505d28-f665-4546-80c4-7c2d16b5a302" providerId="ADAL" clId="{6E62CCBA-FA13-44CB-B563-9C9C9308AD93}" dt="2024-11-06T05:28:26.088" v="4892" actId="688"/>
          <ac:grpSpMkLst>
            <pc:docMk/>
            <pc:sldMk cId="984956879" sldId="1157"/>
            <ac:grpSpMk id="375" creationId="{9F09EEB5-84CB-02A6-C7CB-EA0413A01FA2}"/>
          </ac:grpSpMkLst>
        </pc:grpChg>
        <pc:grpChg chg="mod">
          <ac:chgData name="Gareth Thomson | Football Queensland" userId="45505d28-f665-4546-80c4-7c2d16b5a302" providerId="ADAL" clId="{6E62CCBA-FA13-44CB-B563-9C9C9308AD93}" dt="2024-11-13T00:44:44.851" v="13188" actId="1076"/>
          <ac:grpSpMkLst>
            <pc:docMk/>
            <pc:sldMk cId="984956879" sldId="1157"/>
            <ac:grpSpMk id="380" creationId="{172DD17C-1CEE-E1EE-7F5E-7A3F288F8617}"/>
          </ac:grpSpMkLst>
        </pc:grpChg>
        <pc:grpChg chg="mod">
          <ac:chgData name="Gareth Thomson | Football Queensland" userId="45505d28-f665-4546-80c4-7c2d16b5a302" providerId="ADAL" clId="{6E62CCBA-FA13-44CB-B563-9C9C9308AD93}" dt="2024-11-06T05:27:51.479" v="4878" actId="688"/>
          <ac:grpSpMkLst>
            <pc:docMk/>
            <pc:sldMk cId="984956879" sldId="1157"/>
            <ac:grpSpMk id="385" creationId="{A5282DB8-CB43-D083-B823-877AD92A4D07}"/>
          </ac:grpSpMkLst>
        </pc:grpChg>
        <pc:grpChg chg="mod">
          <ac:chgData name="Gareth Thomson | Football Queensland" userId="45505d28-f665-4546-80c4-7c2d16b5a302" providerId="ADAL" clId="{6E62CCBA-FA13-44CB-B563-9C9C9308AD93}" dt="2024-11-06T05:28:23.201" v="4890" actId="1076"/>
          <ac:grpSpMkLst>
            <pc:docMk/>
            <pc:sldMk cId="984956879" sldId="1157"/>
            <ac:grpSpMk id="395" creationId="{0EE31641-8779-EE94-A862-C1A1594EE0FE}"/>
          </ac:grpSpMkLst>
        </pc:grpChg>
        <pc:grpChg chg="mod">
          <ac:chgData name="Gareth Thomson | Football Queensland" userId="45505d28-f665-4546-80c4-7c2d16b5a302" providerId="ADAL" clId="{6E62CCBA-FA13-44CB-B563-9C9C9308AD93}" dt="2024-11-06T05:28:01.297" v="4882" actId="688"/>
          <ac:grpSpMkLst>
            <pc:docMk/>
            <pc:sldMk cId="984956879" sldId="1157"/>
            <ac:grpSpMk id="400" creationId="{A95B0A2E-6FB0-2E5C-418F-ED7031DE2952}"/>
          </ac:grpSpMkLst>
        </pc:grpChg>
        <pc:grpChg chg="mod">
          <ac:chgData name="Gareth Thomson | Football Queensland" userId="45505d28-f665-4546-80c4-7c2d16b5a302" providerId="ADAL" clId="{6E62CCBA-FA13-44CB-B563-9C9C9308AD93}" dt="2024-11-13T00:44:44.851" v="13188" actId="1076"/>
          <ac:grpSpMkLst>
            <pc:docMk/>
            <pc:sldMk cId="984956879" sldId="1157"/>
            <ac:grpSpMk id="405" creationId="{B50F0439-8147-480F-9195-B8FB3CEB5C43}"/>
          </ac:grpSpMkLst>
        </pc:grpChg>
        <pc:grpChg chg="mod">
          <ac:chgData name="Gareth Thomson | Football Queensland" userId="45505d28-f665-4546-80c4-7c2d16b5a302" providerId="ADAL" clId="{6E62CCBA-FA13-44CB-B563-9C9C9308AD93}" dt="2024-11-06T05:28:21.253" v="4889" actId="1076"/>
          <ac:grpSpMkLst>
            <pc:docMk/>
            <pc:sldMk cId="984956879" sldId="1157"/>
            <ac:grpSpMk id="426" creationId="{D135656B-4B71-B319-CB94-230E5C87F7F4}"/>
          </ac:grpSpMkLst>
        </pc:grpChg>
        <pc:grpChg chg="mod">
          <ac:chgData name="Gareth Thomson | Football Queensland" userId="45505d28-f665-4546-80c4-7c2d16b5a302" providerId="ADAL" clId="{6E62CCBA-FA13-44CB-B563-9C9C9308AD93}" dt="2024-11-06T05:28:15.314" v="4886" actId="688"/>
          <ac:grpSpMkLst>
            <pc:docMk/>
            <pc:sldMk cId="984956879" sldId="1157"/>
            <ac:grpSpMk id="431" creationId="{7169EED5-2476-424A-A67D-1E88C9609501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38" creationId="{FE9DEED7-5A45-DDDE-1589-71C97DF3B3FB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43" creationId="{7EFA80C5-E74A-30ED-1678-55540DEF723F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48" creationId="{EEADB77D-157F-5FDC-89C1-80EE808707DD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53" creationId="{EE10B87A-E1E1-2C6A-4522-5DD1D0B7BEAE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58" creationId="{6C96FF10-47AE-A430-5444-A3F407CD9253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63" creationId="{0522BC77-8BC9-597B-5C75-64522D954345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68" creationId="{5F2E5DAD-7F79-BCC1-6C9F-423B46373179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73" creationId="{C6E5B8BD-1298-CB3B-8863-E46635D25540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78" creationId="{FACD7DF5-6285-63A3-35D7-FF8A82224676}"/>
          </ac:grpSpMkLst>
        </pc:grpChg>
        <pc:grpChg chg="add del">
          <ac:chgData name="Gareth Thomson | Football Queensland" userId="45505d28-f665-4546-80c4-7c2d16b5a302" providerId="ADAL" clId="{6E62CCBA-FA13-44CB-B563-9C9C9308AD93}" dt="2024-11-06T05:04:08.603" v="4441" actId="478"/>
          <ac:grpSpMkLst>
            <pc:docMk/>
            <pc:sldMk cId="984956879" sldId="1157"/>
            <ac:grpSpMk id="483" creationId="{75011608-4934-8F7B-D49B-0BDE8C998B3F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45:24.505" v="13200" actId="688"/>
          <ac:grpSpMkLst>
            <pc:docMk/>
            <pc:sldMk cId="984956879" sldId="1157"/>
            <ac:grpSpMk id="520" creationId="{3F53FAF2-DF5B-E58C-E682-4FE81C214F73}"/>
          </ac:grpSpMkLst>
        </pc:grpChg>
        <pc:picChg chg="mod">
          <ac:chgData name="Gareth Thomson | Football Queensland" userId="45505d28-f665-4546-80c4-7c2d16b5a302" providerId="ADAL" clId="{6E62CCBA-FA13-44CB-B563-9C9C9308AD93}" dt="2024-11-06T05:29:48.152" v="4915" actId="1076"/>
          <ac:picMkLst>
            <pc:docMk/>
            <pc:sldMk cId="984956879" sldId="1157"/>
            <ac:picMk id="241" creationId="{AADEF236-4CAB-2543-F331-104175AF6EC5}"/>
          </ac:picMkLst>
        </pc:picChg>
        <pc:picChg chg="mod">
          <ac:chgData name="Gareth Thomson | Football Queensland" userId="45505d28-f665-4546-80c4-7c2d16b5a302" providerId="ADAL" clId="{6E62CCBA-FA13-44CB-B563-9C9C9308AD93}" dt="2024-11-06T05:27:19.017" v="4870" actId="1037"/>
          <ac:picMkLst>
            <pc:docMk/>
            <pc:sldMk cId="984956879" sldId="1157"/>
            <ac:picMk id="515" creationId="{DC05D9FD-A41A-B509-D8A8-EE515751F5D2}"/>
          </ac:picMkLst>
        </pc:picChg>
        <pc:picChg chg="mod">
          <ac:chgData name="Gareth Thomson | Football Queensland" userId="45505d28-f665-4546-80c4-7c2d16b5a302" providerId="ADAL" clId="{6E62CCBA-FA13-44CB-B563-9C9C9308AD93}" dt="2024-11-06T05:27:19.017" v="4870" actId="1037"/>
          <ac:picMkLst>
            <pc:docMk/>
            <pc:sldMk cId="984956879" sldId="1157"/>
            <ac:picMk id="516" creationId="{90BD24AD-44A1-62AB-E787-319CE4E76417}"/>
          </ac:picMkLst>
        </pc:picChg>
        <pc:cxnChg chg="add mod">
          <ac:chgData name="Gareth Thomson | Football Queensland" userId="45505d28-f665-4546-80c4-7c2d16b5a302" providerId="ADAL" clId="{6E62CCBA-FA13-44CB-B563-9C9C9308AD93}" dt="2024-11-06T05:12:01.151" v="4558" actId="14100"/>
          <ac:cxnSpMkLst>
            <pc:docMk/>
            <pc:sldMk cId="984956879" sldId="1157"/>
            <ac:cxnSpMk id="144" creationId="{4BA0F4D4-0862-96E2-8ACC-28E4A67EC3DB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2:08.326" v="4560" actId="14100"/>
          <ac:cxnSpMkLst>
            <pc:docMk/>
            <pc:sldMk cId="984956879" sldId="1157"/>
            <ac:cxnSpMk id="148" creationId="{2FC02FF3-7205-7477-7758-5C43A07E161A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1:32.162" v="4546" actId="14100"/>
          <ac:cxnSpMkLst>
            <pc:docMk/>
            <pc:sldMk cId="984956879" sldId="1157"/>
            <ac:cxnSpMk id="155" creationId="{6F785B42-78C3-921C-E983-0EB53C7ED286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1:29.999" v="4545" actId="14100"/>
          <ac:cxnSpMkLst>
            <pc:docMk/>
            <pc:sldMk cId="984956879" sldId="1157"/>
            <ac:cxnSpMk id="157" creationId="{A10DECDE-AA16-94F5-5441-B95464E54591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1:42.883" v="4549" actId="14100"/>
          <ac:cxnSpMkLst>
            <pc:docMk/>
            <pc:sldMk cId="984956879" sldId="1157"/>
            <ac:cxnSpMk id="160" creationId="{9D83674F-DE14-AFC2-30CD-2796138ADD43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1:00.669" v="4538" actId="14100"/>
          <ac:cxnSpMkLst>
            <pc:docMk/>
            <pc:sldMk cId="984956879" sldId="1157"/>
            <ac:cxnSpMk id="161" creationId="{A1F01CF3-532A-1D60-08ED-B4D7C8EE5498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0:57.684" v="4537" actId="14100"/>
          <ac:cxnSpMkLst>
            <pc:docMk/>
            <pc:sldMk cId="984956879" sldId="1157"/>
            <ac:cxnSpMk id="164" creationId="{BB243C36-15E5-BA9D-0067-898A8100AF99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11:48.212" v="4555" actId="14100"/>
          <ac:cxnSpMkLst>
            <pc:docMk/>
            <pc:sldMk cId="984956879" sldId="1157"/>
            <ac:cxnSpMk id="165" creationId="{91E3A73A-AE19-B0C3-28BD-1D7EFF6AEF55}"/>
          </ac:cxnSpMkLst>
        </pc:cxnChg>
        <pc:cxnChg chg="add mod">
          <ac:chgData name="Gareth Thomson | Football Queensland" userId="45505d28-f665-4546-80c4-7c2d16b5a302" providerId="ADAL" clId="{6E62CCBA-FA13-44CB-B563-9C9C9308AD93}" dt="2024-11-06T05:28:43.073" v="4899" actId="14100"/>
          <ac:cxnSpMkLst>
            <pc:docMk/>
            <pc:sldMk cId="984956879" sldId="1157"/>
            <ac:cxnSpMk id="183" creationId="{78CE060C-5C17-0E13-E5BC-FD31C3C7B3C5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491" creationId="{ACF06576-21A1-7F57-7383-903E878B4267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492" creationId="{FC2DD225-9584-2962-DC3A-B683DACF90B0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494" creationId="{471070DC-CA26-4DAD-2341-4F5EC6E093A5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496" creationId="{11CF608C-3FFC-5E82-F8E3-7FF9560A56D2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498" creationId="{D1ACA41B-5675-A0E1-60F3-B931F54ECFBD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501" creationId="{E5FE1A9C-EA1B-2EE2-6F28-C8E889ECEDD2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505" creationId="{925E7FB1-B5B1-B52E-DB6C-A19FE23C2E58}"/>
          </ac:cxnSpMkLst>
        </pc:cxnChg>
        <pc:cxnChg chg="add del">
          <ac:chgData name="Gareth Thomson | Football Queensland" userId="45505d28-f665-4546-80c4-7c2d16b5a302" providerId="ADAL" clId="{6E62CCBA-FA13-44CB-B563-9C9C9308AD93}" dt="2024-11-06T05:04:08.603" v="4441" actId="478"/>
          <ac:cxnSpMkLst>
            <pc:docMk/>
            <pc:sldMk cId="984956879" sldId="1157"/>
            <ac:cxnSpMk id="509" creationId="{A5D7B833-F345-6E0B-9C4E-4EF6539EB08B}"/>
          </ac:cxnSpMkLst>
        </pc:cxnChg>
      </pc:sldChg>
      <pc:sldChg chg="modSp add del mod">
        <pc:chgData name="Gareth Thomson | Football Queensland" userId="45505d28-f665-4546-80c4-7c2d16b5a302" providerId="ADAL" clId="{6E62CCBA-FA13-44CB-B563-9C9C9308AD93}" dt="2024-11-05T20:28:08.250" v="364" actId="47"/>
        <pc:sldMkLst>
          <pc:docMk/>
          <pc:sldMk cId="2129532786" sldId="1157"/>
        </pc:sldMkLst>
        <pc:spChg chg="mod">
          <ac:chgData name="Gareth Thomson | Football Queensland" userId="45505d28-f665-4546-80c4-7c2d16b5a302" providerId="ADAL" clId="{6E62CCBA-FA13-44CB-B563-9C9C9308AD93}" dt="2024-11-05T05:31:00.282" v="360" actId="20577"/>
          <ac:spMkLst>
            <pc:docMk/>
            <pc:sldMk cId="2129532786" sldId="1157"/>
            <ac:spMk id="7" creationId="{64E77F2D-476D-AB98-148D-323AF2E05CE7}"/>
          </ac:spMkLst>
        </pc:spChg>
      </pc:sldChg>
      <pc:sldChg chg="add del">
        <pc:chgData name="Gareth Thomson | Football Queensland" userId="45505d28-f665-4546-80c4-7c2d16b5a302" providerId="ADAL" clId="{6E62CCBA-FA13-44CB-B563-9C9C9308AD93}" dt="2024-11-06T00:53:44.135" v="1688" actId="47"/>
        <pc:sldMkLst>
          <pc:docMk/>
          <pc:sldMk cId="3203035104" sldId="1157"/>
        </pc:sldMkLst>
      </pc:sldChg>
      <pc:sldChg chg="addSp delSp modSp add del mod">
        <pc:chgData name="Gareth Thomson | Football Queensland" userId="45505d28-f665-4546-80c4-7c2d16b5a302" providerId="ADAL" clId="{6E62CCBA-FA13-44CB-B563-9C9C9308AD93}" dt="2024-11-05T22:00:07.476" v="697" actId="47"/>
        <pc:sldMkLst>
          <pc:docMk/>
          <pc:sldMk cId="904441051" sldId="1158"/>
        </pc:sldMkLst>
        <pc:spChg chg="mod">
          <ac:chgData name="Gareth Thomson | Football Queensland" userId="45505d28-f665-4546-80c4-7c2d16b5a302" providerId="ADAL" clId="{6E62CCBA-FA13-44CB-B563-9C9C9308AD93}" dt="2024-11-05T20:47:05.290" v="564"/>
          <ac:spMkLst>
            <pc:docMk/>
            <pc:sldMk cId="904441051" sldId="1158"/>
            <ac:spMk id="2" creationId="{7A469245-4146-EA98-21C2-F5FDCFDB7651}"/>
          </ac:spMkLst>
        </pc:spChg>
        <pc:spChg chg="mod">
          <ac:chgData name="Gareth Thomson | Football Queensland" userId="45505d28-f665-4546-80c4-7c2d16b5a302" providerId="ADAL" clId="{6E62CCBA-FA13-44CB-B563-9C9C9308AD93}" dt="2024-11-05T21:18:03.802" v="569" actId="34135"/>
          <ac:spMkLst>
            <pc:docMk/>
            <pc:sldMk cId="904441051" sldId="1158"/>
            <ac:spMk id="5" creationId="{8C160F95-6409-7900-1C85-67BED37792B4}"/>
          </ac:spMkLst>
        </pc:spChg>
        <pc:spChg chg="add del mod">
          <ac:chgData name="Gareth Thomson | Football Queensland" userId="45505d28-f665-4546-80c4-7c2d16b5a302" providerId="ADAL" clId="{6E62CCBA-FA13-44CB-B563-9C9C9308AD93}" dt="2024-11-05T21:24:21.909" v="681" actId="478"/>
          <ac:spMkLst>
            <pc:docMk/>
            <pc:sldMk cId="904441051" sldId="1158"/>
            <ac:spMk id="6" creationId="{08CF5CEE-9590-E053-0D72-0C54CD10A41D}"/>
          </ac:spMkLst>
        </pc:spChg>
        <pc:spChg chg="mod">
          <ac:chgData name="Gareth Thomson | Football Queensland" userId="45505d28-f665-4546-80c4-7c2d16b5a302" providerId="ADAL" clId="{6E62CCBA-FA13-44CB-B563-9C9C9308AD93}" dt="2024-11-05T20:28:28.534" v="409" actId="20577"/>
          <ac:spMkLst>
            <pc:docMk/>
            <pc:sldMk cId="904441051" sldId="1158"/>
            <ac:spMk id="7" creationId="{33B6F1F4-82E2-C056-923A-209CAFF7D847}"/>
          </ac:spMkLst>
        </pc:spChg>
        <pc:spChg chg="add mod">
          <ac:chgData name="Gareth Thomson | Football Queensland" userId="45505d28-f665-4546-80c4-7c2d16b5a302" providerId="ADAL" clId="{6E62CCBA-FA13-44CB-B563-9C9C9308AD93}" dt="2024-11-05T21:26:19.075" v="684" actId="1038"/>
          <ac:spMkLst>
            <pc:docMk/>
            <pc:sldMk cId="904441051" sldId="1158"/>
            <ac:spMk id="10" creationId="{8402E088-CFC9-5430-0732-CE59BF992B51}"/>
          </ac:spMkLst>
        </pc:spChg>
        <pc:spChg chg="add mod">
          <ac:chgData name="Gareth Thomson | Football Queensland" userId="45505d28-f665-4546-80c4-7c2d16b5a302" providerId="ADAL" clId="{6E62CCBA-FA13-44CB-B563-9C9C9308AD93}" dt="2024-11-05T21:26:32.666" v="686" actId="1076"/>
          <ac:spMkLst>
            <pc:docMk/>
            <pc:sldMk cId="904441051" sldId="1158"/>
            <ac:spMk id="15" creationId="{69E1CEFB-419E-53BB-8B98-53E0C78D7A9D}"/>
          </ac:spMkLst>
        </pc:spChg>
        <pc:spChg chg="mod">
          <ac:chgData name="Gareth Thomson | Football Queensland" userId="45505d28-f665-4546-80c4-7c2d16b5a302" providerId="ADAL" clId="{6E62CCBA-FA13-44CB-B563-9C9C9308AD93}" dt="2024-11-05T21:18:05.608" v="570" actId="34135"/>
          <ac:spMkLst>
            <pc:docMk/>
            <pc:sldMk cId="904441051" sldId="1158"/>
            <ac:spMk id="17" creationId="{EB7296C9-478B-BB78-3642-95AC6D9DE3FC}"/>
          </ac:spMkLst>
        </pc:spChg>
        <pc:spChg chg="mod">
          <ac:chgData name="Gareth Thomson | Football Queensland" userId="45505d28-f665-4546-80c4-7c2d16b5a302" providerId="ADAL" clId="{6E62CCBA-FA13-44CB-B563-9C9C9308AD93}" dt="2024-11-05T20:28:19.496" v="380" actId="20577"/>
          <ac:spMkLst>
            <pc:docMk/>
            <pc:sldMk cId="904441051" sldId="1158"/>
            <ac:spMk id="20" creationId="{45B62D02-22A9-B587-941E-9830583C75B0}"/>
          </ac:spMkLst>
        </pc:spChg>
        <pc:picChg chg="add del mod">
          <ac:chgData name="Gareth Thomson | Football Queensland" userId="45505d28-f665-4546-80c4-7c2d16b5a302" providerId="ADAL" clId="{6E62CCBA-FA13-44CB-B563-9C9C9308AD93}" dt="2024-11-05T21:26:54.105" v="692" actId="478"/>
          <ac:picMkLst>
            <pc:docMk/>
            <pc:sldMk cId="904441051" sldId="1158"/>
            <ac:picMk id="11" creationId="{77594882-F8E7-6A73-19B1-952EABF08768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1:26:55.799" v="693" actId="478"/>
          <ac:picMkLst>
            <pc:docMk/>
            <pc:sldMk cId="904441051" sldId="1158"/>
            <ac:picMk id="12" creationId="{0A79AB88-F277-BEDF-151F-80CEDA3DCB84}"/>
          </ac:picMkLst>
        </pc:picChg>
        <pc:picChg chg="add del mod">
          <ac:chgData name="Gareth Thomson | Football Queensland" userId="45505d28-f665-4546-80c4-7c2d16b5a302" providerId="ADAL" clId="{6E62CCBA-FA13-44CB-B563-9C9C9308AD93}" dt="2024-11-05T21:26:51.898" v="691" actId="478"/>
          <ac:picMkLst>
            <pc:docMk/>
            <pc:sldMk cId="904441051" sldId="1158"/>
            <ac:picMk id="13" creationId="{0B28D943-C7E7-0D66-4C30-DB7CC61727A0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6:50.609" v="690" actId="1076"/>
          <ac:picMkLst>
            <pc:docMk/>
            <pc:sldMk cId="904441051" sldId="1158"/>
            <ac:picMk id="14" creationId="{4FB6B1BE-816A-EF21-367C-AF4F90063036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6:40.244" v="687"/>
          <ac:picMkLst>
            <pc:docMk/>
            <pc:sldMk cId="904441051" sldId="1158"/>
            <ac:picMk id="16" creationId="{85D21AC2-BFA1-A4BB-B700-CF809760480F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6:40.244" v="687"/>
          <ac:picMkLst>
            <pc:docMk/>
            <pc:sldMk cId="904441051" sldId="1158"/>
            <ac:picMk id="18" creationId="{02E87179-F7E3-27A1-D1E7-5905DA30BC26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6:40.244" v="687"/>
          <ac:picMkLst>
            <pc:docMk/>
            <pc:sldMk cId="904441051" sldId="1158"/>
            <ac:picMk id="19" creationId="{34E7A040-8939-FBDE-1C40-3EED71B4A319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6:40.244" v="687"/>
          <ac:picMkLst>
            <pc:docMk/>
            <pc:sldMk cId="904441051" sldId="1158"/>
            <ac:picMk id="21" creationId="{E287145A-9E8D-C5DD-5DE6-EB1AB1CD4004}"/>
          </ac:picMkLst>
        </pc:picChg>
        <pc:picChg chg="add mod">
          <ac:chgData name="Gareth Thomson | Football Queensland" userId="45505d28-f665-4546-80c4-7c2d16b5a302" providerId="ADAL" clId="{6E62CCBA-FA13-44CB-B563-9C9C9308AD93}" dt="2024-11-05T21:27:07.477" v="696" actId="1076"/>
          <ac:picMkLst>
            <pc:docMk/>
            <pc:sldMk cId="904441051" sldId="1158"/>
            <ac:picMk id="22" creationId="{51553E7F-F710-F85E-C4A1-71ADB21EEF98}"/>
          </ac:picMkLst>
        </pc:picChg>
      </pc:sldChg>
      <pc:sldChg chg="delSp modSp add del mod">
        <pc:chgData name="Gareth Thomson | Football Queensland" userId="45505d28-f665-4546-80c4-7c2d16b5a302" providerId="ADAL" clId="{6E62CCBA-FA13-44CB-B563-9C9C9308AD93}" dt="2024-11-06T20:52:31.239" v="7890" actId="47"/>
        <pc:sldMkLst>
          <pc:docMk/>
          <pc:sldMk cId="1237739613" sldId="1158"/>
        </pc:sldMkLst>
        <pc:spChg chg="mod">
          <ac:chgData name="Gareth Thomson | Football Queensland" userId="45505d28-f665-4546-80c4-7c2d16b5a302" providerId="ADAL" clId="{6E62CCBA-FA13-44CB-B563-9C9C9308AD93}" dt="2024-11-06T20:51:09.104" v="7868" actId="20577"/>
          <ac:spMkLst>
            <pc:docMk/>
            <pc:sldMk cId="1237739613" sldId="1158"/>
            <ac:spMk id="5" creationId="{A796B0E0-F9A0-1309-93C0-E93559918334}"/>
          </ac:spMkLst>
        </pc:spChg>
        <pc:spChg chg="del">
          <ac:chgData name="Gareth Thomson | Football Queensland" userId="45505d28-f665-4546-80c4-7c2d16b5a302" providerId="ADAL" clId="{6E62CCBA-FA13-44CB-B563-9C9C9308AD93}" dt="2024-11-06T20:51:31.338" v="7889" actId="478"/>
          <ac:spMkLst>
            <pc:docMk/>
            <pc:sldMk cId="1237739613" sldId="1158"/>
            <ac:spMk id="17" creationId="{460E357F-8A7A-A0EC-A802-DC3A0C88C3FD}"/>
          </ac:spMkLst>
        </pc:spChg>
        <pc:picChg chg="del">
          <ac:chgData name="Gareth Thomson | Football Queensland" userId="45505d28-f665-4546-80c4-7c2d16b5a302" providerId="ADAL" clId="{6E62CCBA-FA13-44CB-B563-9C9C9308AD93}" dt="2024-11-06T20:51:28.848" v="7888" actId="478"/>
          <ac:picMkLst>
            <pc:docMk/>
            <pc:sldMk cId="1237739613" sldId="1158"/>
            <ac:picMk id="40" creationId="{7B3A20BB-9453-BC0E-936E-F833883DA587}"/>
          </ac:picMkLst>
        </pc:picChg>
      </pc:sldChg>
      <pc:sldChg chg="addSp delSp modSp add mod">
        <pc:chgData name="Gareth Thomson | Football Queensland" userId="45505d28-f665-4546-80c4-7c2d16b5a302" providerId="ADAL" clId="{6E62CCBA-FA13-44CB-B563-9C9C9308AD93}" dt="2024-11-13T01:55:10.506" v="15293" actId="20577"/>
        <pc:sldMkLst>
          <pc:docMk/>
          <pc:sldMk cId="4273686803" sldId="1159"/>
        </pc:sldMkLst>
        <pc:spChg chg="mod">
          <ac:chgData name="Gareth Thomson | Football Queensland" userId="45505d28-f665-4546-80c4-7c2d16b5a302" providerId="ADAL" clId="{6E62CCBA-FA13-44CB-B563-9C9C9308AD93}" dt="2024-11-06T20:51:21.093" v="7885" actId="20577"/>
          <ac:spMkLst>
            <pc:docMk/>
            <pc:sldMk cId="4273686803" sldId="1159"/>
            <ac:spMk id="5" creationId="{29ABF216-0449-5E8F-905C-6906FDEF294C}"/>
          </ac:spMkLst>
        </pc:spChg>
        <pc:spChg chg="add mod">
          <ac:chgData name="Gareth Thomson | Football Queensland" userId="45505d28-f665-4546-80c4-7c2d16b5a302" providerId="ADAL" clId="{6E62CCBA-FA13-44CB-B563-9C9C9308AD93}" dt="2024-11-06T21:06:24.753" v="8318" actId="20577"/>
          <ac:spMkLst>
            <pc:docMk/>
            <pc:sldMk cId="4273686803" sldId="1159"/>
            <ac:spMk id="6" creationId="{D5E40EB8-0A54-4F5F-B216-1851F3037540}"/>
          </ac:spMkLst>
        </pc:spChg>
        <pc:spChg chg="add del">
          <ac:chgData name="Gareth Thomson | Football Queensland" userId="45505d28-f665-4546-80c4-7c2d16b5a302" providerId="ADAL" clId="{6E62CCBA-FA13-44CB-B563-9C9C9308AD93}" dt="2024-11-06T21:12:57.587" v="8431" actId="478"/>
          <ac:spMkLst>
            <pc:docMk/>
            <pc:sldMk cId="4273686803" sldId="1159"/>
            <ac:spMk id="10" creationId="{9FAF85DF-54D4-9C27-9557-FF6052AEBB02}"/>
          </ac:spMkLst>
        </pc:spChg>
        <pc:spChg chg="del">
          <ac:chgData name="Gareth Thomson | Football Queensland" userId="45505d28-f665-4546-80c4-7c2d16b5a302" providerId="ADAL" clId="{6E62CCBA-FA13-44CB-B563-9C9C9308AD93}" dt="2024-11-06T20:51:26.277" v="7887" actId="478"/>
          <ac:spMkLst>
            <pc:docMk/>
            <pc:sldMk cId="4273686803" sldId="1159"/>
            <ac:spMk id="17" creationId="{72623A4D-A60C-1EBB-E952-0F8D1D4C637C}"/>
          </ac:spMkLst>
        </pc:spChg>
        <pc:graphicFrameChg chg="add mod modGraphic">
          <ac:chgData name="Gareth Thomson | Football Queensland" userId="45505d28-f665-4546-80c4-7c2d16b5a302" providerId="ADAL" clId="{6E62CCBA-FA13-44CB-B563-9C9C9308AD93}" dt="2024-11-13T01:55:10.506" v="15293" actId="20577"/>
          <ac:graphicFrameMkLst>
            <pc:docMk/>
            <pc:sldMk cId="4273686803" sldId="1159"/>
            <ac:graphicFrameMk id="2" creationId="{4EF39CD9-0A3D-F8BB-B79F-A06B0104654B}"/>
          </ac:graphicFrameMkLst>
        </pc:graphicFrameChg>
        <pc:picChg chg="del">
          <ac:chgData name="Gareth Thomson | Football Queensland" userId="45505d28-f665-4546-80c4-7c2d16b5a302" providerId="ADAL" clId="{6E62CCBA-FA13-44CB-B563-9C9C9308AD93}" dt="2024-11-06T20:51:23.228" v="7886" actId="478"/>
          <ac:picMkLst>
            <pc:docMk/>
            <pc:sldMk cId="4273686803" sldId="1159"/>
            <ac:picMk id="40" creationId="{118D89BE-F557-35CB-7C6A-8D44BC4CF169}"/>
          </ac:picMkLst>
        </pc:picChg>
        <pc:picChg chg="add del mod">
          <ac:chgData name="Gareth Thomson | Football Queensland" userId="45505d28-f665-4546-80c4-7c2d16b5a302" providerId="ADAL" clId="{6E62CCBA-FA13-44CB-B563-9C9C9308AD93}" dt="2024-11-06T20:53:44.010" v="7893" actId="478"/>
          <ac:picMkLst>
            <pc:docMk/>
            <pc:sldMk cId="4273686803" sldId="1159"/>
            <ac:picMk id="1026" creationId="{970D4DF6-1706-0366-56A1-059C92C9EFF7}"/>
          </ac:picMkLst>
        </pc:picChg>
        <pc:picChg chg="add del mod">
          <ac:chgData name="Gareth Thomson | Football Queensland" userId="45505d28-f665-4546-80c4-7c2d16b5a302" providerId="ADAL" clId="{6E62CCBA-FA13-44CB-B563-9C9C9308AD93}" dt="2024-11-06T20:53:48.557" v="7894" actId="478"/>
          <ac:picMkLst>
            <pc:docMk/>
            <pc:sldMk cId="4273686803" sldId="1159"/>
            <ac:picMk id="1027" creationId="{25F9BFC1-AF2D-AAE9-300B-F891A2186A9C}"/>
          </ac:picMkLst>
        </pc:picChg>
        <pc:picChg chg="add del mod">
          <ac:chgData name="Gareth Thomson | Football Queensland" userId="45505d28-f665-4546-80c4-7c2d16b5a302" providerId="ADAL" clId="{6E62CCBA-FA13-44CB-B563-9C9C9308AD93}" dt="2024-11-06T20:53:48.557" v="7894" actId="478"/>
          <ac:picMkLst>
            <pc:docMk/>
            <pc:sldMk cId="4273686803" sldId="1159"/>
            <ac:picMk id="1028" creationId="{5082BEAE-9D35-4ACC-7753-C84721B07B3A}"/>
          </ac:picMkLst>
        </pc:picChg>
        <pc:picChg chg="add del mod">
          <ac:chgData name="Gareth Thomson | Football Queensland" userId="45505d28-f665-4546-80c4-7c2d16b5a302" providerId="ADAL" clId="{6E62CCBA-FA13-44CB-B563-9C9C9308AD93}" dt="2024-11-06T20:53:48.557" v="7894" actId="478"/>
          <ac:picMkLst>
            <pc:docMk/>
            <pc:sldMk cId="4273686803" sldId="1159"/>
            <ac:picMk id="1029" creationId="{62A0A14D-7A10-3037-F0B3-7DA36A95AC1B}"/>
          </ac:picMkLst>
        </pc:picChg>
        <pc:picChg chg="add del mod">
          <ac:chgData name="Gareth Thomson | Football Queensland" userId="45505d28-f665-4546-80c4-7c2d16b5a302" providerId="ADAL" clId="{6E62CCBA-FA13-44CB-B563-9C9C9308AD93}" dt="2024-11-06T20:55:02.995" v="7977" actId="478"/>
          <ac:picMkLst>
            <pc:docMk/>
            <pc:sldMk cId="4273686803" sldId="1159"/>
            <ac:picMk id="1030" creationId="{D05BDD63-2CA6-09A1-E722-F31C375931EA}"/>
          </ac:picMkLst>
        </pc:picChg>
      </pc:sldChg>
      <pc:sldChg chg="addSp delSp modSp add mod">
        <pc:chgData name="Gareth Thomson | Football Queensland" userId="45505d28-f665-4546-80c4-7c2d16b5a302" providerId="ADAL" clId="{6E62CCBA-FA13-44CB-B563-9C9C9308AD93}" dt="2024-11-13T01:55:27.950" v="15296" actId="33524"/>
        <pc:sldMkLst>
          <pc:docMk/>
          <pc:sldMk cId="2950283758" sldId="1160"/>
        </pc:sldMkLst>
        <pc:spChg chg="mod">
          <ac:chgData name="Gareth Thomson | Football Queensland" userId="45505d28-f665-4546-80c4-7c2d16b5a302" providerId="ADAL" clId="{6E62CCBA-FA13-44CB-B563-9C9C9308AD93}" dt="2024-11-06T21:14:19.292" v="8454" actId="14100"/>
          <ac:spMkLst>
            <pc:docMk/>
            <pc:sldMk cId="2950283758" sldId="1160"/>
            <ac:spMk id="5" creationId="{C7FFCCD9-8A87-AEEC-09CF-86B99309EB85}"/>
          </ac:spMkLst>
        </pc:spChg>
        <pc:spChg chg="mod">
          <ac:chgData name="Gareth Thomson | Football Queensland" userId="45505d28-f665-4546-80c4-7c2d16b5a302" providerId="ADAL" clId="{6E62CCBA-FA13-44CB-B563-9C9C9308AD93}" dt="2024-11-09T21:35:13.895" v="10308" actId="20577"/>
          <ac:spMkLst>
            <pc:docMk/>
            <pc:sldMk cId="2950283758" sldId="1160"/>
            <ac:spMk id="6" creationId="{9CF9EFBB-AD61-3B35-DD0A-69A87EF634DA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7" creationId="{B3B79EE9-C299-481C-75C7-081907B44BF2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15" creationId="{9D8BB476-E954-9D6C-123A-624B45375B7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16" creationId="{89704A15-E2FE-DA23-D90F-18ECC6A7FF68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17" creationId="{F1C2D63E-D910-9935-C132-4B4FD8B601C5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18" creationId="{19658C1C-AB98-D713-A9C2-08CBABBF2EF6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0" creationId="{332A42ED-935F-1227-2B75-F678FAC20425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1" creationId="{53F30A9C-59CA-D5F1-6C34-EA06B2A4D92D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2" creationId="{C127B27A-2383-C7B5-F7DD-A70A30D8387B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3" creationId="{FC44E536-A292-A982-D711-3BC0ABE16F4A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5" creationId="{E69F7945-0D4C-7FCD-0A0A-8FAC89F6F5E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6" creationId="{842FF3B0-480F-D234-2250-C088856A663B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7" creationId="{83560F15-5CB8-56CC-B7F8-D4CA2A1EFBEB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28" creationId="{AFDDE91C-AEA2-B809-0DEE-B3E75048EFF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0" creationId="{5B181F3E-0FE5-96C3-258E-1363D4FAE695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1" creationId="{F3875D83-4D4B-E155-52EB-9D8E4D752F96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2" creationId="{108FB03B-6963-F5EC-915A-FDA63EA0C470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3" creationId="{B6EB35E5-C35B-9327-50DC-2FCE820909E7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5" creationId="{F7F781A6-AADD-5DC6-CF0E-73221C307976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6" creationId="{18FF353C-1693-AAF4-854D-9D5DED134977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7" creationId="{C5EA4486-B8AC-609F-AB1E-29CD0271A5F1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38" creationId="{F63F31E5-4D69-5BC3-A91E-E89CDBE5EA8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0" creationId="{1AF2861A-D0CF-88DB-088E-79DA45C931F4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1" creationId="{56D84EB3-CB35-8047-9592-B9766F2EF5CB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2" creationId="{29FA01F2-58F6-31CF-E45A-16AB047D5553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3" creationId="{049380CD-E735-7181-097A-7472BB166512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5" creationId="{CB9E456B-165D-7BB8-544B-C7E3F9CAF314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6" creationId="{5D44097B-36FE-6409-9A7E-ADD58357E624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7" creationId="{F719E6B2-00B5-84F5-AF96-290B94DFAE5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48" creationId="{8754DE93-C36E-9C98-7714-FF3B33C4DFF3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50" creationId="{D0BEBEBB-7435-E4F8-6333-13041E6146D6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51" creationId="{84E8F5A7-A1D4-84B3-9861-A19ADF6BC0C1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52" creationId="{25480C62-1B71-1990-DD42-C310B6349FFE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53" creationId="{51906518-58FA-FA53-8D40-CC8F30A40824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4" creationId="{ED37A34E-93D8-7CCD-E4AB-5D9E7D419D13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5" creationId="{88462F2B-922F-E8F5-7AEB-F42F7C5BEA6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6" creationId="{7C89EF17-03BF-4A6C-D24A-C54A2C850488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7" creationId="{7707DBE7-7BE8-A659-2127-893E941E5411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8" creationId="{2E5220E2-9BBC-82A6-4E70-E828BCE4998C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59" creationId="{E9C31DDD-DA07-33AE-DE45-4551C31D1E4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60" creationId="{049906B7-A7AE-9FB7-22A8-8857A7C75228}"/>
          </ac:spMkLst>
        </pc:spChg>
        <pc:spChg chg="add mod">
          <ac:chgData name="Gareth Thomson | Football Queensland" userId="45505d28-f665-4546-80c4-7c2d16b5a302" providerId="ADAL" clId="{6E62CCBA-FA13-44CB-B563-9C9C9308AD93}" dt="2024-11-06T21:15:10.825" v="8458" actId="1076"/>
          <ac:spMkLst>
            <pc:docMk/>
            <pc:sldMk cId="2950283758" sldId="1160"/>
            <ac:spMk id="61" creationId="{DAE84CAA-9675-2059-FE00-24F34D95D25A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3" creationId="{C4099FBB-5F57-4260-53CE-E5C1A0E61059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4" creationId="{3291D415-A58A-870F-4BA0-12FB75A8D6B4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5" creationId="{5737FC8D-DBD2-30CF-26F9-120A42419E07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6" creationId="{70E385A6-0BA4-A65C-8046-82EF261D489B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8" creationId="{7F8DAB70-F6F7-D31B-183E-1AAE9CF7243D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69" creationId="{1270BCD1-4B5D-A5D8-C3A4-95A8A876DCBC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70" creationId="{758E69EA-DB6D-2B57-2C01-DE647B4D8C77}"/>
          </ac:spMkLst>
        </pc:spChg>
        <pc:spChg chg="mod">
          <ac:chgData name="Gareth Thomson | Football Queensland" userId="45505d28-f665-4546-80c4-7c2d16b5a302" providerId="ADAL" clId="{6E62CCBA-FA13-44CB-B563-9C9C9308AD93}" dt="2024-11-06T21:14:42.145" v="8455"/>
          <ac:spMkLst>
            <pc:docMk/>
            <pc:sldMk cId="2950283758" sldId="1160"/>
            <ac:spMk id="71" creationId="{1C3B5440-31FB-5B56-BE4A-75A706ADCE1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07.853" v="8457"/>
          <ac:spMkLst>
            <pc:docMk/>
            <pc:sldMk cId="2950283758" sldId="1160"/>
            <ac:spMk id="74" creationId="{390B5B24-FD24-F2FF-EB95-E187444B7F42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75" creationId="{1471ECD1-4587-5F94-A072-D599C5C1160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76" creationId="{88225C81-6A07-8710-71B2-FE9CCDD89C5F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77" creationId="{05864213-E738-5E71-7225-B4FE1013822E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78" creationId="{C7296D8E-7F76-E832-E2CC-28ABFD0BF7B3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79" creationId="{6664715A-5B81-AE99-826C-C805367C28A1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80" creationId="{90DC7D6F-D517-D3B9-514B-ED285D0C2567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81" creationId="{DDE9BFCD-F740-81D5-F763-D35FF884A58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87" creationId="{D3BC47E0-92A6-CAAD-67F3-AE196BE4012F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88" creationId="{E69E7609-411B-657D-8740-C12006E41CC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89" creationId="{3B02BCFF-2444-6872-0D8F-8D10EB28B61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0" creationId="{F3CCCFC5-D60E-D9E4-A2EF-222EF8A17CF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2" creationId="{6D48C684-1095-470D-BE69-603539659C0F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3" creationId="{CF428E83-F98B-AE5A-DFEB-C7104348C00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4" creationId="{426CA787-6B44-6989-9B5C-31A74A3003B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5" creationId="{818C601C-1359-4B4D-1948-2820020137D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7" creationId="{31686E1B-A77F-4EA6-8329-C6C71AD25BBF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8" creationId="{0894E072-0137-1C22-2984-0836E619088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99" creationId="{A5B3ED89-4546-E247-E0FA-0DDC072FA23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0" creationId="{CAE78F4D-869D-1042-78BA-B47A620A6C9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2" creationId="{5AA2D16A-195E-9260-5FED-511A9C11710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3" creationId="{CFE5EE6F-BEA6-DC8D-9622-6A20BF8E89A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4" creationId="{E984E826-99F7-85AD-54CA-ABEED8D11EE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5" creationId="{09EB503A-F5D9-662F-3CA2-0BCB5EA0CD6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7" creationId="{AB333AF7-1831-2769-4914-7F7230984C9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8" creationId="{6DA1FD2A-38AB-3379-72B7-B2B12F7E08B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09" creationId="{E8C7192E-7677-30A6-2313-7843104D309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0" creationId="{16678FAD-43FB-57C2-DF58-63F4744C665F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2" creationId="{E8B0CDD4-CED3-D0EE-FF03-AC4112D1AAE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3" creationId="{04ADCAF9-FF5B-D63B-4DD3-6FAE0206154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4" creationId="{8B0E1C8C-0D5B-78F9-B0BB-6191FE2BB4F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5" creationId="{A6976727-9EC3-6CB8-CC6D-F0E0C31B370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7" creationId="{8D30A2EA-2F27-9C8A-816D-E7C9D60E70C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8" creationId="{F67A9035-6518-77C3-8384-AD3CA4E9BCE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19" creationId="{9D448024-334B-8E40-F261-1E0471BCBE5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20" creationId="{609B08F7-35B6-9EB1-260B-BB1029B8B90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22" creationId="{D2B33835-EDD1-9069-63C2-D1F3DC3229A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23" creationId="{D99D6903-0D29-3A5D-D40E-DC9E0C4EB11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24" creationId="{BAA12C78-6EE0-E811-9801-D80851064DE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25" creationId="{92A992BE-92F5-E978-1E3A-0C7B13B2CE8F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26" creationId="{1F75E112-66FB-5E94-E4C0-F1C57722B261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27" creationId="{1FCBC4C5-E5A8-170E-1A77-DF2346D96AF4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28" creationId="{904B056A-25D1-29C4-B263-23D84FCB74FA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29" creationId="{14C7DDB4-964D-B052-0497-646C99847FA4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30" creationId="{E9EF3A22-1314-6593-5CDE-18188780F9A9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31" creationId="{C1B93031-3210-B358-3169-A03ED701C8E7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32" creationId="{43FCD9D7-1158-DD0C-7AB3-22DE927E2B7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33" creationId="{9C355BD3-891D-4B7F-4ED1-0AA7570BE409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34" creationId="{45F51143-E744-1461-941A-A03F0A4530B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36" creationId="{C01E6DC8-1636-43E6-5ED2-B9DD5084081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37" creationId="{37BF59A5-766D-D10F-CB2F-3E962B31A2B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38" creationId="{EFF17206-6483-B6BD-9A82-8DD6F8CD091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39" creationId="{A0B11782-5C89-1895-7743-61088B771EC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1" creationId="{9492A485-B960-DF04-17BE-BAEB345AA37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2" creationId="{153B7113-050D-C16C-E18B-EDF912D32D5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3" creationId="{AF86590F-ACFD-AD69-6CAB-A5605AD15D5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4" creationId="{5AC3E4A5-0E6D-93DE-CCC5-A0BAB89B7A4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6" creationId="{7234A1F4-9E7E-AC86-80C2-915FAB95CE5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7" creationId="{E5A0F801-9F6F-41DA-0F1D-BAD7D7BCFDE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8" creationId="{D00B833B-27AF-9046-C8D5-A07745AAFCC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49" creationId="{1D59E338-3357-4F91-81D3-B4295100BB48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51" creationId="{45FB5204-028B-B051-7755-3A2D4FC098F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52" creationId="{36A25C45-4CB7-85E1-1167-CF8557F0EB85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53" creationId="{1F05852B-BD55-78C2-6A83-F8EC43D04C78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54" creationId="{B963B22B-572C-EB2A-D816-D2B1B8738FC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55" creationId="{5158FBFB-BDB1-826B-5330-A5750128179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56" creationId="{8C477B4B-5F82-EC53-CD69-0777A1F05BD0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57" creationId="{418AA3BC-E5AA-E281-3B93-53D86652DBAE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58" creationId="{E1299CDA-F4C3-9563-FBFD-4925CC5EBC34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59" creationId="{6C7AD5F9-7E45-C7BB-7554-27944893F930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60" creationId="{4D3405B4-A4D6-6425-2642-4440F0922A7F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61" creationId="{B48CEEBA-B9F7-BD6D-A033-788F1FEC43BE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62" creationId="{B0D6314B-6435-83B9-FDB6-2BFFCAB1D47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63" creationId="{D71EA42E-53D3-1E1A-173C-916411D7E822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64" creationId="{2E43112C-B915-FDEE-0983-9A523E46EC4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0" creationId="{100C0A8C-CDAD-5407-DFD2-C38B7619DFE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1" creationId="{991E23EA-7388-5524-B7B8-3129ACF9B48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2" creationId="{001C3E68-3256-45BF-7C22-72B83FDD6B3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3" creationId="{67DDDF83-F1FE-DAF3-C8D3-DD68257BADCF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5" creationId="{DC64E28D-0790-4BBC-43FF-F49B8A7938B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6" creationId="{B1520B81-D6DE-35FD-C868-8CC3B1F9A93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7" creationId="{FA6AEC02-FD2B-337E-9676-6AA12019545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78" creationId="{C8E61853-20AC-179B-20B4-DD03D3084F1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0" creationId="{BE5A828E-547F-AE38-E4D7-7272B011FBA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1" creationId="{831D15B9-EF31-03B3-D858-E49B6968360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2" creationId="{FB42DB60-D902-2FAD-05AC-547ED23DFF8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3" creationId="{0A6EBFDC-DB7C-D209-C61B-D73E64090FB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5" creationId="{E619BBF2-3E48-A703-4FD5-95EE78E378B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6" creationId="{3FCF7A3E-C2F0-E3C1-52C2-F43994C8271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7" creationId="{AFB200E6-BAA9-9761-8FC3-C4AB9A39B4B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88" creationId="{0401DE33-19CD-14BB-4862-BFDB9A7198D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0" creationId="{E9DF7B5B-2471-9E97-252E-18EF9DA8A67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1" creationId="{CFBDA64B-2A7C-4A32-6A2F-5D5DF7FFA6E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2" creationId="{15081A9D-33D4-E5E9-914D-6A5FCA8AE3F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3" creationId="{19AE0315-2A11-E030-360F-7E4289D501B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5" creationId="{D2D429D9-4EE3-E698-C4C5-511A46515B2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6" creationId="{64047AAF-52D1-674F-F4DC-D89E97BC32F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7" creationId="{82271920-8D6B-F61D-40C4-3BDA03CE3C2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198" creationId="{860D9E49-4AFA-5BC6-1BBD-F9D276FDDC3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199" creationId="{77224A08-3D8C-E139-3D95-582EC25393ED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0" creationId="{4B266D5E-D248-3D59-AB4F-9314C4D0385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1" creationId="{CE6661D6-1F41-4F6C-E099-262C5B1F8C53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2" creationId="{6A42549E-3F6A-E8F4-EE9D-6A10981C9B92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3" creationId="{54BF5612-3317-76BD-F9F4-AE7A08334DC2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4" creationId="{B696969F-6786-67DC-BAE7-4E002EAFEEF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5" creationId="{B6B8A6E6-1CC9-0A8C-D3AF-B93F9BECD33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6" creationId="{2A99985A-7B34-0BC9-9152-565B543A268E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7" creationId="{9D45CEB7-AF3A-4BC0-1952-5954970F5D84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8" creationId="{8659ECC5-080E-C964-D91A-04922077C3B3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09" creationId="{5B936462-7C24-454A-A235-E5418927B6A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10" creationId="{FE0EE3B4-5D5D-8F56-9ED7-E5F5AFB45256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2" creationId="{2F3FF282-D34D-CB2D-D228-4E17A327BFC8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3" creationId="{3330E712-AA3F-2B15-A220-4A2814476A3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4" creationId="{0D8D087E-0045-D878-141D-431C0F1B53F6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5" creationId="{3CE09169-4A13-A474-9B90-EE60C0098D18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7" creationId="{A32FF9B8-8E3A-50EA-73A5-8789A631600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8" creationId="{6F975FB7-9E1B-976B-D1EA-95CD7395F4D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19" creationId="{7239480A-7BDB-1E1C-1861-8BEEB5577E9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0" creationId="{5B95CA26-F24E-E6B6-B897-DDAA5FA894D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2" creationId="{BD0493EF-F8D7-CD26-B519-5BFC288CDDC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3" creationId="{9EC41F19-4438-50D7-8BF0-B337D5B8A48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4" creationId="{67F483C6-6F83-16DE-3BB2-92F816BFBCC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5" creationId="{D50476C4-272D-8421-22C6-E69B9EBA438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7" creationId="{8F074EE8-B7AF-B303-4472-8F8882170EF6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8" creationId="{E2EBE2C8-0756-7598-03D8-0E6A676EF4F6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29" creationId="{AD965C25-DA4B-71F1-E238-5384F400F52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0" creationId="{507FB19E-7402-7C98-266B-8E19C2CE554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2" creationId="{AC527131-0E39-8CDF-4F5A-C36999DBDB7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3" creationId="{FC4349B6-0757-4C8B-2B80-FD07DBD515B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4" creationId="{A91E89E3-8209-8616-0F2D-B061D7113A08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5" creationId="{5A2485AE-D759-5E70-FDBC-61BA796FAB0C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36" creationId="{C106923C-0B1D-627C-C8E3-D6F52178858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8" creationId="{EF3330A0-8762-6CDC-7AD9-97E1A1E22EB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39" creationId="{1DF80890-C6EB-55A6-D308-C9CB0643855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40" creationId="{335ACE9B-1A55-07DF-D547-F35CEE62193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41" creationId="{878E333B-1980-CC48-F496-2F2DE6EC927D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42" creationId="{B49D9B2A-F115-2CA0-79D7-D5C860D2F46F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43" creationId="{6B38EECC-6737-747F-8D56-1C271FAE48A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44" creationId="{9C90791C-8438-4C6C-B424-345BBEF0F4D6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45" creationId="{A0CB7D0B-D825-76CB-2AA6-64FF197DD97F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46" creationId="{3AEF1261-CD70-F22C-5E67-0EFE09E221B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48" creationId="{7D8E245B-45CF-4949-917E-69418DF78E0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49" creationId="{02CCF0EF-1CDC-AD2E-700D-5797BAF76C0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0" creationId="{EFF2B8F3-33C6-AD34-5500-DA084C89AFB0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1" creationId="{E8E6003D-D171-2B0A-9E7D-FF27A7CC368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3" creationId="{93667DBA-D82D-437E-A252-B989C7FDA72A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4" creationId="{1E3826F2-00A0-3F91-DD3F-B2DBE3925AD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5" creationId="{212CD587-2DF3-CF11-C01A-0DF8C4E9164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6" creationId="{52C304AE-7B73-5B82-0F4C-948126F26B1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8" creationId="{C77BD50A-F233-E9F6-DE9F-CA53D15A0201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59" creationId="{50164885-BC0D-AB6B-A21C-B962BBA7D95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0" creationId="{7A02E078-D46C-0F1F-7DE5-3F102F2AB39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1" creationId="{1A2B3F60-E4FF-3D9B-12EE-245C38C9866D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3" creationId="{B9D743E6-3718-9276-112F-DAE6263C160C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4" creationId="{8AC40FDF-C595-CBBA-C978-C6B410050A3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5" creationId="{6A0603C1-A101-D396-5D30-28DDE6B8377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66" creationId="{19766DF0-4ABE-237B-D6AC-3900500F548B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74" creationId="{0F648FBC-B4E9-62B3-6CC4-27ECBFE7475E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75" creationId="{EC2BEE7B-C4E9-4963-445F-CE7A20892423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76" creationId="{B7B728B7-55BE-175E-D9B8-4960CE355247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77" creationId="{028F7A93-5A23-084E-7083-174A67ED6B49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79" creationId="{BE542B70-3EAC-5B02-CAA0-ECA9C3D5C382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80" creationId="{4EC5CD42-E9E2-0B1A-E246-3190CEC2CE44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81" creationId="{ABDDA2B2-B65E-2EF1-1390-6BCF5D56BF06}"/>
          </ac:spMkLst>
        </pc:spChg>
        <pc:spChg chg="mod">
          <ac:chgData name="Gareth Thomson | Football Queensland" userId="45505d28-f665-4546-80c4-7c2d16b5a302" providerId="ADAL" clId="{6E62CCBA-FA13-44CB-B563-9C9C9308AD93}" dt="2024-11-06T21:15:21.388" v="8459"/>
          <ac:spMkLst>
            <pc:docMk/>
            <pc:sldMk cId="2950283758" sldId="1160"/>
            <ac:spMk id="282" creationId="{34757A3E-6C46-B4B9-0CC7-58152CE98305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3" creationId="{9CA655B7-52E8-8FF8-FE2F-9184C668FF43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4" creationId="{C0BD8520-F758-F2CD-A8C7-5E339F425BD7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5" creationId="{43B36DBF-2AF2-736B-340D-5B23720077AB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6" creationId="{5556D952-FF2F-079A-3223-4781E7492737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7" creationId="{B038D454-0AC2-D104-E6BB-75C6AC2C2E88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8" creationId="{AE662A12-129C-C081-A20C-30B284A5365D}"/>
          </ac:spMkLst>
        </pc:spChg>
        <pc:spChg chg="add mod">
          <ac:chgData name="Gareth Thomson | Football Queensland" userId="45505d28-f665-4546-80c4-7c2d16b5a302" providerId="ADAL" clId="{6E62CCBA-FA13-44CB-B563-9C9C9308AD93}" dt="2024-11-06T21:15:27.776" v="8460" actId="1076"/>
          <ac:spMkLst>
            <pc:docMk/>
            <pc:sldMk cId="2950283758" sldId="1160"/>
            <ac:spMk id="289" creationId="{8E02A89F-DDF5-82F2-0FBD-2F0E27B37334}"/>
          </ac:spMkLst>
        </pc:spChg>
        <pc:spChg chg="add del mod">
          <ac:chgData name="Gareth Thomson | Football Queensland" userId="45505d28-f665-4546-80c4-7c2d16b5a302" providerId="ADAL" clId="{6E62CCBA-FA13-44CB-B563-9C9C9308AD93}" dt="2024-11-06T21:15:53.074" v="8463" actId="478"/>
          <ac:spMkLst>
            <pc:docMk/>
            <pc:sldMk cId="2950283758" sldId="1160"/>
            <ac:spMk id="290" creationId="{025D940B-07AF-0615-95BF-1D45F34A132D}"/>
          </ac:spMkLst>
        </pc:spChg>
        <pc:spChg chg="add del mod">
          <ac:chgData name="Gareth Thomson | Football Queensland" userId="45505d28-f665-4546-80c4-7c2d16b5a302" providerId="ADAL" clId="{6E62CCBA-FA13-44CB-B563-9C9C9308AD93}" dt="2024-11-06T21:15:53.074" v="8463" actId="478"/>
          <ac:spMkLst>
            <pc:docMk/>
            <pc:sldMk cId="2950283758" sldId="1160"/>
            <ac:spMk id="291" creationId="{66A1EE80-E91A-732D-1234-E729402259D9}"/>
          </ac:spMkLst>
        </pc:spChg>
        <pc:spChg chg="add del mod">
          <ac:chgData name="Gareth Thomson | Football Queensland" userId="45505d28-f665-4546-80c4-7c2d16b5a302" providerId="ADAL" clId="{6E62CCBA-FA13-44CB-B563-9C9C9308AD93}" dt="2024-11-06T21:15:53.074" v="8463" actId="478"/>
          <ac:spMkLst>
            <pc:docMk/>
            <pc:sldMk cId="2950283758" sldId="1160"/>
            <ac:spMk id="292" creationId="{935367C3-A880-F044-611D-D82FF0F4A4E5}"/>
          </ac:spMkLst>
        </pc:spChg>
        <pc:spChg chg="add mod">
          <ac:chgData name="Gareth Thomson | Football Queensland" userId="45505d28-f665-4546-80c4-7c2d16b5a302" providerId="ADAL" clId="{6E62CCBA-FA13-44CB-B563-9C9C9308AD93}" dt="2024-11-13T01:55:27.950" v="15296" actId="33524"/>
          <ac:spMkLst>
            <pc:docMk/>
            <pc:sldMk cId="2950283758" sldId="1160"/>
            <ac:spMk id="293" creationId="{07C06163-31F9-7A75-D9B4-EC6F4C8BEC3D}"/>
          </ac:spMkLst>
        </pc:spChg>
        <pc:spChg chg="add mod">
          <ac:chgData name="Gareth Thomson | Football Queensland" userId="45505d28-f665-4546-80c4-7c2d16b5a302" providerId="ADAL" clId="{6E62CCBA-FA13-44CB-B563-9C9C9308AD93}" dt="2024-11-13T01:55:24.433" v="15295" actId="33524"/>
          <ac:spMkLst>
            <pc:docMk/>
            <pc:sldMk cId="2950283758" sldId="1160"/>
            <ac:spMk id="294" creationId="{EAE54918-72D1-C7E5-68B7-41D44E043B9F}"/>
          </ac:spMkLst>
        </pc:spChg>
        <pc:spChg chg="add mod">
          <ac:chgData name="Gareth Thomson | Football Queensland" userId="45505d28-f665-4546-80c4-7c2d16b5a302" providerId="ADAL" clId="{6E62CCBA-FA13-44CB-B563-9C9C9308AD93}" dt="2024-11-13T01:55:21.989" v="15294" actId="33524"/>
          <ac:spMkLst>
            <pc:docMk/>
            <pc:sldMk cId="2950283758" sldId="1160"/>
            <ac:spMk id="295" creationId="{5D2442F5-FE7D-082A-7C06-F584AD476333}"/>
          </ac:spMkLst>
        </pc:s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14" creationId="{2D28D603-3C83-370B-BE47-7B43062D1050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19" creationId="{6B620949-D617-50D7-9AAE-EB8321BA520A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24" creationId="{AD7AAFD0-6A47-4D1E-D819-D53DD232D748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29" creationId="{16850D91-29EF-FE71-7892-5F7A6688A87F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34" creationId="{5C2F47EB-4CC7-215B-6414-6909D72B287D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39" creationId="{7BCAC5DF-1C9B-D485-686F-64F9E53A6070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44" creationId="{A6729C61-EED8-6F03-4FB6-CB572147598E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49" creationId="{10774A3F-AB50-EC35-CD1C-ECDAD87B8CA0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62" creationId="{71EA8E58-E1E9-AEBF-B057-CE301E6F1479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10.825" v="8458" actId="1076"/>
          <ac:grpSpMkLst>
            <pc:docMk/>
            <pc:sldMk cId="2950283758" sldId="1160"/>
            <ac:grpSpMk id="67" creationId="{FC80BD72-7946-24C9-88EA-66F351608961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86" creationId="{2DCFF794-48C3-27F0-475E-62D0ADEC18A3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91" creationId="{C680C8AE-2C42-7E8A-1049-FDBB3EA242A3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96" creationId="{B9A1F290-78EF-E2E5-DC3C-5F5CD4B2242B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01" creationId="{B494D4FF-472A-B2B9-216C-EDF132275954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06" creationId="{5CEFFC44-EF7C-D31D-AF53-28E78BCDDF23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11" creationId="{170768E0-D6D4-23DC-3E1D-BF2E3ED8ECD1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16" creationId="{B5F0C68D-FBF2-2836-8004-B089246802D9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21" creationId="{462789FC-9C62-21A7-47FE-09BC5FFE0504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35" creationId="{59EF6D2E-720B-B0BE-7456-3CFCAAE99593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40" creationId="{9702D0C8-070C-B79A-EB2C-7EF5F9BE98AD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45" creationId="{88E34250-1254-3E47-8317-F36910E35909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50" creationId="{13516260-8B3F-0D17-DD86-64EE7DE01C11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69" creationId="{15BC6B83-C6F1-3576-21B6-D25AE372F090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74" creationId="{7FB7BE24-957D-3FFF-924D-86ECEA64BBC8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79" creationId="{5D7B1B2D-7384-02B7-B51E-E50EB6A10D45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84" creationId="{35975598-2ED6-64BC-E82F-353E4C91128B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89" creationId="{96020DD3-FE55-BEE7-1F2A-2A327EDB368B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194" creationId="{20ACCD4F-3248-AC0A-7180-5A46EE0F90A4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11" creationId="{112C45B1-6D4B-8606-BE93-FD2508B52AE1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16" creationId="{F9FB7AE1-B92B-2756-CC96-F1897EAE2408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21" creationId="{63472AE5-C8F6-5E47-25E9-CEDD5CD0CBCE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26" creationId="{EBFDCEAB-27C6-4876-0F30-0E725CC03468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31" creationId="{83BA3506-98B4-639F-3D03-6F7F53DCDE91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37" creationId="{B45CE058-4A1F-45AD-D182-3ECE598D70A2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47" creationId="{52136FA2-FD27-50BC-7F1E-FED5CCCFE31D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52" creationId="{91493EEA-F1FB-DACB-F3FC-C1ED6B1EC6E3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57" creationId="{0A18826D-4A9B-3FB3-4527-A4712CEBA809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62" creationId="{5EEF5AC9-79EB-CEED-D792-9FCA6D423F1A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73" creationId="{BFC97CF1-7C41-9BE1-5BF6-0BBD1EBD5AAF}"/>
          </ac:grpSpMkLst>
        </pc:grpChg>
        <pc:grpChg chg="add mod">
          <ac:chgData name="Gareth Thomson | Football Queensland" userId="45505d28-f665-4546-80c4-7c2d16b5a302" providerId="ADAL" clId="{6E62CCBA-FA13-44CB-B563-9C9C9308AD93}" dt="2024-11-06T21:15:27.776" v="8460" actId="1076"/>
          <ac:grpSpMkLst>
            <pc:docMk/>
            <pc:sldMk cId="2950283758" sldId="1160"/>
            <ac:grpSpMk id="278" creationId="{B499EC22-8647-CAC9-E316-3E308FE3B537}"/>
          </ac:grpSpMkLst>
        </pc:grpChg>
        <pc:graphicFrameChg chg="del">
          <ac:chgData name="Gareth Thomson | Football Queensland" userId="45505d28-f665-4546-80c4-7c2d16b5a302" providerId="ADAL" clId="{6E62CCBA-FA13-44CB-B563-9C9C9308AD93}" dt="2024-11-06T21:14:06.810" v="8433" actId="478"/>
          <ac:graphicFrameMkLst>
            <pc:docMk/>
            <pc:sldMk cId="2950283758" sldId="1160"/>
            <ac:graphicFrameMk id="2" creationId="{F7FF751C-5243-5599-9A43-CECE259D90B9}"/>
          </ac:graphicFrameMkLst>
        </pc:graphicFrameChg>
        <pc:picChg chg="add mod">
          <ac:chgData name="Gareth Thomson | Football Queensland" userId="45505d28-f665-4546-80c4-7c2d16b5a302" providerId="ADAL" clId="{6E62CCBA-FA13-44CB-B563-9C9C9308AD93}" dt="2024-11-06T21:15:10.825" v="8458" actId="1076"/>
          <ac:picMkLst>
            <pc:docMk/>
            <pc:sldMk cId="2950283758" sldId="1160"/>
            <ac:picMk id="10" creationId="{E25A53DA-B5E2-63D1-EBFB-EE9BB78BBE1F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10.825" v="8458" actId="1076"/>
          <ac:picMkLst>
            <pc:docMk/>
            <pc:sldMk cId="2950283758" sldId="1160"/>
            <ac:picMk id="11" creationId="{BFC77549-4DB6-F2D6-2C83-D04FD942FEDA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10.825" v="8458" actId="1076"/>
          <ac:picMkLst>
            <pc:docMk/>
            <pc:sldMk cId="2950283758" sldId="1160"/>
            <ac:picMk id="12" creationId="{A4946D50-CCC9-102C-EE0F-678B101B9D44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10.825" v="8458" actId="1076"/>
          <ac:picMkLst>
            <pc:docMk/>
            <pc:sldMk cId="2950283758" sldId="1160"/>
            <ac:picMk id="13" creationId="{1E881AE9-B01E-2B5E-9616-048038EF9285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82" creationId="{DE5A5B8B-825C-4BAE-92DD-73C01B828551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83" creationId="{D426256E-C150-23DD-DF57-E4F7922B6620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84" creationId="{4F24F3C0-AB30-E743-ABFE-016ADB66B52B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85" creationId="{324AE564-1F66-DD60-56D1-FD96EE603C43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165" creationId="{9EB47E07-420B-BC56-85B0-910948EE3975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166" creationId="{C98850FC-00CD-5575-DC4E-8500887E43AC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167" creationId="{7D3F60F2-BE36-5C49-AFF4-1140A5BD635F}"/>
          </ac:picMkLst>
        </pc:picChg>
        <pc:picChg chg="add mod">
          <ac:chgData name="Gareth Thomson | Football Queensland" userId="45505d28-f665-4546-80c4-7c2d16b5a302" providerId="ADAL" clId="{6E62CCBA-FA13-44CB-B563-9C9C9308AD93}" dt="2024-11-06T21:15:27.776" v="8460" actId="1076"/>
          <ac:picMkLst>
            <pc:docMk/>
            <pc:sldMk cId="2950283758" sldId="1160"/>
            <ac:picMk id="168" creationId="{36211423-092E-B35A-8D3D-C395E0C8EC24}"/>
          </ac:picMkLst>
        </pc:picChg>
        <pc:cxnChg chg="add mod">
          <ac:chgData name="Gareth Thomson | Football Queensland" userId="45505d28-f665-4546-80c4-7c2d16b5a302" providerId="ADAL" clId="{6E62CCBA-FA13-44CB-B563-9C9C9308AD93}" dt="2024-11-06T21:15:10.825" v="8458" actId="1076"/>
          <ac:cxnSpMkLst>
            <pc:docMk/>
            <pc:sldMk cId="2950283758" sldId="1160"/>
            <ac:cxnSpMk id="72" creationId="{23531305-F550-ED1D-4E2D-DC7FBE08807E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10.825" v="8458" actId="1076"/>
          <ac:cxnSpMkLst>
            <pc:docMk/>
            <pc:sldMk cId="2950283758" sldId="1160"/>
            <ac:cxnSpMk id="73" creationId="{36C42792-1663-CD61-4D2D-A01F32823154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67" creationId="{D78F2998-1621-E391-F543-730FA5206574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68" creationId="{903C8578-4D57-3815-3026-E8136C323C4D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69" creationId="{48E2BD84-396A-5A43-939B-9E153A474515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70" creationId="{6878D112-E008-78BC-1D40-7BDF036A35F9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71" creationId="{D321CF94-1E6D-0549-FBC3-7C01B4B85DDA}"/>
          </ac:cxnSpMkLst>
        </pc:cxnChg>
        <pc:cxnChg chg="add mod">
          <ac:chgData name="Gareth Thomson | Football Queensland" userId="45505d28-f665-4546-80c4-7c2d16b5a302" providerId="ADAL" clId="{6E62CCBA-FA13-44CB-B563-9C9C9308AD93}" dt="2024-11-06T21:15:27.776" v="8460" actId="1076"/>
          <ac:cxnSpMkLst>
            <pc:docMk/>
            <pc:sldMk cId="2950283758" sldId="1160"/>
            <ac:cxnSpMk id="272" creationId="{5EBD433F-0510-6B39-0DB0-31EC54F90E8D}"/>
          </ac:cxnSpMkLst>
        </pc:cxnChg>
      </pc:sldChg>
      <pc:sldChg chg="addSp delSp modSp add mod modShow">
        <pc:chgData name="Gareth Thomson | Football Queensland" userId="45505d28-f665-4546-80c4-7c2d16b5a302" providerId="ADAL" clId="{6E62CCBA-FA13-44CB-B563-9C9C9308AD93}" dt="2024-11-13T01:50:27.652" v="15280" actId="20577"/>
        <pc:sldMkLst>
          <pc:docMk/>
          <pc:sldMk cId="1430297798" sldId="1161"/>
        </pc:sldMkLst>
        <pc:spChg chg="add mod">
          <ac:chgData name="Gareth Thomson | Football Queensland" userId="45505d28-f665-4546-80c4-7c2d16b5a302" providerId="ADAL" clId="{6E62CCBA-FA13-44CB-B563-9C9C9308AD93}" dt="2024-11-13T00:00:33.839" v="11677" actId="1076"/>
          <ac:spMkLst>
            <pc:docMk/>
            <pc:sldMk cId="1430297798" sldId="1161"/>
            <ac:spMk id="2" creationId="{4CB63A06-FF99-67DE-DF01-9B737E3830FC}"/>
          </ac:spMkLst>
        </pc:spChg>
        <pc:spChg chg="mod">
          <ac:chgData name="Gareth Thomson | Football Queensland" userId="45505d28-f665-4546-80c4-7c2d16b5a302" providerId="ADAL" clId="{6E62CCBA-FA13-44CB-B563-9C9C9308AD93}" dt="2024-11-13T00:31:12.916" v="12936" actId="20577"/>
          <ac:spMkLst>
            <pc:docMk/>
            <pc:sldMk cId="1430297798" sldId="1161"/>
            <ac:spMk id="3" creationId="{98312FDA-7EE4-8BA0-BCD1-F45A325EFA54}"/>
          </ac:spMkLst>
        </pc:spChg>
        <pc:spChg chg="mod">
          <ac:chgData name="Gareth Thomson | Football Queensland" userId="45505d28-f665-4546-80c4-7c2d16b5a302" providerId="ADAL" clId="{6E62CCBA-FA13-44CB-B563-9C9C9308AD93}" dt="2024-11-13T01:50:27.652" v="15280" actId="20577"/>
          <ac:spMkLst>
            <pc:docMk/>
            <pc:sldMk cId="1430297798" sldId="1161"/>
            <ac:spMk id="4" creationId="{1E65AAA0-259A-DFAD-D591-77955BBC7975}"/>
          </ac:spMkLst>
        </pc:spChg>
        <pc:spChg chg="add mod">
          <ac:chgData name="Gareth Thomson | Football Queensland" userId="45505d28-f665-4546-80c4-7c2d16b5a302" providerId="ADAL" clId="{6E62CCBA-FA13-44CB-B563-9C9C9308AD93}" dt="2024-11-13T00:00:39.146" v="11679" actId="1076"/>
          <ac:spMkLst>
            <pc:docMk/>
            <pc:sldMk cId="1430297798" sldId="1161"/>
            <ac:spMk id="5" creationId="{D35BAECA-4DA4-716D-3885-7938C4F6CF38}"/>
          </ac:spMkLst>
        </pc:spChg>
        <pc:spChg chg="mod">
          <ac:chgData name="Gareth Thomson | Football Queensland" userId="45505d28-f665-4546-80c4-7c2d16b5a302" providerId="ADAL" clId="{6E62CCBA-FA13-44CB-B563-9C9C9308AD93}" dt="2024-11-13T00:31:54.562" v="13003" actId="20577"/>
          <ac:spMkLst>
            <pc:docMk/>
            <pc:sldMk cId="1430297798" sldId="1161"/>
            <ac:spMk id="7" creationId="{7D387638-CA24-DA2A-5B72-9D18C0572875}"/>
          </ac:spMkLst>
        </pc:spChg>
        <pc:spChg chg="add mod">
          <ac:chgData name="Gareth Thomson | Football Queensland" userId="45505d28-f665-4546-80c4-7c2d16b5a302" providerId="ADAL" clId="{6E62CCBA-FA13-44CB-B563-9C9C9308AD93}" dt="2024-11-13T00:00:59.953" v="11686" actId="1076"/>
          <ac:spMkLst>
            <pc:docMk/>
            <pc:sldMk cId="1430297798" sldId="1161"/>
            <ac:spMk id="10" creationId="{2F3F3089-EBB8-B857-1288-0ED00E5C90D5}"/>
          </ac:spMkLst>
        </pc:spChg>
        <pc:spChg chg="add mod">
          <ac:chgData name="Gareth Thomson | Football Queensland" userId="45505d28-f665-4546-80c4-7c2d16b5a302" providerId="ADAL" clId="{6E62CCBA-FA13-44CB-B563-9C9C9308AD93}" dt="2024-11-13T00:01:04.469" v="11688" actId="1076"/>
          <ac:spMkLst>
            <pc:docMk/>
            <pc:sldMk cId="1430297798" sldId="1161"/>
            <ac:spMk id="11" creationId="{6DA6A272-35BC-392A-3CD9-6BB52329BCA6}"/>
          </ac:spMkLst>
        </pc:spChg>
        <pc:spChg chg="add mod">
          <ac:chgData name="Gareth Thomson | Football Queensland" userId="45505d28-f665-4546-80c4-7c2d16b5a302" providerId="ADAL" clId="{6E62CCBA-FA13-44CB-B563-9C9C9308AD93}" dt="2024-11-09T21:40:44.028" v="10503" actId="1076"/>
          <ac:spMkLst>
            <pc:docMk/>
            <pc:sldMk cId="1430297798" sldId="1161"/>
            <ac:spMk id="13" creationId="{E6E25C39-F4B1-DD25-DD66-1E36F2685092}"/>
          </ac:spMkLst>
        </pc:spChg>
        <pc:spChg chg="mod">
          <ac:chgData name="Gareth Thomson | Football Queensland" userId="45505d28-f665-4546-80c4-7c2d16b5a302" providerId="ADAL" clId="{6E62CCBA-FA13-44CB-B563-9C9C9308AD93}" dt="2024-11-13T00:30:34.402" v="12864" actId="20577"/>
          <ac:spMkLst>
            <pc:docMk/>
            <pc:sldMk cId="1430297798" sldId="1161"/>
            <ac:spMk id="17" creationId="{33C8D667-C676-A1F8-8F25-D0276221E65D}"/>
          </ac:spMkLst>
        </pc:spChg>
        <pc:spChg chg="mod">
          <ac:chgData name="Gareth Thomson | Football Queensland" userId="45505d28-f665-4546-80c4-7c2d16b5a302" providerId="ADAL" clId="{6E62CCBA-FA13-44CB-B563-9C9C9308AD93}" dt="2024-11-13T01:41:55.381" v="15183" actId="20577"/>
          <ac:spMkLst>
            <pc:docMk/>
            <pc:sldMk cId="1430297798" sldId="1161"/>
            <ac:spMk id="20" creationId="{6C6807E6-374C-0C29-86F7-F15081AAE812}"/>
          </ac:spMkLst>
        </pc:spChg>
        <pc:spChg chg="add mod">
          <ac:chgData name="Gareth Thomson | Football Queensland" userId="45505d28-f665-4546-80c4-7c2d16b5a302" providerId="ADAL" clId="{6E62CCBA-FA13-44CB-B563-9C9C9308AD93}" dt="2024-11-13T00:32:31.382" v="13007" actId="20577"/>
          <ac:spMkLst>
            <pc:docMk/>
            <pc:sldMk cId="1430297798" sldId="1161"/>
            <ac:spMk id="25" creationId="{C25B1780-5DFD-96B0-5555-F42243A1A962}"/>
          </ac:spMkLst>
        </pc:spChg>
        <pc:spChg chg="add mod">
          <ac:chgData name="Gareth Thomson | Football Queensland" userId="45505d28-f665-4546-80c4-7c2d16b5a302" providerId="ADAL" clId="{6E62CCBA-FA13-44CB-B563-9C9C9308AD93}" dt="2024-11-09T21:49:35.984" v="10589" actId="1076"/>
          <ac:spMkLst>
            <pc:docMk/>
            <pc:sldMk cId="1430297798" sldId="1161"/>
            <ac:spMk id="26" creationId="{C364FEC3-360B-CF47-E5A4-EF6178CDB9F9}"/>
          </ac:spMkLst>
        </pc:spChg>
        <pc:spChg chg="add mod">
          <ac:chgData name="Gareth Thomson | Football Queensland" userId="45505d28-f665-4546-80c4-7c2d16b5a302" providerId="ADAL" clId="{6E62CCBA-FA13-44CB-B563-9C9C9308AD93}" dt="2024-11-13T00:32:35.533" v="13011" actId="20577"/>
          <ac:spMkLst>
            <pc:docMk/>
            <pc:sldMk cId="1430297798" sldId="1161"/>
            <ac:spMk id="27" creationId="{37B41C86-5149-C686-FA2A-B1D468A4FD0D}"/>
          </ac:spMkLst>
        </pc:spChg>
        <pc:spChg chg="add mod">
          <ac:chgData name="Gareth Thomson | Football Queensland" userId="45505d28-f665-4546-80c4-7c2d16b5a302" providerId="ADAL" clId="{6E62CCBA-FA13-44CB-B563-9C9C9308AD93}" dt="2024-11-13T00:32:38.528" v="13015" actId="20577"/>
          <ac:spMkLst>
            <pc:docMk/>
            <pc:sldMk cId="1430297798" sldId="1161"/>
            <ac:spMk id="28" creationId="{0D27C773-CB78-3EE4-9847-7EF2947D5F8B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30" creationId="{BF95041C-388F-8238-D991-1D054182520F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31" creationId="{84DA8B50-646C-C627-A234-C918A1499CA4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64" creationId="{E72CCF57-7866-9112-9F4A-4319355231E4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65" creationId="{26DEFB32-7766-4837-520D-C53C881A4DB3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67" creationId="{599DBE86-1067-8B9F-63A3-BFDF71F2F2E9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68" creationId="{6993C177-5D13-0C64-A87E-DE45931CC141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69" creationId="{F6FC6520-AE8B-B591-60BA-B86AAB137287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0" creationId="{3D675C64-C8A7-782C-E9C6-CCFEC418E045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2" creationId="{EACFF807-CADB-C14E-BA98-A0CDFBD46CBF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3" creationId="{05F19E9E-A50D-EC1B-2A3B-0598EB1B7D48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4" creationId="{429F4FC0-8F1E-5083-C4C4-9C889FE9B6A6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5" creationId="{98D5BF2D-315F-61E2-1BF2-292EADFAE434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79" creationId="{A824F429-2DC7-8EB6-E9A4-D2F32CBBC3B7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83" creationId="{E8347BDD-A350-D712-EBE3-8E4FF0D5E55E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87" creationId="{98AE4101-E669-242C-FAF0-C12660256256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88" creationId="{FA889268-75F4-1C3A-9AE7-4BEAF9B03A51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90" creationId="{C08F7F03-6B93-6233-0FA4-FB6D38346D7F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92" creationId="{8BBA6785-B449-8FCB-9217-FADF0ED2407E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93" creationId="{77491EF6-5853-B457-1685-CF6F3E4C82B9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94" creationId="{9FB02817-65CF-FAC2-A006-B27FD06CA433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28" creationId="{4C473DAD-6475-1190-87CA-6F6219AAF5A7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29" creationId="{E5ECFC42-3C3B-1718-23DA-2E454379DFB4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30" creationId="{9759B66D-6B8C-0688-C4CD-122CE6BD773E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31" creationId="{85B5DFBE-993F-1CBC-4CB0-CAE178A10D78}"/>
          </ac:spMkLst>
        </pc:spChg>
        <pc:spChg chg="add mod">
          <ac:chgData name="Gareth Thomson | Football Queensland" userId="45505d28-f665-4546-80c4-7c2d16b5a302" providerId="ADAL" clId="{6E62CCBA-FA13-44CB-B563-9C9C9308AD93}" dt="2024-11-09T21:49:31.132" v="10588" actId="1036"/>
          <ac:spMkLst>
            <pc:docMk/>
            <pc:sldMk cId="1430297798" sldId="1161"/>
            <ac:spMk id="132" creationId="{9E0120B4-D18D-E00B-02A9-93CE3716AA01}"/>
          </ac:spMkLst>
        </pc:spChg>
        <pc:spChg chg="add mod">
          <ac:chgData name="Gareth Thomson | Football Queensland" userId="45505d28-f665-4546-80c4-7c2d16b5a302" providerId="ADAL" clId="{6E62CCBA-FA13-44CB-B563-9C9C9308AD93}" dt="2024-11-09T21:49:31.132" v="10588" actId="1036"/>
          <ac:spMkLst>
            <pc:docMk/>
            <pc:sldMk cId="1430297798" sldId="1161"/>
            <ac:spMk id="133" creationId="{B6FC001D-45E6-ED9F-660F-6125AF1CFD9E}"/>
          </ac:spMkLst>
        </pc:spChg>
        <pc:spChg chg="add mod">
          <ac:chgData name="Gareth Thomson | Football Queensland" userId="45505d28-f665-4546-80c4-7c2d16b5a302" providerId="ADAL" clId="{6E62CCBA-FA13-44CB-B563-9C9C9308AD93}" dt="2024-11-09T22:14:51.325" v="10729" actId="1035"/>
          <ac:spMkLst>
            <pc:docMk/>
            <pc:sldMk cId="1430297798" sldId="1161"/>
            <ac:spMk id="140" creationId="{83487670-F09D-C354-28B5-CFABCC597233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42" creationId="{A31EE81A-25C9-2137-F237-8B3551D7A054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43" creationId="{ADE549E9-07D4-42D6-F16C-0CE946D38B11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44" creationId="{BA146995-6B0B-C058-5342-F3D2E68093D5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45" creationId="{DAC1F87C-62C7-6396-4046-E32F8E4964D7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49" creationId="{63721E3A-A05B-3163-7731-09566971090C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0" creationId="{34444298-7318-3A91-1A45-967AF16C4197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1" creationId="{6A2F3AE6-F913-0801-E347-9333AAD56595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2" creationId="{280BA5A1-09CC-F1F5-3859-BD7247F5972A}"/>
          </ac:spMkLst>
        </pc:spChg>
        <pc:spChg chg="add 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4" creationId="{3B7827E4-EBC2-8592-FABB-9664604AFBAC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7" creationId="{C0CE706F-43EC-2490-DB44-14B0A46E48A0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59" creationId="{260D2A72-A22F-A166-3CEF-602715F77661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0" creationId="{983BC298-8F03-81E9-72C4-697869960375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1" creationId="{9FEC4FF0-0962-12B7-ADDE-0B00B1A3610D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3" creationId="{DE4CBA58-E692-55C7-3FA4-81B96B8825AD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4" creationId="{6DE629F4-34DD-7253-761D-E8191325718E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5" creationId="{64D276E8-4951-9D15-4BC3-DCF47C7716B0}"/>
          </ac:spMkLst>
        </pc:spChg>
        <pc:spChg chg="mod">
          <ac:chgData name="Gareth Thomson | Football Queensland" userId="45505d28-f665-4546-80c4-7c2d16b5a302" providerId="ADAL" clId="{6E62CCBA-FA13-44CB-B563-9C9C9308AD93}" dt="2024-11-09T21:49:05.853" v="10540"/>
          <ac:spMkLst>
            <pc:docMk/>
            <pc:sldMk cId="1430297798" sldId="1161"/>
            <ac:spMk id="166" creationId="{93852343-D53E-661C-838D-C9CC1D230587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68" creationId="{1B306E17-385A-5195-1E55-133D08AEB9D0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69" creationId="{F039B61E-B60C-C135-3A0D-796B6521FA4E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70" creationId="{BE5E1F34-EFE1-B336-1A96-76CA0BE14403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71" creationId="{3DC16ABE-3931-E758-6519-0029B32DF734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72" creationId="{A5766EC7-1DA0-0FD6-C7BF-264BF7479761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79" creationId="{70EB783F-718A-66C6-4C6C-4C585726FE69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80" creationId="{831B9E22-B38C-FC66-17D6-B65C9FED3B19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81" creationId="{B050456F-F2D8-DA3A-472B-4959D85C8A2B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82" creationId="{61EE23E4-4DCE-5B35-A24E-E180FAE3CE8F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89" creationId="{F9E770FF-E17A-4D0D-A79D-CB2DBDC54506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0" creationId="{761B3F7F-0FCC-395C-1A46-3FCB6C743E5E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1" creationId="{4BA0EA52-8BA4-4D9E-7211-38E1AD20F092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2" creationId="{6BABD2CA-1592-35D2-FD7F-50065B19D490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196" creationId="{9EC05497-4EBE-E3D7-D907-DA43DE7B69C5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7" creationId="{D370A5D0-98DE-B188-52E3-8F87A248CED0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8" creationId="{547DEF30-D2CD-5A19-93D5-CA8C788E71C2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199" creationId="{47669F3E-1489-895A-3D3D-18BF807D8479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0" creationId="{61FE6736-48FD-58BA-7DAA-1F5F8EF4004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2" creationId="{267EBC80-A674-1127-0DE5-D54647381698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3" creationId="{61331BD6-EF04-E64B-0ADE-BB7F1F1A423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4" creationId="{C01F6C06-638C-5131-B7DB-2A98D89A8CC1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5" creationId="{16BDF64F-620F-53B8-782E-C5F60511F39D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7" creationId="{EB5588D9-FD3F-1403-F505-73215AE9C51D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8" creationId="{C57D1C95-67AD-A0A0-6CAD-906EE03774ED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09" creationId="{37F3ECC7-963A-6D73-94B4-80DBC813150E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0" creationId="{EA484C23-4CC9-1F78-205F-14CD83837950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2" creationId="{35116F73-2F69-AA1B-600C-E07011BDFB1F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3" creationId="{B12BD1D7-5B11-1A49-E8CD-E35E50956903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4" creationId="{EF406155-AB32-9482-BFAF-6D7F74F8A789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5" creationId="{6F171180-1EA1-04FB-B607-476919D26974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7" creationId="{42CCBDDE-EC6E-089E-F95A-8D9EB9698FF9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8" creationId="{D9175E15-2A17-220B-16BB-72FCAC42798C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19" creationId="{0353926C-B06B-1C95-93F8-79C43F769143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0" creationId="{367FBF22-A56E-402C-196A-2CD8DC19F784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1" creationId="{507BC5DF-F2EE-0D49-E5B3-BAC2C38F191C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2" creationId="{8F47F56B-D75F-4643-5A6A-808CB20C4780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3" creationId="{349BA2F5-CE42-485F-C3FE-EFD56B319B61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5" creationId="{F465EC9D-C317-148D-40BF-113F7B40E6B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6" creationId="{EFCEC18D-EEF2-6C50-F8BB-108EC505DB8A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7" creationId="{A4055250-0E8C-5BD5-EB61-07B51E4B567C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28" creationId="{7D11745A-FCA2-70E1-1406-E0821C524688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30" creationId="{C2A59146-A92A-D27D-9BFC-F0A7C01FFD94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32" creationId="{4A8372FD-FD62-52E2-8CD8-A7D9A12E328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33" creationId="{86709375-006D-7DB4-48FA-1F44938915DC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34" creationId="{A370A31D-F58B-F33A-0658-35C22762E1E5}"/>
          </ac:spMkLst>
        </pc:spChg>
        <pc:spChg chg="add 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235" creationId="{629E5ACE-56E8-1430-11F8-1C57954BB931}"/>
          </ac:spMkLst>
        </pc:spChg>
        <pc:spChg chg="del mod">
          <ac:chgData name="Gareth Thomson | Football Queensland" userId="45505d28-f665-4546-80c4-7c2d16b5a302" providerId="ADAL" clId="{6E62CCBA-FA13-44CB-B563-9C9C9308AD93}" dt="2024-11-09T22:08:47.127" v="10649" actId="478"/>
          <ac:spMkLst>
            <pc:docMk/>
            <pc:sldMk cId="1430297798" sldId="1161"/>
            <ac:spMk id="238" creationId="{70DBF761-103A-D05E-0758-E80A3B9DF4FE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0" creationId="{FC248133-7663-64E7-5408-7DFEEFBFEF6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1" creationId="{6C52FE9A-F82B-F41F-D5E6-60771D1BCEFB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2" creationId="{3FAE5607-C9C6-FE76-024E-82B7D9A6F717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3" creationId="{3D6C196A-7D63-A20B-C39A-8E78455974F3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5" creationId="{7B22FB14-38F8-29FB-FEFC-26DA999D030A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6" creationId="{5A144242-667C-CF7F-7F3D-E445A365A171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7" creationId="{495C260B-B328-50BD-C6AE-998A3210CC93}"/>
          </ac:spMkLst>
        </pc:spChg>
        <pc:spChg chg="mod">
          <ac:chgData name="Gareth Thomson | Football Queensland" userId="45505d28-f665-4546-80c4-7c2d16b5a302" providerId="ADAL" clId="{6E62CCBA-FA13-44CB-B563-9C9C9308AD93}" dt="2024-11-09T22:08:37.189" v="10645"/>
          <ac:spMkLst>
            <pc:docMk/>
            <pc:sldMk cId="1430297798" sldId="1161"/>
            <ac:spMk id="328" creationId="{7FD85C0F-0C27-4CFB-CB1F-B9457473DF35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09:06.210" v="10652" actId="478"/>
          <ac:spMkLst>
            <pc:docMk/>
            <pc:sldMk cId="1430297798" sldId="1161"/>
            <ac:spMk id="329" creationId="{0353EC70-3802-EC9B-52C8-C4021A3E5ED2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31" creationId="{09DC6106-F086-1B54-45E3-4482ECA01579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32" creationId="{A3503A68-DCFF-B784-306F-5BBC7A28A569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33" creationId="{7CFDC6EE-8217-E741-189D-2E05CDFCE970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34" creationId="{C5595107-E9B4-A3B8-6ECD-5CED0F970B86}"/>
          </ac:spMkLst>
        </pc:spChg>
        <pc:spChg chg="add mod">
          <ac:chgData name="Gareth Thomson | Football Queensland" userId="45505d28-f665-4546-80c4-7c2d16b5a302" providerId="ADAL" clId="{6E62CCBA-FA13-44CB-B563-9C9C9308AD93}" dt="2024-11-09T22:09:03.186" v="10651" actId="1076"/>
          <ac:spMkLst>
            <pc:docMk/>
            <pc:sldMk cId="1430297798" sldId="1161"/>
            <ac:spMk id="335" creationId="{394C0333-4C62-7A05-793D-C86112E8B1F3}"/>
          </ac:spMkLst>
        </pc:spChg>
        <pc:spChg chg="add mod">
          <ac:chgData name="Gareth Thomson | Football Queensland" userId="45505d28-f665-4546-80c4-7c2d16b5a302" providerId="ADAL" clId="{6E62CCBA-FA13-44CB-B563-9C9C9308AD93}" dt="2024-11-09T22:27:15.313" v="10843" actId="1035"/>
          <ac:spMkLst>
            <pc:docMk/>
            <pc:sldMk cId="1430297798" sldId="1161"/>
            <ac:spMk id="342" creationId="{0F186699-8DC6-A076-5C76-16272B038FAB}"/>
          </ac:spMkLst>
        </pc:spChg>
        <pc:spChg chg="add mod">
          <ac:chgData name="Gareth Thomson | Football Queensland" userId="45505d28-f665-4546-80c4-7c2d16b5a302" providerId="ADAL" clId="{6E62CCBA-FA13-44CB-B563-9C9C9308AD93}" dt="2024-11-09T22:12:29.192" v="10684" actId="1038"/>
          <ac:spMkLst>
            <pc:docMk/>
            <pc:sldMk cId="1430297798" sldId="1161"/>
            <ac:spMk id="343" creationId="{60B78CEE-2AD9-6C91-C662-1517467E73DD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09:37.300" v="10655" actId="478"/>
          <ac:spMkLst>
            <pc:docMk/>
            <pc:sldMk cId="1430297798" sldId="1161"/>
            <ac:spMk id="344" creationId="{CA0481BD-7D7A-F610-685D-961C7AD10B0C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09:37.300" v="10655" actId="478"/>
          <ac:spMkLst>
            <pc:docMk/>
            <pc:sldMk cId="1430297798" sldId="1161"/>
            <ac:spMk id="345" creationId="{9BF2A6C4-A8A4-41FE-4376-F36C13B02097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2" creationId="{41CE2203-54F7-3767-E312-892C6ED052F6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3" creationId="{9AEB0364-727C-573F-FE8D-B413F59785EC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4" creationId="{292E10AF-E510-925A-7A38-5C7AD7C97036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5" creationId="{FBEACF82-800F-C50D-6570-DD777434EDF7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6" creationId="{A1498D60-2F13-0D6C-9455-5BD9D3E32DF6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57" creationId="{0C74B521-DF33-CE63-86CF-A7AE343067A5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68" creationId="{36C9A5A0-CA6E-EE2E-B496-3ABC0300282B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69" creationId="{67309A21-869C-C691-F110-FC4D00436DEC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70" creationId="{015D8AF1-7D8C-9B98-8C6D-7B0799F41750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71" creationId="{C3CD13F2-85BC-02FC-0835-01823CD3D769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372" creationId="{83A9FCE3-36B3-BC09-447E-A997275FF83E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73" creationId="{0BCE06F2-F31E-CC17-74DF-3950A6526AB1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74" creationId="{4DB572A7-42FD-4869-D3BE-454A287A5AA8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90" creationId="{F1D75091-6117-8F37-93E8-3A06B6759FFA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91" creationId="{03712DD4-45A9-E0D8-8DE1-547C1C26BAF8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93" creationId="{C10DEDA2-045F-5A68-0725-0ED3A2E72D8D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394" creationId="{E4A6DE02-F7C0-87BC-D794-6AFB3A6AE51E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10" creationId="{CDBA05D1-C631-AFE6-3F7E-1D995E64EA3D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11" creationId="{22906772-5493-F7F5-C3EE-9466D78B1E63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13" creationId="{9ECFB18C-5576-B5D0-E60F-4BDC0E44BFD3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14" creationId="{A8741CF4-9191-7885-F24B-BD1BD29756ED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0" creationId="{C967CEBB-B304-6F98-622C-7B363F30A04E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1" creationId="{749491BE-A4DF-DE64-C1FA-47C869F0CD17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2" creationId="{5E573D2F-C099-351A-AE14-802335E09D63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3" creationId="{103B06B7-4AE4-8D29-5726-33BD3C49A665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4" creationId="{8115B197-F03C-CD83-01F3-84C01DED549A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25" creationId="{CEB28947-CF10-71DD-6022-F996EEC76798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36" creationId="{531FD922-605F-2E36-450C-2E4922002784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37" creationId="{EADFA8A2-6C15-98FC-009D-FD6A60239E3B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88" creationId="{E63222F5-2927-42E9-1B3B-7B42BF90CFF6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489" creationId="{D8D76024-7287-8225-D940-00B0B0C3CCCC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90" creationId="{1813F34B-FAC6-82FE-B4A8-BE9E903F9244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93" creationId="{B6F04762-BEA7-2DC1-7E2B-6874D9E771EE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97" creationId="{42030F5B-6249-8394-23E1-0E6795670B9D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499" creationId="{187A7D08-E042-1B92-1CE3-5C2CAA179516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0" creationId="{C0EF638A-C2FB-048C-9DD0-C571187A80F2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2" creationId="{FB73EE91-3F3F-2EBC-29EF-212CDE5ADD91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4" creationId="{A7F7C865-E6F8-1751-E70C-D89AF0E9358A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6" creationId="{39525F4B-F66A-E798-23F3-DA246684A9D5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7" creationId="{B487BFDD-BE3A-A552-5E63-05917F59EAF4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08" creationId="{D632AC80-DBE4-956F-6F68-94A5A896435D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11" creationId="{64F495DC-84E0-0645-380B-A4A024E091D0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12" creationId="{3A68D0C2-40CA-90E5-8C8A-85F11F3445DC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17" creationId="{B40B9C5E-C174-EAD2-AC4E-E38E1C299A72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19" creationId="{710B1F61-9E9A-7A70-0A09-47E3C50EE591}"/>
          </ac:spMkLst>
        </pc:spChg>
        <pc:spChg chg="add mod">
          <ac:chgData name="Gareth Thomson | Football Queensland" userId="45505d28-f665-4546-80c4-7c2d16b5a302" providerId="ADAL" clId="{6E62CCBA-FA13-44CB-B563-9C9C9308AD93}" dt="2024-11-09T22:15:42.888" v="10737" actId="1076"/>
          <ac:spMkLst>
            <pc:docMk/>
            <pc:sldMk cId="1430297798" sldId="1161"/>
            <ac:spMk id="520" creationId="{FE857526-39A7-2997-535F-63BE937127FD}"/>
          </ac:spMkLst>
        </pc:spChg>
        <pc:spChg chg="add mod">
          <ac:chgData name="Gareth Thomson | Football Queensland" userId="45505d28-f665-4546-80c4-7c2d16b5a302" providerId="ADAL" clId="{6E62CCBA-FA13-44CB-B563-9C9C9308AD93}" dt="2024-11-09T22:15:42.888" v="10737" actId="1076"/>
          <ac:spMkLst>
            <pc:docMk/>
            <pc:sldMk cId="1430297798" sldId="1161"/>
            <ac:spMk id="521" creationId="{22230E6C-BFC1-9DA1-1C52-F837682D1712}"/>
          </ac:spMkLst>
        </pc:spChg>
        <pc:spChg chg="add mod">
          <ac:chgData name="Gareth Thomson | Football Queensland" userId="45505d28-f665-4546-80c4-7c2d16b5a302" providerId="ADAL" clId="{6E62CCBA-FA13-44CB-B563-9C9C9308AD93}" dt="2024-11-09T22:15:42.888" v="10737" actId="1076"/>
          <ac:spMkLst>
            <pc:docMk/>
            <pc:sldMk cId="1430297798" sldId="1161"/>
            <ac:spMk id="538" creationId="{0AEC511D-520F-C80D-948B-FA923240B481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1" creationId="{D4CAC7EC-85A5-0AAE-2FBE-67D10D89B6A4}"/>
          </ac:spMkLst>
        </pc:spChg>
        <pc:spChg chg="del">
          <ac:chgData name="Gareth Thomson | Football Queensland" userId="45505d28-f665-4546-80c4-7c2d16b5a302" providerId="ADAL" clId="{6E62CCBA-FA13-44CB-B563-9C9C9308AD93}" dt="2024-11-09T21:39:37.845" v="10489" actId="478"/>
          <ac:spMkLst>
            <pc:docMk/>
            <pc:sldMk cId="1430297798" sldId="1161"/>
            <ac:spMk id="542" creationId="{B50DC8BE-8D5B-8064-0A9D-BCD70DDA6F54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3" creationId="{310228AE-AD5B-AB19-7F7C-CABAD592C834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4" creationId="{B829C83D-7F0C-B543-2A41-048B26E5C42E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5" creationId="{A1C685D6-456F-5216-874E-1EB0AD1A13F7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7" creationId="{A47FC44D-7040-4ED7-E5D9-2110BA176A57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8" creationId="{AB4C06F5-C95A-004E-C51B-E3A36A3F27E6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49" creationId="{7B2E16B2-C635-4446-A34E-A814C3244B1D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0" creationId="{6C05C53E-8908-080E-F8BE-00F045F9C41A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09:28.073" v="10654" actId="478"/>
          <ac:spMkLst>
            <pc:docMk/>
            <pc:sldMk cId="1430297798" sldId="1161"/>
            <ac:spMk id="551" creationId="{FBBD6D7F-8384-3265-E9EC-1327452B9323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4" creationId="{13499DFB-9980-77BB-29A9-08C5F8802A2C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5" creationId="{0327D1DC-766A-AD4F-593E-3C550332D440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6" creationId="{F8EEC54C-9EB0-C9DA-7ADF-F2E8487DAD0B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7" creationId="{CACF0EE5-728A-0626-4804-917919303213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59" creationId="{8262646B-00F3-1D40-549F-CB61FE80DD1C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60" creationId="{D6D2BA23-E285-8053-288E-05CDF70AFFE4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61" creationId="{A09E0551-7A48-4744-6DB9-3395666D32B6}"/>
          </ac:spMkLst>
        </pc:spChg>
        <pc:spChg chg="mod">
          <ac:chgData name="Gareth Thomson | Football Queensland" userId="45505d28-f665-4546-80c4-7c2d16b5a302" providerId="ADAL" clId="{6E62CCBA-FA13-44CB-B563-9C9C9308AD93}" dt="2024-11-09T22:08:58.897" v="10650"/>
          <ac:spMkLst>
            <pc:docMk/>
            <pc:sldMk cId="1430297798" sldId="1161"/>
            <ac:spMk id="562" creationId="{1E4C8707-0845-C13A-1FD3-A6ED2752F600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65" creationId="{56D1CD96-F825-F762-BC22-F350A484EC9D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66" creationId="{EE8FCB85-EB2B-42F8-4C72-5D0822DE9D1E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67" creationId="{4E984838-5698-024E-EEA6-9CDEEE9C999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68" creationId="{8EE82570-A7CA-DABC-E9D7-3AE8317CFB02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0" creationId="{6BA802BC-5AEC-BF4A-7F72-C8F8226603A2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1" creationId="{952D7423-BB14-BBAB-C88C-95EDDB50EE3F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2" creationId="{3E35FD56-9737-25CA-92F3-7B32379B63D6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3" creationId="{FA7D5F77-547B-4F34-FAD5-CB9EC908E2D8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5" creationId="{3D7C0D0C-0A61-D08A-D076-2D56B00A7244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6" creationId="{FCCFA5A9-A056-9073-71BE-07E04F32C9AC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7" creationId="{82E0C75D-A481-00AF-9CFC-19A2998F727B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78" creationId="{25B19501-2646-B3E3-74AB-ECF0C083CAC7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0" creationId="{715C4ABB-D6B9-2852-566F-F5DF3A70B19E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1" creationId="{84BADBF4-6670-703D-851A-32E957E039A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2" creationId="{4AC14EEF-9548-296E-8A6C-E6D10A1EF8C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3" creationId="{17B06C0D-B020-086D-C199-445CD6F9AD7E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5" creationId="{305E39C8-3B8B-3A95-F1F7-0539B8A00F3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6" creationId="{B9DC4884-CC63-D611-D3E9-72B074106657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7" creationId="{B9445071-0EC0-9229-3BBB-9A285FD8C1F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88" creationId="{5BC66941-955C-3BD2-FF63-5E970E58A127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0" creationId="{E7BF43A9-A508-26DF-E8F5-F1A98C0A76DC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1" creationId="{DDBEF2FA-2627-5B52-B74D-733B7179B580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2" creationId="{CDE4E6CF-B68D-5C9E-E786-E580B32DC617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3" creationId="{C602CBE4-AD14-E736-99D6-53981D0B1FEF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5" creationId="{FA30A4AC-279D-8050-EBAD-E8D5888040C2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6" creationId="{6168FB00-3E46-8989-2FB1-E3D126F27935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7" creationId="{B572B603-C407-0746-64AE-7A1EC7FC31A7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598" creationId="{086BD0E9-3A82-63E2-BA47-C5C9F2C60ACD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0" creationId="{1D91C590-671B-5E90-A784-613CE9B9E10D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1" creationId="{63C66035-8C34-69F8-8800-A8CF554DD449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2" creationId="{B1DBC615-B076-D7C8-4AA1-6271B420C25F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3" creationId="{55E99347-5A2E-7402-80D2-C1A755481D3C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5" creationId="{84EBC189-9171-F5B1-1A69-6F83EB999FAA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6" creationId="{F1F0FB94-C406-54A7-D736-202194F54A2A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7" creationId="{00796D33-F0AB-9B93-C8AB-2E46EB5858D0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08" creationId="{A6D10D67-52DD-E854-7B66-3B5E9E2E9FF3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10" creationId="{40ECDC39-7152-4B3C-D0F9-59E3CBFD3E1E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11" creationId="{E836EEB4-E2FD-97E5-6DE4-5CE5625FFCCC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12" creationId="{CABC48F1-0B9F-1E2D-B7BA-2019D0B04DAE}"/>
          </ac:spMkLst>
        </pc:spChg>
        <pc:spChg chg="mod">
          <ac:chgData name="Gareth Thomson | Football Queensland" userId="45505d28-f665-4546-80c4-7c2d16b5a302" providerId="ADAL" clId="{6E62CCBA-FA13-44CB-B563-9C9C9308AD93}" dt="2024-11-09T22:11:30.789" v="10662"/>
          <ac:spMkLst>
            <pc:docMk/>
            <pc:sldMk cId="1430297798" sldId="1161"/>
            <ac:spMk id="613" creationId="{52EFC1E7-A7A9-9A81-D4D2-B4613D1D0CBB}"/>
          </ac:spMkLst>
        </pc:spChg>
        <pc:spChg chg="add mod">
          <ac:chgData name="Gareth Thomson | Football Queensland" userId="45505d28-f665-4546-80c4-7c2d16b5a302" providerId="ADAL" clId="{6E62CCBA-FA13-44CB-B563-9C9C9308AD93}" dt="2024-11-09T22:12:02.573" v="10672" actId="1038"/>
          <ac:spMkLst>
            <pc:docMk/>
            <pc:sldMk cId="1430297798" sldId="1161"/>
            <ac:spMk id="614" creationId="{83A305EF-1A5D-AB77-A28F-DE96C939F6F3}"/>
          </ac:spMkLst>
        </pc:spChg>
        <pc:spChg chg="mod">
          <ac:chgData name="Gareth Thomson | Football Queensland" userId="45505d28-f665-4546-80c4-7c2d16b5a302" providerId="ADAL" clId="{6E62CCBA-FA13-44CB-B563-9C9C9308AD93}" dt="2024-11-09T22:12:15.079" v="10673"/>
          <ac:spMkLst>
            <pc:docMk/>
            <pc:sldMk cId="1430297798" sldId="1161"/>
            <ac:spMk id="618" creationId="{393E550C-BB42-399E-D690-D9A3389E406A}"/>
          </ac:spMkLst>
        </pc:spChg>
        <pc:spChg chg="mod">
          <ac:chgData name="Gareth Thomson | Football Queensland" userId="45505d28-f665-4546-80c4-7c2d16b5a302" providerId="ADAL" clId="{6E62CCBA-FA13-44CB-B563-9C9C9308AD93}" dt="2024-11-09T22:12:15.079" v="10673"/>
          <ac:spMkLst>
            <pc:docMk/>
            <pc:sldMk cId="1430297798" sldId="1161"/>
            <ac:spMk id="619" creationId="{FDA66C6B-839E-F880-F3E6-EF21B19E10D5}"/>
          </ac:spMkLst>
        </pc:spChg>
        <pc:spChg chg="mod">
          <ac:chgData name="Gareth Thomson | Football Queensland" userId="45505d28-f665-4546-80c4-7c2d16b5a302" providerId="ADAL" clId="{6E62CCBA-FA13-44CB-B563-9C9C9308AD93}" dt="2024-11-12T23:57:26.348" v="11385" actId="207"/>
          <ac:spMkLst>
            <pc:docMk/>
            <pc:sldMk cId="1430297798" sldId="1161"/>
            <ac:spMk id="620" creationId="{D08F009B-C802-909B-635D-9D5F607BEF1A}"/>
          </ac:spMkLst>
        </pc:spChg>
        <pc:spChg chg="mod">
          <ac:chgData name="Gareth Thomson | Football Queensland" userId="45505d28-f665-4546-80c4-7c2d16b5a302" providerId="ADAL" clId="{6E62CCBA-FA13-44CB-B563-9C9C9308AD93}" dt="2024-11-12T23:57:38.122" v="11387" actId="207"/>
          <ac:spMkLst>
            <pc:docMk/>
            <pc:sldMk cId="1430297798" sldId="1161"/>
            <ac:spMk id="621" creationId="{E94EB73C-DA15-A34C-3931-4C676CD2B8FF}"/>
          </ac:spMkLst>
        </pc:spChg>
        <pc:spChg chg="mod">
          <ac:chgData name="Gareth Thomson | Football Queensland" userId="45505d28-f665-4546-80c4-7c2d16b5a302" providerId="ADAL" clId="{6E62CCBA-FA13-44CB-B563-9C9C9308AD93}" dt="2024-11-09T22:12:15.079" v="10673"/>
          <ac:spMkLst>
            <pc:docMk/>
            <pc:sldMk cId="1430297798" sldId="1161"/>
            <ac:spMk id="623" creationId="{3C08D651-2C4E-90BE-E494-0D110C4CC175}"/>
          </ac:spMkLst>
        </pc:spChg>
        <pc:spChg chg="mod">
          <ac:chgData name="Gareth Thomson | Football Queensland" userId="45505d28-f665-4546-80c4-7c2d16b5a302" providerId="ADAL" clId="{6E62CCBA-FA13-44CB-B563-9C9C9308AD93}" dt="2024-11-09T22:12:15.079" v="10673"/>
          <ac:spMkLst>
            <pc:docMk/>
            <pc:sldMk cId="1430297798" sldId="1161"/>
            <ac:spMk id="624" creationId="{63CCD70F-13FA-5A9C-8DE8-1825B653326C}"/>
          </ac:spMkLst>
        </pc:spChg>
        <pc:spChg chg="mod">
          <ac:chgData name="Gareth Thomson | Football Queensland" userId="45505d28-f665-4546-80c4-7c2d16b5a302" providerId="ADAL" clId="{6E62CCBA-FA13-44CB-B563-9C9C9308AD93}" dt="2024-11-12T23:57:18.467" v="11383" actId="207"/>
          <ac:spMkLst>
            <pc:docMk/>
            <pc:sldMk cId="1430297798" sldId="1161"/>
            <ac:spMk id="625" creationId="{79E715E4-C339-73F0-EEAA-5BA45A80072A}"/>
          </ac:spMkLst>
        </pc:spChg>
        <pc:spChg chg="mod">
          <ac:chgData name="Gareth Thomson | Football Queensland" userId="45505d28-f665-4546-80c4-7c2d16b5a302" providerId="ADAL" clId="{6E62CCBA-FA13-44CB-B563-9C9C9308AD93}" dt="2024-11-12T23:57:21.090" v="11384" actId="207"/>
          <ac:spMkLst>
            <pc:docMk/>
            <pc:sldMk cId="1430297798" sldId="1161"/>
            <ac:spMk id="626" creationId="{1E402A1E-8C63-C054-FC26-2F2E371774C3}"/>
          </ac:spMkLst>
        </pc:spChg>
        <pc:spChg chg="mod">
          <ac:chgData name="Gareth Thomson | Football Queensland" userId="45505d28-f665-4546-80c4-7c2d16b5a302" providerId="ADAL" clId="{6E62CCBA-FA13-44CB-B563-9C9C9308AD93}" dt="2024-11-09T22:12:56.814" v="10691"/>
          <ac:spMkLst>
            <pc:docMk/>
            <pc:sldMk cId="1430297798" sldId="1161"/>
            <ac:spMk id="629" creationId="{03D83A7C-DE25-A497-AD75-42603EC3F0E0}"/>
          </ac:spMkLst>
        </pc:spChg>
        <pc:spChg chg="mod">
          <ac:chgData name="Gareth Thomson | Football Queensland" userId="45505d28-f665-4546-80c4-7c2d16b5a302" providerId="ADAL" clId="{6E62CCBA-FA13-44CB-B563-9C9C9308AD93}" dt="2024-11-09T22:12:56.814" v="10691"/>
          <ac:spMkLst>
            <pc:docMk/>
            <pc:sldMk cId="1430297798" sldId="1161"/>
            <ac:spMk id="630" creationId="{9DD373DA-A087-6F47-6B3D-2A30A17859D7}"/>
          </ac:spMkLst>
        </pc:spChg>
        <pc:spChg chg="mod">
          <ac:chgData name="Gareth Thomson | Football Queensland" userId="45505d28-f665-4546-80c4-7c2d16b5a302" providerId="ADAL" clId="{6E62CCBA-FA13-44CB-B563-9C9C9308AD93}" dt="2024-11-09T22:12:56.814" v="10691"/>
          <ac:spMkLst>
            <pc:docMk/>
            <pc:sldMk cId="1430297798" sldId="1161"/>
            <ac:spMk id="631" creationId="{89CD6612-6975-2EE3-6E7C-F244A772ED8A}"/>
          </ac:spMkLst>
        </pc:spChg>
        <pc:spChg chg="mod">
          <ac:chgData name="Gareth Thomson | Football Queensland" userId="45505d28-f665-4546-80c4-7c2d16b5a302" providerId="ADAL" clId="{6E62CCBA-FA13-44CB-B563-9C9C9308AD93}" dt="2024-11-09T22:12:56.814" v="10691"/>
          <ac:spMkLst>
            <pc:docMk/>
            <pc:sldMk cId="1430297798" sldId="1161"/>
            <ac:spMk id="632" creationId="{73FD9961-C0EB-776A-8A56-17497240C393}"/>
          </ac:spMkLst>
        </pc:spChg>
        <pc:spChg chg="mod">
          <ac:chgData name="Gareth Thomson | Football Queensland" userId="45505d28-f665-4546-80c4-7c2d16b5a302" providerId="ADAL" clId="{6E62CCBA-FA13-44CB-B563-9C9C9308AD93}" dt="2024-11-09T22:13:22" v="10699"/>
          <ac:spMkLst>
            <pc:docMk/>
            <pc:sldMk cId="1430297798" sldId="1161"/>
            <ac:spMk id="634" creationId="{A1FF0783-D57D-6806-6780-407A8AD288C1}"/>
          </ac:spMkLst>
        </pc:spChg>
        <pc:spChg chg="mod">
          <ac:chgData name="Gareth Thomson | Football Queensland" userId="45505d28-f665-4546-80c4-7c2d16b5a302" providerId="ADAL" clId="{6E62CCBA-FA13-44CB-B563-9C9C9308AD93}" dt="2024-11-09T22:13:22" v="10699"/>
          <ac:spMkLst>
            <pc:docMk/>
            <pc:sldMk cId="1430297798" sldId="1161"/>
            <ac:spMk id="635" creationId="{A0C43710-0DAE-E6C3-96CA-8BC94D4B82C0}"/>
          </ac:spMkLst>
        </pc:spChg>
        <pc:spChg chg="mod">
          <ac:chgData name="Gareth Thomson | Football Queensland" userId="45505d28-f665-4546-80c4-7c2d16b5a302" providerId="ADAL" clId="{6E62CCBA-FA13-44CB-B563-9C9C9308AD93}" dt="2024-11-09T22:13:22" v="10699"/>
          <ac:spMkLst>
            <pc:docMk/>
            <pc:sldMk cId="1430297798" sldId="1161"/>
            <ac:spMk id="636" creationId="{0B82F07B-DF62-67A9-F73A-D799AD37891E}"/>
          </ac:spMkLst>
        </pc:spChg>
        <pc:spChg chg="mod">
          <ac:chgData name="Gareth Thomson | Football Queensland" userId="45505d28-f665-4546-80c4-7c2d16b5a302" providerId="ADAL" clId="{6E62CCBA-FA13-44CB-B563-9C9C9308AD93}" dt="2024-11-09T22:13:22" v="10699"/>
          <ac:spMkLst>
            <pc:docMk/>
            <pc:sldMk cId="1430297798" sldId="1161"/>
            <ac:spMk id="637" creationId="{1F43BC0C-EF0B-B5FB-5C1E-1E6340EA8F13}"/>
          </ac:spMkLst>
        </pc:spChg>
        <pc:spChg chg="mod">
          <ac:chgData name="Gareth Thomson | Football Queensland" userId="45505d28-f665-4546-80c4-7c2d16b5a302" providerId="ADAL" clId="{6E62CCBA-FA13-44CB-B563-9C9C9308AD93}" dt="2024-11-09T22:13:24.661" v="10701"/>
          <ac:spMkLst>
            <pc:docMk/>
            <pc:sldMk cId="1430297798" sldId="1161"/>
            <ac:spMk id="639" creationId="{71DE0F28-BA3D-AF83-553B-25140B889AD9}"/>
          </ac:spMkLst>
        </pc:spChg>
        <pc:spChg chg="mod">
          <ac:chgData name="Gareth Thomson | Football Queensland" userId="45505d28-f665-4546-80c4-7c2d16b5a302" providerId="ADAL" clId="{6E62CCBA-FA13-44CB-B563-9C9C9308AD93}" dt="2024-11-09T22:13:24.661" v="10701"/>
          <ac:spMkLst>
            <pc:docMk/>
            <pc:sldMk cId="1430297798" sldId="1161"/>
            <ac:spMk id="640" creationId="{C1C1B06B-AC75-B5D3-2431-F2A4C44F58AF}"/>
          </ac:spMkLst>
        </pc:spChg>
        <pc:spChg chg="mod">
          <ac:chgData name="Gareth Thomson | Football Queensland" userId="45505d28-f665-4546-80c4-7c2d16b5a302" providerId="ADAL" clId="{6E62CCBA-FA13-44CB-B563-9C9C9308AD93}" dt="2024-11-09T22:13:24.661" v="10701"/>
          <ac:spMkLst>
            <pc:docMk/>
            <pc:sldMk cId="1430297798" sldId="1161"/>
            <ac:spMk id="641" creationId="{53916A51-DA5C-6CA6-5AC7-62F296FF6A95}"/>
          </ac:spMkLst>
        </pc:spChg>
        <pc:spChg chg="mod">
          <ac:chgData name="Gareth Thomson | Football Queensland" userId="45505d28-f665-4546-80c4-7c2d16b5a302" providerId="ADAL" clId="{6E62CCBA-FA13-44CB-B563-9C9C9308AD93}" dt="2024-11-09T22:13:24.661" v="10701"/>
          <ac:spMkLst>
            <pc:docMk/>
            <pc:sldMk cId="1430297798" sldId="1161"/>
            <ac:spMk id="642" creationId="{370150FF-B5C6-3431-87E9-EF76862E339B}"/>
          </ac:spMkLst>
        </pc:spChg>
        <pc:spChg chg="mod">
          <ac:chgData name="Gareth Thomson | Football Queensland" userId="45505d28-f665-4546-80c4-7c2d16b5a302" providerId="ADAL" clId="{6E62CCBA-FA13-44CB-B563-9C9C9308AD93}" dt="2024-11-09T22:13:36.219" v="10705"/>
          <ac:spMkLst>
            <pc:docMk/>
            <pc:sldMk cId="1430297798" sldId="1161"/>
            <ac:spMk id="644" creationId="{6B45E68A-14CA-CCED-7702-B98E860CB26A}"/>
          </ac:spMkLst>
        </pc:spChg>
        <pc:spChg chg="mod">
          <ac:chgData name="Gareth Thomson | Football Queensland" userId="45505d28-f665-4546-80c4-7c2d16b5a302" providerId="ADAL" clId="{6E62CCBA-FA13-44CB-B563-9C9C9308AD93}" dt="2024-11-09T22:13:36.219" v="10705"/>
          <ac:spMkLst>
            <pc:docMk/>
            <pc:sldMk cId="1430297798" sldId="1161"/>
            <ac:spMk id="645" creationId="{DC437D7C-678C-C21A-0D26-887AE102D3D5}"/>
          </ac:spMkLst>
        </pc:spChg>
        <pc:spChg chg="mod">
          <ac:chgData name="Gareth Thomson | Football Queensland" userId="45505d28-f665-4546-80c4-7c2d16b5a302" providerId="ADAL" clId="{6E62CCBA-FA13-44CB-B563-9C9C9308AD93}" dt="2024-11-09T22:13:36.219" v="10705"/>
          <ac:spMkLst>
            <pc:docMk/>
            <pc:sldMk cId="1430297798" sldId="1161"/>
            <ac:spMk id="646" creationId="{2002BD94-A245-0D44-F9AA-F432444173B1}"/>
          </ac:spMkLst>
        </pc:spChg>
        <pc:spChg chg="mod">
          <ac:chgData name="Gareth Thomson | Football Queensland" userId="45505d28-f665-4546-80c4-7c2d16b5a302" providerId="ADAL" clId="{6E62CCBA-FA13-44CB-B563-9C9C9308AD93}" dt="2024-11-09T22:13:36.219" v="10705"/>
          <ac:spMkLst>
            <pc:docMk/>
            <pc:sldMk cId="1430297798" sldId="1161"/>
            <ac:spMk id="647" creationId="{C1FAD125-8814-C7D2-5103-6210EDAB340B}"/>
          </ac:spMkLst>
        </pc:spChg>
        <pc:spChg chg="mod">
          <ac:chgData name="Gareth Thomson | Football Queensland" userId="45505d28-f665-4546-80c4-7c2d16b5a302" providerId="ADAL" clId="{6E62CCBA-FA13-44CB-B563-9C9C9308AD93}" dt="2024-11-09T22:13:38.686" v="10707"/>
          <ac:spMkLst>
            <pc:docMk/>
            <pc:sldMk cId="1430297798" sldId="1161"/>
            <ac:spMk id="649" creationId="{D68ADFBD-6C93-C4C8-5566-BA5839EC7E1F}"/>
          </ac:spMkLst>
        </pc:spChg>
        <pc:spChg chg="mod">
          <ac:chgData name="Gareth Thomson | Football Queensland" userId="45505d28-f665-4546-80c4-7c2d16b5a302" providerId="ADAL" clId="{6E62CCBA-FA13-44CB-B563-9C9C9308AD93}" dt="2024-11-09T22:13:38.686" v="10707"/>
          <ac:spMkLst>
            <pc:docMk/>
            <pc:sldMk cId="1430297798" sldId="1161"/>
            <ac:spMk id="650" creationId="{789F4D66-2E9E-1752-1795-82D5113D3129}"/>
          </ac:spMkLst>
        </pc:spChg>
        <pc:spChg chg="mod">
          <ac:chgData name="Gareth Thomson | Football Queensland" userId="45505d28-f665-4546-80c4-7c2d16b5a302" providerId="ADAL" clId="{6E62CCBA-FA13-44CB-B563-9C9C9308AD93}" dt="2024-11-09T22:13:38.686" v="10707"/>
          <ac:spMkLst>
            <pc:docMk/>
            <pc:sldMk cId="1430297798" sldId="1161"/>
            <ac:spMk id="651" creationId="{ECEBA3E1-5B85-24D4-D3A3-B591DD836DDB}"/>
          </ac:spMkLst>
        </pc:spChg>
        <pc:spChg chg="mod">
          <ac:chgData name="Gareth Thomson | Football Queensland" userId="45505d28-f665-4546-80c4-7c2d16b5a302" providerId="ADAL" clId="{6E62CCBA-FA13-44CB-B563-9C9C9308AD93}" dt="2024-11-09T22:13:38.686" v="10707"/>
          <ac:spMkLst>
            <pc:docMk/>
            <pc:sldMk cId="1430297798" sldId="1161"/>
            <ac:spMk id="652" creationId="{A964095C-139B-56B6-6B85-F34EA57EA261}"/>
          </ac:spMkLst>
        </pc:spChg>
        <pc:spChg chg="mod">
          <ac:chgData name="Gareth Thomson | Football Queensland" userId="45505d28-f665-4546-80c4-7c2d16b5a302" providerId="ADAL" clId="{6E62CCBA-FA13-44CB-B563-9C9C9308AD93}" dt="2024-11-09T22:13:44.442" v="10710"/>
          <ac:spMkLst>
            <pc:docMk/>
            <pc:sldMk cId="1430297798" sldId="1161"/>
            <ac:spMk id="654" creationId="{AF7F50BE-5358-488A-922F-059241C4EDAA}"/>
          </ac:spMkLst>
        </pc:spChg>
        <pc:spChg chg="mod">
          <ac:chgData name="Gareth Thomson | Football Queensland" userId="45505d28-f665-4546-80c4-7c2d16b5a302" providerId="ADAL" clId="{6E62CCBA-FA13-44CB-B563-9C9C9308AD93}" dt="2024-11-09T22:13:44.442" v="10710"/>
          <ac:spMkLst>
            <pc:docMk/>
            <pc:sldMk cId="1430297798" sldId="1161"/>
            <ac:spMk id="655" creationId="{9398FC78-847D-2BDA-0DC7-628C3D76F6FB}"/>
          </ac:spMkLst>
        </pc:spChg>
        <pc:spChg chg="mod">
          <ac:chgData name="Gareth Thomson | Football Queensland" userId="45505d28-f665-4546-80c4-7c2d16b5a302" providerId="ADAL" clId="{6E62CCBA-FA13-44CB-B563-9C9C9308AD93}" dt="2024-11-09T22:13:44.442" v="10710"/>
          <ac:spMkLst>
            <pc:docMk/>
            <pc:sldMk cId="1430297798" sldId="1161"/>
            <ac:spMk id="656" creationId="{6A2D14EA-0844-8873-C1B7-9601B286B0E4}"/>
          </ac:spMkLst>
        </pc:spChg>
        <pc:spChg chg="mod">
          <ac:chgData name="Gareth Thomson | Football Queensland" userId="45505d28-f665-4546-80c4-7c2d16b5a302" providerId="ADAL" clId="{6E62CCBA-FA13-44CB-B563-9C9C9308AD93}" dt="2024-11-09T22:13:44.442" v="10710"/>
          <ac:spMkLst>
            <pc:docMk/>
            <pc:sldMk cId="1430297798" sldId="1161"/>
            <ac:spMk id="657" creationId="{937BAF79-2894-BB78-EF7A-25062ABAFD31}"/>
          </ac:spMkLst>
        </pc:spChg>
        <pc:spChg chg="add mod ord">
          <ac:chgData name="Gareth Thomson | Football Queensland" userId="45505d28-f665-4546-80c4-7c2d16b5a302" providerId="ADAL" clId="{6E62CCBA-FA13-44CB-B563-9C9C9308AD93}" dt="2024-11-13T00:11:16.776" v="11700" actId="166"/>
          <ac:spMkLst>
            <pc:docMk/>
            <pc:sldMk cId="1430297798" sldId="1161"/>
            <ac:spMk id="658" creationId="{E2EB9E47-7867-FEE3-45BA-843112A186EF}"/>
          </ac:spMkLst>
        </pc:spChg>
        <pc:spChg chg="add mod">
          <ac:chgData name="Gareth Thomson | Football Queensland" userId="45505d28-f665-4546-80c4-7c2d16b5a302" providerId="ADAL" clId="{6E62CCBA-FA13-44CB-B563-9C9C9308AD93}" dt="2024-11-09T22:14:16.492" v="10717" actId="1076"/>
          <ac:spMkLst>
            <pc:docMk/>
            <pc:sldMk cId="1430297798" sldId="1161"/>
            <ac:spMk id="659" creationId="{5C650765-5BF4-AEFF-623E-5269FBA5470C}"/>
          </ac:spMkLst>
        </pc:spChg>
        <pc:spChg chg="add mod">
          <ac:chgData name="Gareth Thomson | Football Queensland" userId="45505d28-f665-4546-80c4-7c2d16b5a302" providerId="ADAL" clId="{6E62CCBA-FA13-44CB-B563-9C9C9308AD93}" dt="2024-11-09T22:16:11.420" v="10746" actId="1076"/>
          <ac:spMkLst>
            <pc:docMk/>
            <pc:sldMk cId="1430297798" sldId="1161"/>
            <ac:spMk id="660" creationId="{BA0B61AD-1698-4E6D-43C2-73CF1BD57685}"/>
          </ac:spMkLst>
        </pc:spChg>
        <pc:spChg chg="add mod">
          <ac:chgData name="Gareth Thomson | Football Queensland" userId="45505d28-f665-4546-80c4-7c2d16b5a302" providerId="ADAL" clId="{6E62CCBA-FA13-44CB-B563-9C9C9308AD93}" dt="2024-11-09T22:14:36.387" v="10725" actId="1076"/>
          <ac:spMkLst>
            <pc:docMk/>
            <pc:sldMk cId="1430297798" sldId="1161"/>
            <ac:spMk id="661" creationId="{5431535D-3A9E-C7F8-29DD-149180514852}"/>
          </ac:spMkLst>
        </pc:spChg>
        <pc:spChg chg="add mod">
          <ac:chgData name="Gareth Thomson | Football Queensland" userId="45505d28-f665-4546-80c4-7c2d16b5a302" providerId="ADAL" clId="{6E62CCBA-FA13-44CB-B563-9C9C9308AD93}" dt="2024-11-09T22:14:57.920" v="10731" actId="1076"/>
          <ac:spMkLst>
            <pc:docMk/>
            <pc:sldMk cId="1430297798" sldId="1161"/>
            <ac:spMk id="662" creationId="{ECD778C3-38DF-0789-0AE0-9301EDFA46E7}"/>
          </ac:spMkLst>
        </pc:spChg>
        <pc:spChg chg="add mod">
          <ac:chgData name="Gareth Thomson | Football Queensland" userId="45505d28-f665-4546-80c4-7c2d16b5a302" providerId="ADAL" clId="{6E62CCBA-FA13-44CB-B563-9C9C9308AD93}" dt="2024-11-09T22:14:57.920" v="10731" actId="1076"/>
          <ac:spMkLst>
            <pc:docMk/>
            <pc:sldMk cId="1430297798" sldId="1161"/>
            <ac:spMk id="663" creationId="{81DC1DF9-EFCB-3E6F-7279-7456C3B5B42D}"/>
          </ac:spMkLst>
        </pc:spChg>
        <pc:spChg chg="add mod">
          <ac:chgData name="Gareth Thomson | Football Queensland" userId="45505d28-f665-4546-80c4-7c2d16b5a302" providerId="ADAL" clId="{6E62CCBA-FA13-44CB-B563-9C9C9308AD93}" dt="2024-11-09T22:14:57.920" v="10731" actId="1076"/>
          <ac:spMkLst>
            <pc:docMk/>
            <pc:sldMk cId="1430297798" sldId="1161"/>
            <ac:spMk id="664" creationId="{152C015C-889A-A961-4F8D-BE421847B356}"/>
          </ac:spMkLst>
        </pc:spChg>
        <pc:spChg chg="add mod">
          <ac:chgData name="Gareth Thomson | Football Queensland" userId="45505d28-f665-4546-80c4-7c2d16b5a302" providerId="ADAL" clId="{6E62CCBA-FA13-44CB-B563-9C9C9308AD93}" dt="2024-11-09T22:15:08.966" v="10733" actId="1076"/>
          <ac:spMkLst>
            <pc:docMk/>
            <pc:sldMk cId="1430297798" sldId="1161"/>
            <ac:spMk id="665" creationId="{8A633FE1-D55C-BFB1-7F1C-AEED70E2949B}"/>
          </ac:spMkLst>
        </pc:spChg>
        <pc:spChg chg="add mod">
          <ac:chgData name="Gareth Thomson | Football Queensland" userId="45505d28-f665-4546-80c4-7c2d16b5a302" providerId="ADAL" clId="{6E62CCBA-FA13-44CB-B563-9C9C9308AD93}" dt="2024-11-09T22:15:08.966" v="10733" actId="1076"/>
          <ac:spMkLst>
            <pc:docMk/>
            <pc:sldMk cId="1430297798" sldId="1161"/>
            <ac:spMk id="666" creationId="{8FE3C439-70ED-2862-271C-79167CB505A6}"/>
          </ac:spMkLst>
        </pc:spChg>
        <pc:spChg chg="add mod">
          <ac:chgData name="Gareth Thomson | Football Queensland" userId="45505d28-f665-4546-80c4-7c2d16b5a302" providerId="ADAL" clId="{6E62CCBA-FA13-44CB-B563-9C9C9308AD93}" dt="2024-11-09T22:15:08.966" v="10733" actId="1076"/>
          <ac:spMkLst>
            <pc:docMk/>
            <pc:sldMk cId="1430297798" sldId="1161"/>
            <ac:spMk id="667" creationId="{606EE23B-0A27-76DA-E7D8-EF3D6571665F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15:25.685" v="10736" actId="478"/>
          <ac:spMkLst>
            <pc:docMk/>
            <pc:sldMk cId="1430297798" sldId="1161"/>
            <ac:spMk id="668" creationId="{D1ECC696-363D-4E29-6FC8-8A010F097830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15:25.685" v="10736" actId="478"/>
          <ac:spMkLst>
            <pc:docMk/>
            <pc:sldMk cId="1430297798" sldId="1161"/>
            <ac:spMk id="669" creationId="{D6BFFDB4-2069-CF45-66CD-A604AA5BF845}"/>
          </ac:spMkLst>
        </pc:spChg>
        <pc:spChg chg="add del mod">
          <ac:chgData name="Gareth Thomson | Football Queensland" userId="45505d28-f665-4546-80c4-7c2d16b5a302" providerId="ADAL" clId="{6E62CCBA-FA13-44CB-B563-9C9C9308AD93}" dt="2024-11-09T22:15:25.685" v="10736" actId="478"/>
          <ac:spMkLst>
            <pc:docMk/>
            <pc:sldMk cId="1430297798" sldId="1161"/>
            <ac:spMk id="670" creationId="{EA44E77C-B7DB-8464-A5D8-3B81E55CD3DD}"/>
          </ac:spMkLst>
        </pc:spChg>
        <pc:spChg chg="add mod">
          <ac:chgData name="Gareth Thomson | Football Queensland" userId="45505d28-f665-4546-80c4-7c2d16b5a302" providerId="ADAL" clId="{6E62CCBA-FA13-44CB-B563-9C9C9308AD93}" dt="2024-11-09T22:25:41.590" v="10824" actId="692"/>
          <ac:spMkLst>
            <pc:docMk/>
            <pc:sldMk cId="1430297798" sldId="1161"/>
            <ac:spMk id="671" creationId="{C0E3504F-40FE-E856-A91D-DA80688DD1E2}"/>
          </ac:spMkLst>
        </pc:spChg>
        <pc:spChg chg="add mod">
          <ac:chgData name="Gareth Thomson | Football Queensland" userId="45505d28-f665-4546-80c4-7c2d16b5a302" providerId="ADAL" clId="{6E62CCBA-FA13-44CB-B563-9C9C9308AD93}" dt="2024-11-13T00:10:51.362" v="11692" actId="1076"/>
          <ac:spMkLst>
            <pc:docMk/>
            <pc:sldMk cId="1430297798" sldId="1161"/>
            <ac:spMk id="672" creationId="{3E06D5A0-313F-CAC3-2E35-D24D11EE12A3}"/>
          </ac:spMkLst>
        </pc:spChg>
        <pc:spChg chg="add mod">
          <ac:chgData name="Gareth Thomson | Football Queensland" userId="45505d28-f665-4546-80c4-7c2d16b5a302" providerId="ADAL" clId="{6E62CCBA-FA13-44CB-B563-9C9C9308AD93}" dt="2024-11-09T22:18:10.131" v="10770" actId="1076"/>
          <ac:spMkLst>
            <pc:docMk/>
            <pc:sldMk cId="1430297798" sldId="1161"/>
            <ac:spMk id="673" creationId="{A7E95165-0D31-BBFB-5ADB-CBBDD37ABFAA}"/>
          </ac:spMkLst>
        </pc:spChg>
        <pc:spChg chg="add mod">
          <ac:chgData name="Gareth Thomson | Football Queensland" userId="45505d28-f665-4546-80c4-7c2d16b5a302" providerId="ADAL" clId="{6E62CCBA-FA13-44CB-B563-9C9C9308AD93}" dt="2024-11-09T22:18:17.859" v="10773" actId="1076"/>
          <ac:spMkLst>
            <pc:docMk/>
            <pc:sldMk cId="1430297798" sldId="1161"/>
            <ac:spMk id="674" creationId="{DAA0B17E-A96A-4496-FEFF-D54BD25D7AAB}"/>
          </ac:spMkLst>
        </pc:spChg>
        <pc:spChg chg="add mod">
          <ac:chgData name="Gareth Thomson | Football Queensland" userId="45505d28-f665-4546-80c4-7c2d16b5a302" providerId="ADAL" clId="{6E62CCBA-FA13-44CB-B563-9C9C9308AD93}" dt="2024-11-09T22:25:57.266" v="10830" actId="14100"/>
          <ac:spMkLst>
            <pc:docMk/>
            <pc:sldMk cId="1430297798" sldId="1161"/>
            <ac:spMk id="687" creationId="{BA021999-E39C-EA0B-A71E-799BF5A8B57E}"/>
          </ac:spMkLst>
        </pc:spChg>
        <pc:spChg chg="add mod">
          <ac:chgData name="Gareth Thomson | Football Queensland" userId="45505d28-f665-4546-80c4-7c2d16b5a302" providerId="ADAL" clId="{6E62CCBA-FA13-44CB-B563-9C9C9308AD93}" dt="2024-11-09T22:28:52.654" v="10867" actId="1076"/>
          <ac:spMkLst>
            <pc:docMk/>
            <pc:sldMk cId="1430297798" sldId="1161"/>
            <ac:spMk id="688" creationId="{D3EACC63-A9EB-7DE6-46AD-1143687CD62C}"/>
          </ac:spMkLst>
        </pc:s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29" creationId="{8B0DDA67-B816-5969-F1AF-2A8C4FABF213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28:09.927" v="10854" actId="688"/>
          <ac:grpSpMkLst>
            <pc:docMk/>
            <pc:sldMk cId="1430297798" sldId="1161"/>
            <ac:grpSpMk id="66" creationId="{B5FBD422-2F3E-A8D3-AE91-36570CC4421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71" creationId="{51F1DFF3-B23F-77B2-9AAA-D1ED55889225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77" creationId="{16A81729-2B85-9876-7AFC-005E81B0F678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78" creationId="{ADC67811-6D1C-AC1C-CE07-4F77E4CB348B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85" creationId="{FEF5C6E0-8DCC-A5D7-BA45-D400CA490F71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89" creationId="{CD28B79E-E06C-47B8-E96D-134A2A94E634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28:11.793" v="10855" actId="1076"/>
          <ac:grpSpMkLst>
            <pc:docMk/>
            <pc:sldMk cId="1430297798" sldId="1161"/>
            <ac:grpSpMk id="95" creationId="{5839BE90-5771-B287-C736-1FC3088CDA04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136" creationId="{8876EF9C-3709-4890-DCF0-8F45D06C0A55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141" creationId="{3581E173-B040-5D1B-617D-76288258A485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147" creationId="{D5A0312A-286D-44D8-F8BD-171F903A8973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148" creationId="{12FCF70C-F0DF-E818-1CC6-8B5FB2420921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156" creationId="{2B83D5B3-6FDC-7062-9415-78F981886EE9}"/>
          </ac:grpSpMkLst>
        </pc:grpChg>
        <pc:grpChg chg="add mod">
          <ac:chgData name="Gareth Thomson | Football Queensland" userId="45505d28-f665-4546-80c4-7c2d16b5a302" providerId="ADAL" clId="{6E62CCBA-FA13-44CB-B563-9C9C9308AD93}" dt="2024-11-09T21:49:05.853" v="10540"/>
          <ac:grpSpMkLst>
            <pc:docMk/>
            <pc:sldMk cId="1430297798" sldId="1161"/>
            <ac:grpSpMk id="162" creationId="{A1C459CB-F049-3359-AF03-3F54C17E28B7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167" creationId="{67B54887-0F8F-CDE2-BAD5-DE4A00A9C614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183" creationId="{2984E0EB-DECF-5E11-EBD6-30F1676E9375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186" creationId="{2A223D20-F5B9-7260-62E7-3F3B53A7F00F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193" creationId="{4500C011-3E41-3F9F-450A-3D416C0A92D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01" creationId="{7A239F68-BF28-6237-9980-59A940611870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06" creationId="{85F40489-A168-41A0-91C4-C5CC60DB768E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11" creationId="{26396FA4-7CDC-C12A-4DC7-2A8D7D99A999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16" creationId="{B8C6EB82-06C2-73D9-9428-A0876B7EFFC3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24" creationId="{E3560230-35D5-6176-DD3F-4A42F2C52EAB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29" creationId="{92D888C0-C872-B8DD-7EBE-286B2BE751ED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237" creationId="{1CCAA071-06DF-6BE8-7BE3-9C89F93575BD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242" creationId="{4BBE9375-4C10-5772-D8A2-17AB3D5FDB1F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247" creationId="{AD7BD2BC-6D44-B55B-9BA0-DACC69073713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252" creationId="{2EF90839-7DF0-02F7-CB5E-5F3E14E53D56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8:37.189" v="10645"/>
          <ac:grpSpMkLst>
            <pc:docMk/>
            <pc:sldMk cId="1430297798" sldId="1161"/>
            <ac:grpSpMk id="324" creationId="{998012AD-4E18-A329-5694-64D41722C7A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09:03.186" v="10651" actId="1076"/>
          <ac:grpSpMkLst>
            <pc:docMk/>
            <pc:sldMk cId="1430297798" sldId="1161"/>
            <ac:grpSpMk id="330" creationId="{89E8CFBF-1458-F077-BB32-47397EA32D88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346" creationId="{8A920881-02EE-2E9D-62DE-6FC8FF6C01B6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58" creationId="{1C8F6322-DAE7-958B-5E64-7EF62E5CE059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63" creationId="{8576FEE7-C91A-8122-6AE3-481A3A4EADB1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75" creationId="{4019FF42-A99D-ECCC-2DCD-CE1E9FD3C2B5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80" creationId="{F63A193A-2E43-5F1B-4B14-7C6E7B609618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85" creationId="{64FB8DB3-6F67-21AE-E8D8-04A98510E2D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392" creationId="{DAE8377F-5EAF-AC2A-9249-246D08FCD49E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395" creationId="{F8F6CEA5-E6F3-E8CE-6C60-C8C0D0EEFA01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00" creationId="{7FBA0F33-39B7-A7D6-5450-304E22F9D812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05" creationId="{71F01747-A958-174E-FB0E-F42956B1C93A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412" creationId="{57F8C1C4-BF02-01EF-BB57-25E49C8CA296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26" creationId="{4388409D-C379-4957-C054-49FEBBEC2F38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31" creationId="{8DDA78DA-B136-80E1-7D5A-E603172DEFEA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38" creationId="{A3A3FF62-5DC7-16B8-F8D3-ACE8CED1BE97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43" creationId="{D0A0BEC4-79B3-2C12-4B93-9171AAB62F0E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48" creationId="{A6DCF776-F000-F56A-0F32-713C2F1902B9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53" creationId="{EE110EAA-B5B9-2734-B0EA-C3C2096F7C6E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58" creationId="{9687927E-F4E8-FEDB-E2C8-FFCAB7692C28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63" creationId="{3F39A89F-21C9-FF13-C18A-3DB4FFF7DE10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68" creationId="{B5B7DB52-50AD-48F6-4167-636A662E95BE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73" creationId="{A8F1D406-BCF2-404D-A64D-E48893E7B109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78" creationId="{2D5F6CFC-6975-134F-35BC-C2CAA4F6A2D5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483" creationId="{05C450CC-E198-25FF-9E33-8EEA1DD05AB2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495" creationId="{398CEFA7-31A2-570A-AAEE-7610CA7C1D85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503" creationId="{9C618DD7-C1AB-E374-57EF-E26D8F2AC696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510" creationId="{D74F6303-B546-6425-7FBA-6F6A11FF7098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522" creationId="{B63AB8F1-5C50-28E7-BEEC-3ACFCCA78B5B}"/>
          </ac:grpSpMkLst>
        </pc:grpChg>
        <pc:grpChg chg="del">
          <ac:chgData name="Gareth Thomson | Football Queensland" userId="45505d28-f665-4546-80c4-7c2d16b5a302" providerId="ADAL" clId="{6E62CCBA-FA13-44CB-B563-9C9C9308AD93}" dt="2024-11-09T21:39:37.845" v="10489" actId="478"/>
          <ac:grpSpMkLst>
            <pc:docMk/>
            <pc:sldMk cId="1430297798" sldId="1161"/>
            <ac:grpSpMk id="527" creationId="{4C7DDC16-2202-83BD-4FA8-3B6DB609ACDC}"/>
          </ac:grpSpMkLst>
        </pc:grpChg>
        <pc:grpChg chg="del">
          <ac:chgData name="Gareth Thomson | Football Queensland" userId="45505d28-f665-4546-80c4-7c2d16b5a302" providerId="ADAL" clId="{6E62CCBA-FA13-44CB-B563-9C9C9308AD93}" dt="2024-11-09T22:09:08.839" v="10653" actId="478"/>
          <ac:grpSpMkLst>
            <pc:docMk/>
            <pc:sldMk cId="1430297798" sldId="1161"/>
            <ac:grpSpMk id="532" creationId="{6769738E-EC97-DE31-B1BD-DA49304F63C1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539" creationId="{CF5D1415-A74A-79EE-114D-90B1B4920784}"/>
          </ac:grpSpMkLst>
        </pc:grpChg>
        <pc:grpChg chg="add del mod">
          <ac:chgData name="Gareth Thomson | Football Queensland" userId="45505d28-f665-4546-80c4-7c2d16b5a302" providerId="ADAL" clId="{6E62CCBA-FA13-44CB-B563-9C9C9308AD93}" dt="2024-11-09T22:09:28.073" v="10654" actId="478"/>
          <ac:grpSpMkLst>
            <pc:docMk/>
            <pc:sldMk cId="1430297798" sldId="1161"/>
            <ac:grpSpMk id="546" creationId="{898A2551-0C5F-F878-C3AB-7892EB8F1D65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6:11.420" v="10746" actId="1076"/>
          <ac:grpSpMkLst>
            <pc:docMk/>
            <pc:sldMk cId="1430297798" sldId="1161"/>
            <ac:grpSpMk id="553" creationId="{119F3432-974D-9F24-4AA5-11C06F434724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23:09.042" v="10788" actId="1076"/>
          <ac:grpSpMkLst>
            <pc:docMk/>
            <pc:sldMk cId="1430297798" sldId="1161"/>
            <ac:grpSpMk id="558" creationId="{78D71455-1435-EA32-BCA6-9B707978947B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64" creationId="{EBB12690-D16A-3764-47DF-4C92929B39E9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69" creationId="{EFBCE17F-2CE6-A4AF-5EC0-3A949A16F053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74" creationId="{C9D59711-4310-31E1-50E9-453B10162828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79" creationId="{8D6070F8-B085-CECB-D655-36C80ADB8F04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84" creationId="{5CF23066-8869-2ECC-E5D5-2EBEB64B7165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89" creationId="{009128AC-BC1E-7BD7-A2FC-EEB61F183DF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94" creationId="{88F47EC5-B2D1-544D-568B-19FBCADE1C76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599" creationId="{0EA53DBF-90F2-FC43-842D-0AA5825DF13C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604" creationId="{AA41F5C2-0477-B41C-2397-C22081A23CC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1:30.789" v="10662"/>
          <ac:grpSpMkLst>
            <pc:docMk/>
            <pc:sldMk cId="1430297798" sldId="1161"/>
            <ac:grpSpMk id="609" creationId="{B7F95CB0-0E34-2697-95DF-976FD4BAF3B7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2:24.779" v="10674" actId="1076"/>
          <ac:grpSpMkLst>
            <pc:docMk/>
            <pc:sldMk cId="1430297798" sldId="1161"/>
            <ac:grpSpMk id="617" creationId="{EC4C995D-614B-6A96-A169-54C1C17802CC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3:48.401" v="10712" actId="1076"/>
          <ac:grpSpMkLst>
            <pc:docMk/>
            <pc:sldMk cId="1430297798" sldId="1161"/>
            <ac:grpSpMk id="622" creationId="{6B50926C-1455-8487-B96A-F8E54A9F676A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23:23.820" v="10795" actId="1036"/>
          <ac:grpSpMkLst>
            <pc:docMk/>
            <pc:sldMk cId="1430297798" sldId="1161"/>
            <ac:grpSpMk id="628" creationId="{C8C739D7-8427-ED1D-D105-32847747CB31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4:30.760" v="10723" actId="688"/>
          <ac:grpSpMkLst>
            <pc:docMk/>
            <pc:sldMk cId="1430297798" sldId="1161"/>
            <ac:grpSpMk id="633" creationId="{A6B686E9-D2AE-EAC6-AC86-E3A82199AB65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00:50.899" v="11685" actId="1076"/>
          <ac:grpSpMkLst>
            <pc:docMk/>
            <pc:sldMk cId="1430297798" sldId="1161"/>
            <ac:grpSpMk id="638" creationId="{1385E745-5683-87BF-351E-F41F210BF001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00:49.051" v="11684" actId="1076"/>
          <ac:grpSpMkLst>
            <pc:docMk/>
            <pc:sldMk cId="1430297798" sldId="1161"/>
            <ac:grpSpMk id="643" creationId="{14EE096E-DEA4-08A5-14D5-C82DFA3A87A1}"/>
          </ac:grpSpMkLst>
        </pc:grpChg>
        <pc:grpChg chg="add mod ord">
          <ac:chgData name="Gareth Thomson | Football Queensland" userId="45505d28-f665-4546-80c4-7c2d16b5a302" providerId="ADAL" clId="{6E62CCBA-FA13-44CB-B563-9C9C9308AD93}" dt="2024-11-13T00:11:08.636" v="11698" actId="166"/>
          <ac:grpSpMkLst>
            <pc:docMk/>
            <pc:sldMk cId="1430297798" sldId="1161"/>
            <ac:grpSpMk id="648" creationId="{92CF5F16-40A6-9DB9-7FEF-53DE42ED2CC8}"/>
          </ac:grpSpMkLst>
        </pc:grpChg>
        <pc:grpChg chg="add mod">
          <ac:chgData name="Gareth Thomson | Football Queensland" userId="45505d28-f665-4546-80c4-7c2d16b5a302" providerId="ADAL" clId="{6E62CCBA-FA13-44CB-B563-9C9C9308AD93}" dt="2024-11-09T22:13:46.142" v="10711" actId="1076"/>
          <ac:grpSpMkLst>
            <pc:docMk/>
            <pc:sldMk cId="1430297798" sldId="1161"/>
            <ac:grpSpMk id="653" creationId="{55A8DBF5-B8D8-A810-C1C7-913F554E01B1}"/>
          </ac:grpSpMkLst>
        </pc:grpChg>
        <pc:picChg chg="add del mod">
          <ac:chgData name="Gareth Thomson | Football Queensland" userId="45505d28-f665-4546-80c4-7c2d16b5a302" providerId="ADAL" clId="{6E62CCBA-FA13-44CB-B563-9C9C9308AD93}" dt="2024-11-09T22:11:09.143" v="10660" actId="478"/>
          <ac:picMkLst>
            <pc:docMk/>
            <pc:sldMk cId="1430297798" sldId="1161"/>
            <ac:picMk id="5" creationId="{B3651E71-6103-54DD-9975-C0FD72CD53E8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09.143" v="10660" actId="478"/>
          <ac:picMkLst>
            <pc:docMk/>
            <pc:sldMk cId="1430297798" sldId="1161"/>
            <ac:picMk id="10" creationId="{F24518B6-AF2A-03E4-F380-77F355036D0D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09.143" v="10660" actId="478"/>
          <ac:picMkLst>
            <pc:docMk/>
            <pc:sldMk cId="1430297798" sldId="1161"/>
            <ac:picMk id="11" creationId="{E12C54AE-6513-4F18-33FB-64541F374903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09.143" v="10660" actId="478"/>
          <ac:picMkLst>
            <pc:docMk/>
            <pc:sldMk cId="1430297798" sldId="1161"/>
            <ac:picMk id="12" creationId="{16525238-5E0F-8E23-D3A2-3E2361401450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7:33.647" v="10639" actId="1076"/>
          <ac:picMkLst>
            <pc:docMk/>
            <pc:sldMk cId="1430297798" sldId="1161"/>
            <ac:picMk id="21" creationId="{6B2AAF41-7454-24DA-FE18-3B16F5EEF117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23.412" v="10642" actId="1036"/>
          <ac:picMkLst>
            <pc:docMk/>
            <pc:sldMk cId="1430297798" sldId="1161"/>
            <ac:picMk id="22" creationId="{6007CF67-F4E5-FDF9-3256-C9FF34645998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25.650" v="10644" actId="1036"/>
          <ac:picMkLst>
            <pc:docMk/>
            <pc:sldMk cId="1430297798" sldId="1161"/>
            <ac:picMk id="23" creationId="{646AF541-2FD2-AE01-82ED-B430541409D8}"/>
          </ac:picMkLst>
        </pc:picChg>
        <pc:picChg chg="add mod">
          <ac:chgData name="Gareth Thomson | Football Queensland" userId="45505d28-f665-4546-80c4-7c2d16b5a302" providerId="ADAL" clId="{6E62CCBA-FA13-44CB-B563-9C9C9308AD93}" dt="2024-11-09T21:49:09.293" v="10549" actId="1036"/>
          <ac:picMkLst>
            <pc:docMk/>
            <pc:sldMk cId="1430297798" sldId="1161"/>
            <ac:picMk id="24" creationId="{949F4F89-335B-D9D9-617B-13524F80110A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37.189" v="10645"/>
          <ac:picMkLst>
            <pc:docMk/>
            <pc:sldMk cId="1430297798" sldId="1161"/>
            <ac:picMk id="175" creationId="{FF051E96-DBB9-AC48-1799-E1C3B0267915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37.189" v="10645"/>
          <ac:picMkLst>
            <pc:docMk/>
            <pc:sldMk cId="1430297798" sldId="1161"/>
            <ac:picMk id="176" creationId="{290BD4C7-9693-7637-0FB5-4D2FDDAE7A8B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37.189" v="10645"/>
          <ac:picMkLst>
            <pc:docMk/>
            <pc:sldMk cId="1430297798" sldId="1161"/>
            <ac:picMk id="177" creationId="{CD68F3FD-8B44-E756-98A8-90DB8F85F861}"/>
          </ac:picMkLst>
        </pc:picChg>
        <pc:picChg chg="add mod">
          <ac:chgData name="Gareth Thomson | Football Queensland" userId="45505d28-f665-4546-80c4-7c2d16b5a302" providerId="ADAL" clId="{6E62CCBA-FA13-44CB-B563-9C9C9308AD93}" dt="2024-11-09T22:08:37.189" v="10645"/>
          <ac:picMkLst>
            <pc:docMk/>
            <pc:sldMk cId="1430297798" sldId="1161"/>
            <ac:picMk id="178" creationId="{6C34E840-638F-ED26-D3D9-D9A2F8B912C3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240" creationId="{D8625EEE-F343-C1E1-578B-46EA7C6A64E9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241" creationId="{225AFD2C-E845-3A60-1B6A-5B964DA7F98A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36.688" v="10663" actId="478"/>
          <ac:picMkLst>
            <pc:docMk/>
            <pc:sldMk cId="1430297798" sldId="1161"/>
            <ac:picMk id="338" creationId="{ECA162B7-C880-B8D3-9129-C27692104791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36.688" v="10663" actId="478"/>
          <ac:picMkLst>
            <pc:docMk/>
            <pc:sldMk cId="1430297798" sldId="1161"/>
            <ac:picMk id="339" creationId="{0B2E3B6D-23E4-FC03-1B89-17EBF4BCB738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36.688" v="10663" actId="478"/>
          <ac:picMkLst>
            <pc:docMk/>
            <pc:sldMk cId="1430297798" sldId="1161"/>
            <ac:picMk id="340" creationId="{ED6687B0-F144-C5F8-BC38-686F7058BF92}"/>
          </ac:picMkLst>
        </pc:picChg>
        <pc:picChg chg="add del mod">
          <ac:chgData name="Gareth Thomson | Football Queensland" userId="45505d28-f665-4546-80c4-7c2d16b5a302" providerId="ADAL" clId="{6E62CCBA-FA13-44CB-B563-9C9C9308AD93}" dt="2024-11-09T22:11:36.688" v="10663" actId="478"/>
          <ac:picMkLst>
            <pc:docMk/>
            <pc:sldMk cId="1430297798" sldId="1161"/>
            <ac:picMk id="341" creationId="{DFC3F7BF-D6E8-ED8B-13E6-D40C18EA77AD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513" creationId="{59B245DD-4CD6-3E1D-1E29-7C096589B6F1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514" creationId="{A9991AEE-B7CC-9823-3001-61A33BF36E9D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515" creationId="{D15FD8F8-DD48-F0C1-FEB9-F9AB77F522BC}"/>
          </ac:picMkLst>
        </pc:picChg>
        <pc:picChg chg="del">
          <ac:chgData name="Gareth Thomson | Football Queensland" userId="45505d28-f665-4546-80c4-7c2d16b5a302" providerId="ADAL" clId="{6E62CCBA-FA13-44CB-B563-9C9C9308AD93}" dt="2024-11-09T21:39:37.845" v="10489" actId="478"/>
          <ac:picMkLst>
            <pc:docMk/>
            <pc:sldMk cId="1430297798" sldId="1161"/>
            <ac:picMk id="516" creationId="{61C8C887-0DC9-5552-8D2A-9D7E3F009499}"/>
          </ac:picMkLst>
        </pc:picChg>
        <pc:picChg chg="add mod">
          <ac:chgData name="Gareth Thomson | Football Queensland" userId="45505d28-f665-4546-80c4-7c2d16b5a302" providerId="ADAL" clId="{6E62CCBA-FA13-44CB-B563-9C9C9308AD93}" dt="2024-11-09T22:11:30.789" v="10662"/>
          <ac:picMkLst>
            <pc:docMk/>
            <pc:sldMk cId="1430297798" sldId="1161"/>
            <ac:picMk id="563" creationId="{9689AF42-F94C-441C-D447-B51F323E625D}"/>
          </ac:picMkLst>
        </pc:picChg>
        <pc:picChg chg="add mod">
          <ac:chgData name="Gareth Thomson | Football Queensland" userId="45505d28-f665-4546-80c4-7c2d16b5a302" providerId="ADAL" clId="{6E62CCBA-FA13-44CB-B563-9C9C9308AD93}" dt="2024-11-09T22:11:56.372" v="10668" actId="1076"/>
          <ac:picMkLst>
            <pc:docMk/>
            <pc:sldMk cId="1430297798" sldId="1161"/>
            <ac:picMk id="615" creationId="{38B2D001-47AA-7ACA-ADAB-B24667B6F274}"/>
          </ac:picMkLst>
        </pc:picChg>
        <pc:picChg chg="add mod">
          <ac:chgData name="Gareth Thomson | Football Queensland" userId="45505d28-f665-4546-80c4-7c2d16b5a302" providerId="ADAL" clId="{6E62CCBA-FA13-44CB-B563-9C9C9308AD93}" dt="2024-11-09T22:12:24.779" v="10674" actId="1076"/>
          <ac:picMkLst>
            <pc:docMk/>
            <pc:sldMk cId="1430297798" sldId="1161"/>
            <ac:picMk id="616" creationId="{54833F8A-7450-9FAC-CFFB-504328A341C1}"/>
          </ac:picMkLst>
        </pc:picChg>
        <pc:picChg chg="add mod">
          <ac:chgData name="Gareth Thomson | Football Queensland" userId="45505d28-f665-4546-80c4-7c2d16b5a302" providerId="ADAL" clId="{6E62CCBA-FA13-44CB-B563-9C9C9308AD93}" dt="2024-11-09T22:12:24.779" v="10674" actId="1076"/>
          <ac:picMkLst>
            <pc:docMk/>
            <pc:sldMk cId="1430297798" sldId="1161"/>
            <ac:picMk id="627" creationId="{3D659C14-8D21-949D-69BB-DBED0ED27538}"/>
          </ac:picMkLst>
        </pc:picChg>
        <pc:cxnChg chg="add mod">
          <ac:chgData name="Gareth Thomson | Football Queensland" userId="45505d28-f665-4546-80c4-7c2d16b5a302" providerId="ADAL" clId="{6E62CCBA-FA13-44CB-B563-9C9C9308AD93}" dt="2024-11-09T22:07:14.720" v="10609" actId="1037"/>
          <ac:cxnSpMkLst>
            <pc:docMk/>
            <pc:sldMk cId="1430297798" sldId="1161"/>
            <ac:cxnSpMk id="14" creationId="{BFD145D2-519B-A6DB-4954-4566B39DCBD8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07:19.910" v="10633" actId="1037"/>
          <ac:cxnSpMkLst>
            <pc:docMk/>
            <pc:sldMk cId="1430297798" sldId="1161"/>
            <ac:cxnSpMk id="15" creationId="{F5DD40BB-2789-13F5-D9DF-CA1C34E26067}"/>
          </ac:cxnSpMkLst>
        </pc:cxnChg>
        <pc:cxnChg chg="add mod">
          <ac:chgData name="Gareth Thomson | Football Queensland" userId="45505d28-f665-4546-80c4-7c2d16b5a302" providerId="ADAL" clId="{6E62CCBA-FA13-44CB-B563-9C9C9308AD93}" dt="2024-11-09T21:49:05.853" v="10540"/>
          <ac:cxnSpMkLst>
            <pc:docMk/>
            <pc:sldMk cId="1430297798" sldId="1161"/>
            <ac:cxnSpMk id="155" creationId="{A82A42E7-1A8F-6072-D740-50E570336C5B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08:37.189" v="10645"/>
          <ac:cxnSpMkLst>
            <pc:docMk/>
            <pc:sldMk cId="1430297798" sldId="1161"/>
            <ac:cxnSpMk id="173" creationId="{74AA3042-E6D3-3DDD-E8A0-414A7B2A0F92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08:37.189" v="10645"/>
          <ac:cxnSpMkLst>
            <pc:docMk/>
            <pc:sldMk cId="1430297798" sldId="1161"/>
            <ac:cxnSpMk id="174" creationId="{9B7EF222-5795-2986-546B-17E4E9056F1C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08:37.189" v="10645"/>
          <ac:cxnSpMkLst>
            <pc:docMk/>
            <pc:sldMk cId="1430297798" sldId="1161"/>
            <ac:cxnSpMk id="236" creationId="{8E55CF58-E0E4-7124-D913-2915D1787620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9T22:09:28.073" v="10654" actId="478"/>
          <ac:cxnSpMkLst>
            <pc:docMk/>
            <pc:sldMk cId="1430297798" sldId="1161"/>
            <ac:cxnSpMk id="336" creationId="{C71862A1-CACD-1900-5BF5-726F5F868440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9T22:09:28.073" v="10654" actId="478"/>
          <ac:cxnSpMkLst>
            <pc:docMk/>
            <pc:sldMk cId="1430297798" sldId="1161"/>
            <ac:cxnSpMk id="337" creationId="{5361953F-47DF-8247-5652-BF2E042AC677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491" creationId="{73A3C741-CDD6-21F1-E719-70160DF33DA2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492" creationId="{2EC4EBD0-2437-0D6F-FCC3-558D0654B812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494" creationId="{D0B377C7-B42F-CB9B-E758-8D1A0C162A6C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496" creationId="{23D78CED-9CD4-264D-7FAA-C81D70C22E1C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498" creationId="{7789A4CD-440E-E4E0-A7C2-096132775137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501" creationId="{47647637-7FAA-E51E-FA42-73163A8D52DC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505" creationId="{5DDB6854-544F-7D79-7437-517E3F3F966B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509" creationId="{5F9BB89D-5F50-0A1D-F652-E9574EA3B88B}"/>
          </ac:cxnSpMkLst>
        </pc:cxnChg>
        <pc:cxnChg chg="del">
          <ac:chgData name="Gareth Thomson | Football Queensland" userId="45505d28-f665-4546-80c4-7c2d16b5a302" providerId="ADAL" clId="{6E62CCBA-FA13-44CB-B563-9C9C9308AD93}" dt="2024-11-09T21:39:37.845" v="10489" actId="478"/>
          <ac:cxnSpMkLst>
            <pc:docMk/>
            <pc:sldMk cId="1430297798" sldId="1161"/>
            <ac:cxnSpMk id="518" creationId="{15BAE9EB-ED63-C496-D767-4CD637CB0BDB}"/>
          </ac:cxnSpMkLst>
        </pc:cxnChg>
        <pc:cxnChg chg="del mod">
          <ac:chgData name="Gareth Thomson | Football Queensland" userId="45505d28-f665-4546-80c4-7c2d16b5a302" providerId="ADAL" clId="{6E62CCBA-FA13-44CB-B563-9C9C9308AD93}" dt="2024-11-09T22:11:12.276" v="10661" actId="478"/>
          <ac:cxnSpMkLst>
            <pc:docMk/>
            <pc:sldMk cId="1430297798" sldId="1161"/>
            <ac:cxnSpMk id="537" creationId="{E6DD430D-C290-97D5-9F03-4FFBEE72E250}"/>
          </ac:cxnSpMkLst>
        </pc:cxnChg>
        <pc:cxnChg chg="del mod">
          <ac:chgData name="Gareth Thomson | Football Queensland" userId="45505d28-f665-4546-80c4-7c2d16b5a302" providerId="ADAL" clId="{6E62CCBA-FA13-44CB-B563-9C9C9308AD93}" dt="2024-11-09T22:11:12.276" v="10661" actId="478"/>
          <ac:cxnSpMkLst>
            <pc:docMk/>
            <pc:sldMk cId="1430297798" sldId="1161"/>
            <ac:cxnSpMk id="540" creationId="{BEAD8484-BD17-6A07-48A6-25EB79EB3E28}"/>
          </ac:cxnSpMkLst>
        </pc:cxnChg>
        <pc:cxnChg chg="add del mod">
          <ac:chgData name="Gareth Thomson | Football Queensland" userId="45505d28-f665-4546-80c4-7c2d16b5a302" providerId="ADAL" clId="{6E62CCBA-FA13-44CB-B563-9C9C9308AD93}" dt="2024-11-09T22:09:28.073" v="10654" actId="478"/>
          <ac:cxnSpMkLst>
            <pc:docMk/>
            <pc:sldMk cId="1430297798" sldId="1161"/>
            <ac:cxnSpMk id="552" creationId="{F83570EA-A6F7-0E65-E811-7E7CA12942EF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2:52.711" v="10783" actId="14100"/>
          <ac:cxnSpMkLst>
            <pc:docMk/>
            <pc:sldMk cId="1430297798" sldId="1161"/>
            <ac:cxnSpMk id="675" creationId="{43ED24BC-5F4F-3301-D394-50BB218E8A16}"/>
          </ac:cxnSpMkLst>
        </pc:cxnChg>
        <pc:cxnChg chg="add mod">
          <ac:chgData name="Gareth Thomson | Football Queensland" userId="45505d28-f665-4546-80c4-7c2d16b5a302" providerId="ADAL" clId="{6E62CCBA-FA13-44CB-B563-9C9C9308AD93}" dt="2024-11-13T00:11:28.348" v="11702" actId="14100"/>
          <ac:cxnSpMkLst>
            <pc:docMk/>
            <pc:sldMk cId="1430297798" sldId="1161"/>
            <ac:cxnSpMk id="678" creationId="{53E95438-6FD4-1D77-F834-C777B47327BD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3:56.619" v="10818" actId="14100"/>
          <ac:cxnSpMkLst>
            <pc:docMk/>
            <pc:sldMk cId="1430297798" sldId="1161"/>
            <ac:cxnSpMk id="682" creationId="{B50AD431-6BD2-E0EC-6152-EE311C68548F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4:06.052" v="10822" actId="14100"/>
          <ac:cxnSpMkLst>
            <pc:docMk/>
            <pc:sldMk cId="1430297798" sldId="1161"/>
            <ac:cxnSpMk id="684" creationId="{E8F3E8F7-30B5-BD74-B501-ADFCBD4EF16F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8:28.587" v="10862" actId="14100"/>
          <ac:cxnSpMkLst>
            <pc:docMk/>
            <pc:sldMk cId="1430297798" sldId="1161"/>
            <ac:cxnSpMk id="689" creationId="{D10DF573-6DE8-5C0E-298F-B6A91D730B5A}"/>
          </ac:cxnSpMkLst>
        </pc:cxnChg>
        <pc:cxnChg chg="add mod">
          <ac:chgData name="Gareth Thomson | Football Queensland" userId="45505d28-f665-4546-80c4-7c2d16b5a302" providerId="ADAL" clId="{6E62CCBA-FA13-44CB-B563-9C9C9308AD93}" dt="2024-11-13T00:11:19.100" v="11701" actId="1076"/>
          <ac:cxnSpMkLst>
            <pc:docMk/>
            <pc:sldMk cId="1430297798" sldId="1161"/>
            <ac:cxnSpMk id="692" creationId="{E26487C7-0212-DAE7-8662-7B78DA3D0FAB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8:17.241" v="10858" actId="14100"/>
          <ac:cxnSpMkLst>
            <pc:docMk/>
            <pc:sldMk cId="1430297798" sldId="1161"/>
            <ac:cxnSpMk id="695" creationId="{A2152690-09C1-3E0E-4D64-2280926A3B19}"/>
          </ac:cxnSpMkLst>
        </pc:cxnChg>
        <pc:cxnChg chg="add mod">
          <ac:chgData name="Gareth Thomson | Football Queensland" userId="45505d28-f665-4546-80c4-7c2d16b5a302" providerId="ADAL" clId="{6E62CCBA-FA13-44CB-B563-9C9C9308AD93}" dt="2024-11-09T22:28:23.752" v="10861" actId="14100"/>
          <ac:cxnSpMkLst>
            <pc:docMk/>
            <pc:sldMk cId="1430297798" sldId="1161"/>
            <ac:cxnSpMk id="698" creationId="{AABC1AE7-5489-DB90-083C-CE5D4A32D6D1}"/>
          </ac:cxnSpMkLst>
        </pc:cxnChg>
      </pc:sldChg>
      <pc:sldChg chg="addSp delSp modSp add del mod modShow">
        <pc:chgData name="Gareth Thomson | Football Queensland" userId="45505d28-f665-4546-80c4-7c2d16b5a302" providerId="ADAL" clId="{6E62CCBA-FA13-44CB-B563-9C9C9308AD93}" dt="2024-11-13T00:43:26.733" v="13094" actId="47"/>
        <pc:sldMkLst>
          <pc:docMk/>
          <pc:sldMk cId="204584150" sldId="1162"/>
        </pc:sldMkLst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" creationId="{9ED9D5AD-14F4-5602-0372-9255AA49A1D1}"/>
          </ac:spMkLst>
        </pc:spChg>
        <pc:spChg chg="mod">
          <ac:chgData name="Gareth Thomson | Football Queensland" userId="45505d28-f665-4546-80c4-7c2d16b5a302" providerId="ADAL" clId="{6E62CCBA-FA13-44CB-B563-9C9C9308AD93}" dt="2024-11-10T03:26:27.517" v="10881" actId="207"/>
          <ac:spMkLst>
            <pc:docMk/>
            <pc:sldMk cId="204584150" sldId="1162"/>
            <ac:spMk id="3" creationId="{A0A9E496-9555-9E83-25A8-25BE88EED096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5" creationId="{0A1656CB-217A-CB47-8CB3-365C3278D3B3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4" creationId="{3FED5D44-B8A7-2A42-9950-AD0A56BF601D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4" creationId="{E51B5179-D084-B0D4-398B-6A279A29687D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5" creationId="{75FD1202-1DDF-BEDB-938B-A169445E0970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5" creationId="{B5BA4F02-1AF3-0252-C78C-B9FDA9D1E8C6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7" creationId="{F26358F3-6F9F-3C6C-129E-5BE78D021ADC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0" creationId="{72470293-471E-124B-F787-482A28F2419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2" creationId="{9D57E0D9-6351-4A3E-F02A-513A6A8764E0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3" creationId="{A15CC50F-CC81-B4AF-6277-DBD3E2C49AFC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24" creationId="{06311EA8-E31B-BFA4-6FB1-B393146AA1C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4" creationId="{F5DAF3DA-028F-5C83-5DEF-808EA5B3FFEB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25" creationId="{09A6368E-E781-EB9D-1721-78F3451F788B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24" creationId="{08278B8A-5240-FFDB-6817-23541E7E56E4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25" creationId="{40248BF3-C995-0762-C071-1BFD912FEF09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27" creationId="{58F706F8-F209-B067-63FB-C194D2669831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28" creationId="{EDA60A57-56D1-FAAF-CFF8-6B5318A8B9B1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29" creationId="{86C44BC3-24F2-CA31-B52A-DF692B20A200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30" creationId="{FADA58E6-B925-F383-E918-48B344596448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31" creationId="{E3F9920D-307A-F140-9B1D-44FF3D3AF777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032" creationId="{77AA447C-65F5-619C-143D-A651F7D13C7F}"/>
          </ac:spMkLst>
        </pc:spChg>
        <pc:spChg chg="add mod">
          <ac:chgData name="Gareth Thomson | Football Queensland" userId="45505d28-f665-4546-80c4-7c2d16b5a302" providerId="ADAL" clId="{6E62CCBA-FA13-44CB-B563-9C9C9308AD93}" dt="2024-11-13T00:35:04.258" v="13019"/>
          <ac:spMkLst>
            <pc:docMk/>
            <pc:sldMk cId="204584150" sldId="1162"/>
            <ac:spMk id="1033" creationId="{42B36FE6-87C4-C5C3-8DC0-24D6135DEAB9}"/>
          </ac:spMkLst>
        </pc:spChg>
        <pc:spChg chg="mod">
          <ac:chgData name="Gareth Thomson | Football Queensland" userId="45505d28-f665-4546-80c4-7c2d16b5a302" providerId="ADAL" clId="{6E62CCBA-FA13-44CB-B563-9C9C9308AD93}" dt="2024-11-10T03:27:02.476" v="10893" actId="1036"/>
          <ac:spMkLst>
            <pc:docMk/>
            <pc:sldMk cId="204584150" sldId="1162"/>
            <ac:spMk id="1040" creationId="{2E447487-7B0B-7B48-24E8-8FB99CF8E673}"/>
          </ac:spMkLst>
        </pc:spChg>
        <pc:spChg chg="mod">
          <ac:chgData name="Gareth Thomson | Football Queensland" userId="45505d28-f665-4546-80c4-7c2d16b5a302" providerId="ADAL" clId="{6E62CCBA-FA13-44CB-B563-9C9C9308AD93}" dt="2024-11-10T03:27:02.476" v="10893" actId="1036"/>
          <ac:spMkLst>
            <pc:docMk/>
            <pc:sldMk cId="204584150" sldId="1162"/>
            <ac:spMk id="1041" creationId="{4FF9618A-10A5-01AD-6BBC-FCC587D55E26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046" creationId="{19C23862-8772-FFC1-BDA9-DB5F614AEB6A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047" creationId="{C23306F8-81C2-9E62-99B9-364D381265C0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048" creationId="{885CCC1D-7E36-0211-24B8-8019A6CA4ADA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049" creationId="{C14A4982-3DE1-CD42-1F8B-E4F4CDECDDBF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050" creationId="{F25A1BDE-871E-7983-A30F-B76BD0494922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051" creationId="{A91A4891-A059-182C-F8F5-C8711C3AF321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052" creationId="{3170A5B8-7149-DD0D-2F0D-A31321F32FF3}"/>
          </ac:spMkLst>
        </pc:spChg>
        <pc:spChg chg="del">
          <ac:chgData name="Gareth Thomson | Football Queensland" userId="45505d28-f665-4546-80c4-7c2d16b5a302" providerId="ADAL" clId="{6E62CCBA-FA13-44CB-B563-9C9C9308AD93}" dt="2024-11-13T00:34:56.656" v="13017" actId="478"/>
          <ac:spMkLst>
            <pc:docMk/>
            <pc:sldMk cId="204584150" sldId="1162"/>
            <ac:spMk id="1497" creationId="{8C36478C-B8E3-AB60-8049-24ADA1200B32}"/>
          </ac:spMkLst>
        </pc:spChg>
        <pc:spChg chg="del">
          <ac:chgData name="Gareth Thomson | Football Queensland" userId="45505d28-f665-4546-80c4-7c2d16b5a302" providerId="ADAL" clId="{6E62CCBA-FA13-44CB-B563-9C9C9308AD93}" dt="2024-11-13T00:34:56.656" v="13017" actId="478"/>
          <ac:spMkLst>
            <pc:docMk/>
            <pc:sldMk cId="204584150" sldId="1162"/>
            <ac:spMk id="1498" creationId="{327E55DA-9F37-F59D-0643-2C0D1967492E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546" creationId="{2619543D-F127-C6BE-D38B-29D0668C2046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547" creationId="{1DDB9AFF-B74E-1A7D-B97A-8A454564AAF7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548" creationId="{40BCF4F3-877A-B478-1322-7423D015455F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549" creationId="{0CFC4BFA-AFDF-65F8-3F84-48FB39C513EB}"/>
          </ac:spMkLst>
        </pc:spChg>
        <pc:spChg chg="del">
          <ac:chgData name="Gareth Thomson | Football Queensland" userId="45505d28-f665-4546-80c4-7c2d16b5a302" providerId="ADAL" clId="{6E62CCBA-FA13-44CB-B563-9C9C9308AD93}" dt="2024-11-10T03:23:58.604" v="10873" actId="478"/>
          <ac:spMkLst>
            <pc:docMk/>
            <pc:sldMk cId="204584150" sldId="1162"/>
            <ac:spMk id="1550" creationId="{3E897D42-63BE-0476-978B-9C93148DBFF0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551" creationId="{68F0CCE1-AAFD-6167-606B-7F21E15138CE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552" creationId="{62158778-EEEB-156D-5613-69B6C8E55A28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553" creationId="{4204A9CB-41CB-6A55-F3C0-60E38770BB90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556" creationId="{B1AEBB94-B847-32C2-6045-76E2D817019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0" creationId="{A603BA44-AA13-0565-66BF-1D2FF556C32F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1" creationId="{5088FE25-2113-B78E-7B12-211609E970B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2" creationId="{4A100A93-3A46-FD3D-E170-CEA0B312C33F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3" creationId="{835FFC31-B661-01DE-2ABF-40AA10E23FB9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5" creationId="{F711F7B6-B296-5A32-FCE6-429FC6DAF747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6" creationId="{247F1AFB-2D91-2B46-1670-5741C4CF01F8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7" creationId="{9E9E65AB-71C2-41FA-E642-63487F62F4CD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08" creationId="{1289CEB0-B719-7ABE-8A48-215AC114115C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0" creationId="{1A3C749E-D5CB-9D3A-8B05-780DFE5932AC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1" creationId="{5F2E0993-A7FC-7A3D-A41A-F859B89193F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2" creationId="{61216292-741C-CEEB-F76C-2FDFB84352B2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3" creationId="{B6D66153-2F8D-B03E-FADD-F95B8757499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5" creationId="{666C8BAD-1DB8-CE5E-B05F-DF860358BEFF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7" creationId="{5A5820CB-EBCD-F3A6-91F9-56B92B2D5D4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8" creationId="{1AD8D323-589D-6523-623A-B62E19FBC1CC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19" creationId="{75B3A910-A1C5-CA47-7FB1-11DBAFB09913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1" creationId="{599F2366-4266-D0A6-96E3-DD7C64C31835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2" creationId="{4F1EB990-DC53-F81F-2378-CF222D390DC1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3" creationId="{CD11E5BA-96D0-A842-3656-1E270B21CF95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4" creationId="{2CD47A33-F481-F6B7-34F4-40DAE8B0517F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6" creationId="{F0914528-BEE2-633F-8A7D-AA485AD9B34E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7" creationId="{0ECD36FA-7380-BD60-1D49-C1A648155E43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8" creationId="{3EE6E4E2-1494-874C-A8E9-436CDF3F8147}"/>
          </ac:spMkLst>
        </pc:spChg>
        <pc:spChg chg="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29" creationId="{FA573B2A-B8EF-C555-5BB6-38D25E042EF2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30" creationId="{1726140E-9D62-D99D-B578-0E7DAC7FCAAD}"/>
          </ac:spMkLst>
        </pc:spChg>
        <pc:spChg chg="add mod">
          <ac:chgData name="Gareth Thomson | Football Queensland" userId="45505d28-f665-4546-80c4-7c2d16b5a302" providerId="ADAL" clId="{6E62CCBA-FA13-44CB-B563-9C9C9308AD93}" dt="2024-11-13T00:34:57.063" v="13018"/>
          <ac:spMkLst>
            <pc:docMk/>
            <pc:sldMk cId="204584150" sldId="1162"/>
            <ac:spMk id="1631" creationId="{41434B11-522B-3FDB-78C5-9027B22BBACC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662" creationId="{B52EAAD0-552C-4BA8-38DE-9BA2B984E83F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663" creationId="{C2A5754F-593D-8168-68EC-575BA5DC9DEA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664" creationId="{A8DF9F47-4020-A00B-FD44-4135A1430336}"/>
          </ac:spMkLst>
        </pc:spChg>
        <pc:spChg chg="del">
          <ac:chgData name="Gareth Thomson | Football Queensland" userId="45505d28-f665-4546-80c4-7c2d16b5a302" providerId="ADAL" clId="{6E62CCBA-FA13-44CB-B563-9C9C9308AD93}" dt="2024-11-10T03:23:58.604" v="10873" actId="478"/>
          <ac:spMkLst>
            <pc:docMk/>
            <pc:sldMk cId="204584150" sldId="1162"/>
            <ac:spMk id="1665" creationId="{83450A78-0D88-2243-3F0B-6D7F1A53992A}"/>
          </ac:spMkLst>
        </pc:spChg>
        <pc:spChg chg="del">
          <ac:chgData name="Gareth Thomson | Football Queensland" userId="45505d28-f665-4546-80c4-7c2d16b5a302" providerId="ADAL" clId="{6E62CCBA-FA13-44CB-B563-9C9C9308AD93}" dt="2024-11-10T03:23:58.604" v="10873" actId="478"/>
          <ac:spMkLst>
            <pc:docMk/>
            <pc:sldMk cId="204584150" sldId="1162"/>
            <ac:spMk id="1666" creationId="{AD5535DA-795B-6DE7-F9A6-75E2AD157202}"/>
          </ac:spMkLst>
        </pc:spChg>
        <pc:spChg chg="del">
          <ac:chgData name="Gareth Thomson | Football Queensland" userId="45505d28-f665-4546-80c4-7c2d16b5a302" providerId="ADAL" clId="{6E62CCBA-FA13-44CB-B563-9C9C9308AD93}" dt="2024-11-10T03:23:58.604" v="10873" actId="478"/>
          <ac:spMkLst>
            <pc:docMk/>
            <pc:sldMk cId="204584150" sldId="1162"/>
            <ac:spMk id="1667" creationId="{1E32DEE4-94DC-A1F3-AFB8-EB7F25C1FD0D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669" creationId="{C42B5298-0E95-60DD-8F51-203F4345E82B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670" creationId="{925E1AAD-58AF-0DF7-CD31-59A027BC2402}"/>
          </ac:spMkLst>
        </pc:spChg>
        <pc:spChg chg="del">
          <ac:chgData name="Gareth Thomson | Football Queensland" userId="45505d28-f665-4546-80c4-7c2d16b5a302" providerId="ADAL" clId="{6E62CCBA-FA13-44CB-B563-9C9C9308AD93}" dt="2024-11-10T03:23:53.126" v="10872" actId="478"/>
          <ac:spMkLst>
            <pc:docMk/>
            <pc:sldMk cId="204584150" sldId="1162"/>
            <ac:spMk id="1683" creationId="{47FB5665-7E3A-802B-4EF5-B0811346EE46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684" creationId="{C34F9C25-D6B5-0C17-D3D7-AE6E6F14D69B}"/>
          </ac:spMkLst>
        </pc:spChg>
        <pc:spChg chg="del">
          <ac:chgData name="Gareth Thomson | Football Queensland" userId="45505d28-f665-4546-80c4-7c2d16b5a302" providerId="ADAL" clId="{6E62CCBA-FA13-44CB-B563-9C9C9308AD93}" dt="2024-11-10T03:23:50.532" v="10871" actId="478"/>
          <ac:spMkLst>
            <pc:docMk/>
            <pc:sldMk cId="204584150" sldId="1162"/>
            <ac:spMk id="1690" creationId="{E2D05F76-5540-7396-0503-B94C32C72084}"/>
          </ac:spMkLst>
        </pc:s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6" creationId="{BD611D33-35A4-346C-E2F2-CF6A313FB1A1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3" creationId="{DB1CD60B-00F0-28EC-A930-0B68BB29FF77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7" creationId="{6C6C858C-DBD6-A3DA-AEAE-64B76A12858D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21" creationId="{927B5AFD-6F66-6027-06FA-3EEE5AFCC491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25" creationId="{3D131B9E-FF8F-EBA9-1CCC-B4AB4EBE258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31" creationId="{EDECEAA1-C46E-345A-6FC6-43EE7342915A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8.604" v="10873" actId="478"/>
          <ac:grpSpMkLst>
            <pc:docMk/>
            <pc:sldMk cId="204584150" sldId="1162"/>
            <ac:grpSpMk id="1024" creationId="{1E8A1CDE-DBA4-8C44-1BB2-C3F2CA69CF83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8.604" v="10873" actId="478"/>
          <ac:grpSpMkLst>
            <pc:docMk/>
            <pc:sldMk cId="204584150" sldId="1162"/>
            <ac:grpSpMk id="1035" creationId="{D880AD3D-62F5-A2B4-86BF-9F2C74B721F0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503" creationId="{3F8824FA-2DD5-F1A0-6D62-079C87E6BE9E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508" creationId="{B0425302-F79C-D7C3-91D0-6FCF95CD8617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513" creationId="{9DAF71C8-9FA1-E266-FB92-B1A96FCC0CD1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518" creationId="{5E1A6FD6-F07A-4F24-EBC6-8F9A16BEB1E2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523" creationId="{CD366FB5-D486-C269-DF42-0DD6FD01F85C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528" creationId="{689EE24E-2204-FF91-CA0A-18FD9284CA7C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533" creationId="{92592E6F-09AF-8ACB-1AEC-22D5E58D316B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538" creationId="{D741460C-C7F4-B5AD-FC2C-DF555D209ED6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604" creationId="{5E729186-66C8-4EF1-4CD5-953A3A963B9D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609" creationId="{DB31B963-63F7-CB45-3B16-875EE5C99BB0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614" creationId="{55CF486C-1AA1-1164-A6B6-408F591234B5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620" creationId="{9EA8915D-C614-8D15-D5B1-3896068872AD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22" creationId="{4B293194-AEF9-30E7-73C9-57244BDC9F87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34:57.063" v="13018"/>
          <ac:grpSpMkLst>
            <pc:docMk/>
            <pc:sldMk cId="204584150" sldId="1162"/>
            <ac:grpSpMk id="1625" creationId="{6E0F9715-93ED-FAF1-32C7-882BED22E10C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627" creationId="{9E4B0608-9EA7-1488-69EA-84F4A397B900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32" creationId="{D6875366-34B0-C77B-3BCC-397F439F873B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37" creationId="{8379653E-7F70-1BE2-CC31-36B291FEA2D9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642" creationId="{948866A0-D601-301B-B3AC-9A15CD4C132F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47" creationId="{A9B52D69-CDE9-A667-24AD-06BCBDA5DA1F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52" creationId="{84AFCC15-3CC2-C0C7-AC53-57D18C5EDFAE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657" creationId="{664D4B36-8304-6BAB-CD41-7F0AA29F05A6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8.604" v="10873" actId="478"/>
          <ac:grpSpMkLst>
            <pc:docMk/>
            <pc:sldMk cId="204584150" sldId="1162"/>
            <ac:grpSpMk id="1672" creationId="{8B72AE21-2AA4-3012-5D86-E6A0E4FE23DE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78" creationId="{F0B905C1-99CB-26FC-04D0-82FDAF4D8BE4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0.532" v="10871" actId="478"/>
          <ac:grpSpMkLst>
            <pc:docMk/>
            <pc:sldMk cId="204584150" sldId="1162"/>
            <ac:grpSpMk id="1685" creationId="{1087BE13-333A-3BBE-7912-4C690B5EB9D2}"/>
          </ac:grpSpMkLst>
        </pc:grpChg>
        <pc:grpChg chg="del">
          <ac:chgData name="Gareth Thomson | Football Queensland" userId="45505d28-f665-4546-80c4-7c2d16b5a302" providerId="ADAL" clId="{6E62CCBA-FA13-44CB-B563-9C9C9308AD93}" dt="2024-11-10T03:23:53.126" v="10872" actId="478"/>
          <ac:grpSpMkLst>
            <pc:docMk/>
            <pc:sldMk cId="204584150" sldId="1162"/>
            <ac:grpSpMk id="1691" creationId="{3BD9E9AB-B834-1A05-9F40-6A3A9A658ACD}"/>
          </ac:grpSpMkLst>
        </pc:grpChg>
        <pc:picChg chg="add mod">
          <ac:chgData name="Gareth Thomson | Football Queensland" userId="45505d28-f665-4546-80c4-7c2d16b5a302" providerId="ADAL" clId="{6E62CCBA-FA13-44CB-B563-9C9C9308AD93}" dt="2024-11-13T00:34:57.063" v="13018"/>
          <ac:picMkLst>
            <pc:docMk/>
            <pc:sldMk cId="204584150" sldId="1162"/>
            <ac:picMk id="6" creationId="{5DE3D87F-617A-E676-A854-F38AC1080102}"/>
          </ac:picMkLst>
        </pc:picChg>
        <pc:picChg chg="add mod">
          <ac:chgData name="Gareth Thomson | Football Queensland" userId="45505d28-f665-4546-80c4-7c2d16b5a302" providerId="ADAL" clId="{6E62CCBA-FA13-44CB-B563-9C9C9308AD93}" dt="2024-11-13T00:34:57.063" v="13018"/>
          <ac:picMkLst>
            <pc:docMk/>
            <pc:sldMk cId="204584150" sldId="1162"/>
            <ac:picMk id="10" creationId="{74EFF1B5-BC38-5422-A38E-DB9AA2B1BAA7}"/>
          </ac:picMkLst>
        </pc:picChg>
        <pc:picChg chg="add mod">
          <ac:chgData name="Gareth Thomson | Football Queensland" userId="45505d28-f665-4546-80c4-7c2d16b5a302" providerId="ADAL" clId="{6E62CCBA-FA13-44CB-B563-9C9C9308AD93}" dt="2024-11-13T00:34:57.063" v="13018"/>
          <ac:picMkLst>
            <pc:docMk/>
            <pc:sldMk cId="204584150" sldId="1162"/>
            <ac:picMk id="11" creationId="{D95C5F5B-C0FC-17F8-8819-1208020AF624}"/>
          </ac:picMkLst>
        </pc:picChg>
        <pc:picChg chg="add mod">
          <ac:chgData name="Gareth Thomson | Football Queensland" userId="45505d28-f665-4546-80c4-7c2d16b5a302" providerId="ADAL" clId="{6E62CCBA-FA13-44CB-B563-9C9C9308AD93}" dt="2024-11-13T00:34:57.063" v="13018"/>
          <ac:picMkLst>
            <pc:docMk/>
            <pc:sldMk cId="204584150" sldId="1162"/>
            <ac:picMk id="12" creationId="{6DBCB2C8-7AA1-1C40-8D42-333B2ECDF6E8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042" creationId="{24EAA45F-4372-0F13-4D22-1CB732DDD3CB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043" creationId="{3662EEC5-AE10-F5E7-4D78-ED2541FFF369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044" creationId="{65C18B68-063F-D0F9-A998-6F5B730A1F17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045" creationId="{0D460285-5B67-973B-AC23-E3C740DB5D50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499" creationId="{097D664A-2D6F-9A10-4436-9B1DCE547445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500" creationId="{A336B790-234E-C82B-B578-3BC7986DEF30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501" creationId="{1CBBB25B-152C-6754-12E5-68FE88665CD3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502" creationId="{7E8B2F6C-E632-7F02-CA34-F491B0B98E2E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618" creationId="{15FA6C7C-7C4B-CB6B-9D7B-41F92ECFE490}"/>
          </ac:picMkLst>
        </pc:picChg>
        <pc:picChg chg="del">
          <ac:chgData name="Gareth Thomson | Football Queensland" userId="45505d28-f665-4546-80c4-7c2d16b5a302" providerId="ADAL" clId="{6E62CCBA-FA13-44CB-B563-9C9C9308AD93}" dt="2024-11-10T03:23:50.532" v="10871" actId="478"/>
          <ac:picMkLst>
            <pc:docMk/>
            <pc:sldMk cId="204584150" sldId="1162"/>
            <ac:picMk id="1619" creationId="{AC35E24A-6831-C574-D7E9-A80C513D75DC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620" creationId="{3875C875-5E0C-179E-B41F-480643291A25}"/>
          </ac:picMkLst>
        </pc:picChg>
        <pc:picChg chg="del">
          <ac:chgData name="Gareth Thomson | Football Queensland" userId="45505d28-f665-4546-80c4-7c2d16b5a302" providerId="ADAL" clId="{6E62CCBA-FA13-44CB-B563-9C9C9308AD93}" dt="2024-11-10T03:23:58.604" v="10873" actId="478"/>
          <ac:picMkLst>
            <pc:docMk/>
            <pc:sldMk cId="204584150" sldId="1162"/>
            <ac:picMk id="1621" creationId="{E2E36CDA-481E-4227-E9EC-D151D477E915}"/>
          </ac:picMkLst>
        </pc:picChg>
        <pc:cxnChg chg="del">
          <ac:chgData name="Gareth Thomson | Football Queensland" userId="45505d28-f665-4546-80c4-7c2d16b5a302" providerId="ADAL" clId="{6E62CCBA-FA13-44CB-B563-9C9C9308AD93}" dt="2024-11-10T03:23:53.126" v="10872" actId="478"/>
          <ac:cxnSpMkLst>
            <pc:docMk/>
            <pc:sldMk cId="204584150" sldId="1162"/>
            <ac:cxnSpMk id="1030" creationId="{A03F4222-14EE-034A-2749-2716DE22CEBD}"/>
          </ac:cxnSpMkLst>
        </pc:cxnChg>
        <pc:cxnChg chg="del">
          <ac:chgData name="Gareth Thomson | Football Queensland" userId="45505d28-f665-4546-80c4-7c2d16b5a302" providerId="ADAL" clId="{6E62CCBA-FA13-44CB-B563-9C9C9308AD93}" dt="2024-11-10T03:23:53.126" v="10872" actId="478"/>
          <ac:cxnSpMkLst>
            <pc:docMk/>
            <pc:sldMk cId="204584150" sldId="1162"/>
            <ac:cxnSpMk id="1677" creationId="{EB32DDC1-A89B-83DC-2BFE-49148BACD7C3}"/>
          </ac:cxnSpMkLst>
        </pc:cxnChg>
      </pc:sldChg>
      <pc:sldChg chg="addSp delSp modSp add mod">
        <pc:chgData name="Gareth Thomson | Football Queensland" userId="45505d28-f665-4546-80c4-7c2d16b5a302" providerId="ADAL" clId="{6E62CCBA-FA13-44CB-B563-9C9C9308AD93}" dt="2024-11-13T01:50:30.830" v="15283" actId="20577"/>
        <pc:sldMkLst>
          <pc:docMk/>
          <pc:sldMk cId="2287691880" sldId="1163"/>
        </pc:sldMkLst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2" creationId="{48A963D3-2D4B-691D-C7BE-799BC55A8EE0}"/>
          </ac:spMkLst>
        </pc:spChg>
        <pc:spChg chg="mod">
          <ac:chgData name="Gareth Thomson | Football Queensland" userId="45505d28-f665-4546-80c4-7c2d16b5a302" providerId="ADAL" clId="{6E62CCBA-FA13-44CB-B563-9C9C9308AD93}" dt="2024-11-13T01:50:30.830" v="15283" actId="20577"/>
          <ac:spMkLst>
            <pc:docMk/>
            <pc:sldMk cId="2287691880" sldId="1163"/>
            <ac:spMk id="4" creationId="{C8D4D942-3ADD-6F4E-AA2E-1FF90FCAF3BD}"/>
          </ac:spMkLst>
        </pc:spChg>
        <pc:spChg chg="mod">
          <ac:chgData name="Gareth Thomson | Football Queensland" userId="45505d28-f665-4546-80c4-7c2d16b5a302" providerId="ADAL" clId="{6E62CCBA-FA13-44CB-B563-9C9C9308AD93}" dt="2024-11-12T02:51:22.711" v="10981"/>
          <ac:spMkLst>
            <pc:docMk/>
            <pc:sldMk cId="2287691880" sldId="1163"/>
            <ac:spMk id="7" creationId="{0A304CA0-5224-8ADF-AAF5-FA078635323F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2" creationId="{BE6D1ED3-3B47-ACBA-739A-5B17E2EEF9A2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3" creationId="{F20367FA-0DEE-4D1B-D9B2-29A89054F058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4" creationId="{3B540637-A69C-3C1D-DD34-219F68D75EE6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" creationId="{F52B1669-4A99-796C-1DCD-001FD3682C33}"/>
          </ac:spMkLst>
        </pc:spChg>
        <pc:spChg chg="mod">
          <ac:chgData name="Gareth Thomson | Football Queensland" userId="45505d28-f665-4546-80c4-7c2d16b5a302" providerId="ADAL" clId="{6E62CCBA-FA13-44CB-B563-9C9C9308AD93}" dt="2024-11-12T02:51:02.980" v="10980" actId="20577"/>
          <ac:spMkLst>
            <pc:docMk/>
            <pc:sldMk cId="2287691880" sldId="1163"/>
            <ac:spMk id="17" creationId="{C5A351ED-8600-5967-7E12-A8D900DAF9BC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19" creationId="{B3AEA010-88A3-D143-44E7-43F28F8CE5CE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2" creationId="{5A6F4CCC-F053-5B60-5A0C-FD40A33172C2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3" creationId="{08D64578-4567-21CD-7034-46883B578C34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4" creationId="{AE325A41-1F94-113E-DBF0-B5456364A5F3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5" creationId="{17EEE165-96DA-8026-4310-C620708398A9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7" creationId="{1F332C68-1017-95F4-4352-059D1F5CFB22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8" creationId="{4767E358-03BE-E2F4-CCD8-90A15AF53E67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29" creationId="{9EB8380C-D6E1-7B2F-C001-48ACB35D6CBC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30" creationId="{5946E530-68EB-3717-AFFD-DBEC6C53D8D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64" creationId="{3205A9D5-EA7E-C1A1-4A31-978E3905D97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65" creationId="{755AFF0E-AF61-BE30-0FB4-5DE9C90EBF5C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66" creationId="{2F775804-61F0-7512-6EF1-3B703CD20ED5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67" creationId="{F9DBB8BB-977B-B174-A8D9-63958E750BF3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69" creationId="{B47B891C-A41E-9C12-7F55-6545C239987D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0" creationId="{237B932F-EA5A-6FAA-70C5-9B03FD01270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1" creationId="{7C6D7D31-D75D-C3AD-CE45-58939A8C4B6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2" creationId="{0719C719-29D2-4980-D1D2-657B4E7CD944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4" creationId="{8854518A-CA5B-145A-4C6E-B707300EA94F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5" creationId="{7DA114F2-E6BB-124B-4393-132596C298EB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8" creationId="{59709753-0F46-6EE6-8BF6-5529105A5D50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79" creationId="{7F27F201-CF02-C850-9764-2FA257CF4623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87" creationId="{8378F647-7F6C-F627-ED55-465E19C4AF8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88" creationId="{8F27C29D-C0DC-41C4-98EB-94B903C3C51C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89" creationId="{501A7D26-78C8-73D7-2100-5C670EC15B44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90" creationId="{68BE1E4A-D3AE-AC6F-E519-FC9D94533386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93" creationId="{8A80597E-CD3B-F125-BBF2-A1003C435C33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94" creationId="{D2EB07C4-D475-CA6D-B0AD-D198B4DB335A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95" creationId="{E9C98D78-EF4F-5AB3-85EB-DA0C816B1E6F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28" creationId="{7DA5089E-417B-5D4A-2775-DD850C5C5050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30" creationId="{C1927CA1-9166-1CDA-5E2E-25BE4FB26167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31" creationId="{3AC6B30C-D0AF-731C-E96B-4E93C81465F2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32" creationId="{90A4FE24-9434-95BA-E951-7B7ED88A1951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33" creationId="{4CD5FADF-7933-FB88-B564-D22471ACFD01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40" creationId="{7F07D38E-FF62-DE99-C034-920D8669B06B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41" creationId="{A6BA2329-6FDC-6316-5577-FB2475BBB189}"/>
          </ac:spMkLst>
        </pc:spChg>
        <pc:spChg chg="add mod">
          <ac:chgData name="Gareth Thomson | Football Queensland" userId="45505d28-f665-4546-80c4-7c2d16b5a302" providerId="ADAL" clId="{6E62CCBA-FA13-44CB-B563-9C9C9308AD93}" dt="2024-11-12T04:01:29.498" v="11002" actId="1035"/>
          <ac:spMkLst>
            <pc:docMk/>
            <pc:sldMk cId="2287691880" sldId="1163"/>
            <ac:spMk id="142" creationId="{A3C112F8-8A8C-FD30-0F0A-51CD26CF932D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43" creationId="{6B322BC8-6BC9-72EF-198B-2BAAA8251DFC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44" creationId="{B56CD7B4-8569-2E8D-B525-F0FD1E86B301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45" creationId="{8327B19E-5EE3-F64D-6F34-6094B076E8D7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49" creationId="{81F7047E-0F48-3567-BC8F-5BEDE0A4EB4C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0" creationId="{5B52E19B-D935-4466-2E0D-2C0D3F7C9D01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1" creationId="{64A8DBFD-A025-A664-D442-06D0AC6CD4B7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2" creationId="{EF2A12B0-C4CB-0D5C-08A6-F26A3258AE5E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5" creationId="{B08E2A5A-8042-8699-6A49-6EC6AE9207AE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6" creationId="{DFA29EED-9329-60D4-8BBB-F4FB1119226C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7" creationId="{2F43CF46-6E7F-C116-1884-5B247D2E691D}"/>
          </ac:spMkLst>
        </pc:spChg>
        <pc:spChg chg="mod">
          <ac:chgData name="Gareth Thomson | Football Queensland" userId="45505d28-f665-4546-80c4-7c2d16b5a302" providerId="ADAL" clId="{6E62CCBA-FA13-44CB-B563-9C9C9308AD93}" dt="2024-11-12T01:53:52.603" v="10916"/>
          <ac:spMkLst>
            <pc:docMk/>
            <pc:sldMk cId="2287691880" sldId="1163"/>
            <ac:spMk id="159" creationId="{20269EB1-9375-7C26-CFD7-D402451D5F93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60" creationId="{CF3C6621-6A08-41B2-55E0-C0E27FC64E28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61" creationId="{B59BE26B-FF5E-4BC8-689A-1B2E48402EBE}"/>
          </ac:spMkLst>
        </pc:spChg>
        <pc:spChg chg="add mod">
          <ac:chgData name="Gareth Thomson | Football Queensland" userId="45505d28-f665-4546-80c4-7c2d16b5a302" providerId="ADAL" clId="{6E62CCBA-FA13-44CB-B563-9C9C9308AD93}" dt="2024-11-12T01:54:43.618" v="10928" actId="1035"/>
          <ac:spMkLst>
            <pc:docMk/>
            <pc:sldMk cId="2287691880" sldId="1163"/>
            <ac:spMk id="164" creationId="{64C94F51-D793-9A44-3B0F-1AC877D8626D}"/>
          </ac:spMkLst>
        </pc:spChg>
        <pc:spChg chg="add del mod">
          <ac:chgData name="Gareth Thomson | Football Queensland" userId="45505d28-f665-4546-80c4-7c2d16b5a302" providerId="ADAL" clId="{6E62CCBA-FA13-44CB-B563-9C9C9308AD93}" dt="2024-11-12T01:54:14.422" v="10920" actId="478"/>
          <ac:spMkLst>
            <pc:docMk/>
            <pc:sldMk cId="2287691880" sldId="1163"/>
            <ac:spMk id="165" creationId="{D43AC08C-37EB-42EE-7193-DC65B43AD69C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166" creationId="{434B79C6-D033-B130-C03C-648AFFB9BDFE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68" creationId="{15E48EE1-F2AA-86BE-40E0-72AB7E359DF1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69" creationId="{98CFE402-20C9-7627-8A3A-C92A9498EB0B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0" creationId="{44BCA16C-8DE1-1D2D-2940-F99E3F1A43E5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1" creationId="{95043ABB-370D-2FD0-69D8-3D8BC4BA0F67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3" creationId="{76CF1B28-CE01-82FF-656A-D8EEB9D5FF28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4" creationId="{0F98EC7A-4E54-DA33-B1A3-B4D28A5A70AC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5" creationId="{3755C078-A4BA-A63F-EE67-03AA58D336D0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6" creationId="{A46BB21B-AC17-976F-8AA5-81C2DE1CA50B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8" creationId="{E2646895-A0C8-2DF9-0A6C-A62355A3C12A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79" creationId="{70CD4155-7CC9-9378-B02C-E1922500BF51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80" creationId="{3F17D41D-128C-342E-220E-9FA27B1CA57F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81" creationId="{6312B524-426D-667B-D0D3-8F1A3D7E319D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83" creationId="{21E20731-8D23-AED7-8B7E-163ECE7F4C95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89" creationId="{2EB39ADC-0590-E46B-8E68-8DE47732DDD4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0" creationId="{18AB063B-8A63-3F21-FE38-A032E8A7AA49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1" creationId="{69D4F12B-4C96-A9A6-F3C1-2B9E03A0C830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3" creationId="{197F30A8-CFD5-011C-083F-136E795607A8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7" creationId="{868C1961-9BA9-BA66-423C-B89D9815E061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8" creationId="{B056D9A8-75D7-6241-EE51-FC77D9E0E380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199" creationId="{BBE636DB-435D-ACE7-DD89-A65107D03F34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1" creationId="{2C7E12D0-5AC3-9CA7-3830-93590336568E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2" creationId="{60F4E2D3-8430-D893-1660-D24A027AE1AB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3" creationId="{554472AF-68CF-740A-E4C0-AA227DD19577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4" creationId="{C7F83ECC-9CC8-1C7B-983F-812DA2D7D777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6" creationId="{ED1EF956-DA72-7637-C4AC-381C9CCA9FC0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7" creationId="{E9D4AABB-336D-8C42-3795-82239685C141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8" creationId="{A29A26F9-EA26-BC31-8BAA-12ED43B5D1DF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09" creationId="{31B514AA-BFD5-7B9B-0F47-0519AB1960E3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10" creationId="{8B2C7B4E-4322-44F3-43AA-3DE97FA4AFEC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11" creationId="{FDA62CD3-6448-2B4E-68A0-61FE433B4131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12" creationId="{8290DA61-FAF5-322C-01F5-0AA985D82CB8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13" creationId="{9B4178D3-E0D3-1307-2888-ABF0DD896375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14" creationId="{7E0AB472-549B-994A-B9C9-8F2BD253A873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16" creationId="{4DA20174-F137-1FE9-337D-222D4770AA83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17" creationId="{9DDFC118-A57D-7C7C-742F-8CCE82D36E60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18" creationId="{184E2E7A-28BF-F64C-552A-67DA22908BFB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19" creationId="{0DC51F96-BEFC-F63C-9698-B4116310F22F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21" creationId="{6D94B1DF-B4B2-D4D4-E176-CC6913845DD7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22" creationId="{5D5C6CEC-863A-C3A3-6EB4-3F7D90094EF4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23" creationId="{6CCCDF29-087D-CE01-F4A6-90F3D9CAE969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24" creationId="{F8DE96C0-D8CA-9AD6-F9E5-40D8D2B09A61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25" creationId="{921DFA7E-3416-66F5-9F77-79909AB3BF8F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26" creationId="{914FE8AF-7BAA-1C91-D4B5-3680216AAFC3}"/>
          </ac:spMkLst>
        </pc:spChg>
        <pc:spChg chg="add mod">
          <ac:chgData name="Gareth Thomson | Football Queensland" userId="45505d28-f665-4546-80c4-7c2d16b5a302" providerId="ADAL" clId="{6E62CCBA-FA13-44CB-B563-9C9C9308AD93}" dt="2024-11-12T01:54:12.257" v="10919" actId="1076"/>
          <ac:spMkLst>
            <pc:docMk/>
            <pc:sldMk cId="2287691880" sldId="1163"/>
            <ac:spMk id="232" creationId="{C618A570-3678-AB98-CA02-114EF2AAA357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35" creationId="{CE06F0D5-7E84-3982-50A3-27381716777B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36" creationId="{928C4C45-2114-56EA-7F24-491571768F42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237" creationId="{112C56F7-0A03-F9DE-F714-6A81E2C8D1FE}"/>
          </ac:spMkLst>
        </pc:spChg>
        <pc:spChg chg="add del mod">
          <ac:chgData name="Gareth Thomson | Football Queensland" userId="45505d28-f665-4546-80c4-7c2d16b5a302" providerId="ADAL" clId="{6E62CCBA-FA13-44CB-B563-9C9C9308AD93}" dt="2024-11-12T04:01:12.085" v="10996" actId="34135"/>
          <ac:spMkLst>
            <pc:docMk/>
            <pc:sldMk cId="2287691880" sldId="1163"/>
            <ac:spMk id="238" creationId="{8AF98D76-AD3F-2501-D8FE-BF8A98540911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239" creationId="{76DE6843-B078-5901-2134-AB73059922BD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320" creationId="{3B5E21ED-B279-C566-17E3-8798842FE2A4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322" creationId="{CEC21504-FC03-23D4-53A9-66C7590DA492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323" creationId="{C9F7AEBA-5685-5A3B-3355-2B7083D2F996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324" creationId="{4BC2848F-75FE-60DF-2906-6D32AD258E46}"/>
          </ac:spMkLst>
        </pc:spChg>
        <pc:spChg chg="mod">
          <ac:chgData name="Gareth Thomson | Football Queensland" userId="45505d28-f665-4546-80c4-7c2d16b5a302" providerId="ADAL" clId="{6E62CCBA-FA13-44CB-B563-9C9C9308AD93}" dt="2024-11-12T01:54:07.270" v="10918"/>
          <ac:spMkLst>
            <pc:docMk/>
            <pc:sldMk cId="2287691880" sldId="1163"/>
            <ac:spMk id="325" creationId="{4C35B0E9-D99E-FA84-DBBC-5CFAA370674E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2" creationId="{C1D1EFD2-168D-A4FF-CB2F-CA9E7F9FC78D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3" creationId="{89440252-7279-234A-E57B-6225E1FC640E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4" creationId="{E220ADBA-DCEC-CE22-DE36-3204DC930F25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5" creationId="{1148633F-D14F-430C-4427-56808F325F20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6" creationId="{60E3A9CC-0DF2-7A6C-453E-4831663835A5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57" creationId="{02A3626C-1081-2D2C-DA8A-3C5AC404AB9F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68" creationId="{8C7AD8F7-4349-FAAC-599C-78869293E8F6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371" creationId="{717AE961-6DC3-B188-45F4-5B40ACCE1559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372" creationId="{B524C0F8-6BEA-11E9-B2A7-8E3C131809B4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0" creationId="{C347243D-3469-3054-986A-D247395872BB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1" creationId="{4EC7BF1E-986B-4599-5584-3FBF950542BD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2" creationId="{9730017E-C15A-5545-0C26-91BAD3DF6D92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3" creationId="{61E1C4AD-81AB-D2D7-742A-52A2B6FAED50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4" creationId="{6738A016-02AE-D440-EE30-A0B95F8DB516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25" creationId="{C9200BEA-102F-9398-1AF2-727A8A4693CE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36" creationId="{C75E74C7-6CA2-0148-245A-9994D7384BD1}"/>
          </ac:spMkLst>
        </pc:spChg>
        <pc:spChg chg="add del">
          <ac:chgData name="Gareth Thomson | Football Queensland" userId="45505d28-f665-4546-80c4-7c2d16b5a302" providerId="ADAL" clId="{6E62CCBA-FA13-44CB-B563-9C9C9308AD93}" dt="2024-11-12T01:53:25.383" v="10913" actId="478"/>
          <ac:spMkLst>
            <pc:docMk/>
            <pc:sldMk cId="2287691880" sldId="1163"/>
            <ac:spMk id="437" creationId="{B8B1A2BD-8458-E392-F204-FB5819FF3A96}"/>
          </ac:spMkLst>
        </pc:spChg>
        <pc:spChg chg="del">
          <ac:chgData name="Gareth Thomson | Football Queensland" userId="45505d28-f665-4546-80c4-7c2d16b5a302" providerId="ADAL" clId="{6E62CCBA-FA13-44CB-B563-9C9C9308AD93}" dt="2024-11-12T01:53:32.764" v="10914" actId="478"/>
          <ac:spMkLst>
            <pc:docMk/>
            <pc:sldMk cId="2287691880" sldId="1163"/>
            <ac:spMk id="542" creationId="{B9163997-9EF9-3736-9341-CE635EA46BC0}"/>
          </ac:spMkLst>
        </pc:s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11" creationId="{B95FD790-6CD0-E5E3-8EFD-D1A1AA328D62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21" creationId="{801084AA-33C6-E9FE-E6FD-6C433FA4384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4:01:04.549" v="10991" actId="1076"/>
          <ac:grpSpMkLst>
            <pc:docMk/>
            <pc:sldMk cId="2287691880" sldId="1163"/>
            <ac:grpSpMk id="26" creationId="{C33ADA16-3C3F-E614-4933-AC963282968D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31" creationId="{50B52DCA-BD28-EA13-3045-1A90DA358777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68" creationId="{6A625B05-3140-5D59-FCFC-2353C0F8C295}"/>
          </ac:grpSpMkLst>
        </pc:grpChg>
        <pc:grpChg chg="add mod">
          <ac:chgData name="Gareth Thomson | Football Queensland" userId="45505d28-f665-4546-80c4-7c2d16b5a302" providerId="ADAL" clId="{6E62CCBA-FA13-44CB-B563-9C9C9308AD93}" dt="2024-11-12T04:01:24.930" v="10999" actId="1076"/>
          <ac:grpSpMkLst>
            <pc:docMk/>
            <pc:sldMk cId="2287691880" sldId="1163"/>
            <ac:grpSpMk id="73" creationId="{F0E37E84-CC72-EF98-32B2-EDFEAA1C3382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77" creationId="{3B53C7DC-9392-8BAB-1127-204905046716}"/>
          </ac:grpSpMkLst>
        </pc:grpChg>
        <pc:grpChg chg="add mod">
          <ac:chgData name="Gareth Thomson | Football Queensland" userId="45505d28-f665-4546-80c4-7c2d16b5a302" providerId="ADAL" clId="{6E62CCBA-FA13-44CB-B563-9C9C9308AD93}" dt="2024-11-12T04:01:23.186" v="10998" actId="1076"/>
          <ac:grpSpMkLst>
            <pc:docMk/>
            <pc:sldMk cId="2287691880" sldId="1163"/>
            <ac:grpSpMk id="83" creationId="{CC6272EF-A303-E581-099F-BF920C5B237D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85" creationId="{E1909591-E483-4E6E-EDB9-A382919D8BF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92" creationId="{4C56B0B1-2A76-3683-BA3A-6FDE2EA7622B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129" creationId="{470E8953-37DC-3683-5CB3-703E2342BE21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136" creationId="{951EAC2F-5299-A67C-3EFB-C0C0AB742A70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147" creationId="{5BCB4E13-9AA4-E798-7FF6-3921CCA7C45D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148" creationId="{11FD3A90-3960-E8E3-40A8-7F0EC638642F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43.618" v="10928" actId="1035"/>
          <ac:grpSpMkLst>
            <pc:docMk/>
            <pc:sldMk cId="2287691880" sldId="1163"/>
            <ac:grpSpMk id="154" creationId="{2BCB2DA1-B562-57F0-3246-3584509EA6A2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167" creationId="{4BD9B81D-A98F-C973-F54C-A2625C88DC1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172" creationId="{FC3BB098-91F5-9D6A-9661-CE74C7131B44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177" creationId="{32A6684B-7308-D5B3-AD75-94D53F08FF12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182" creationId="{D33E878F-E07C-D9D6-120E-621AAEBBEA56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186" creationId="{EDA883E5-DF4D-E5C0-40DF-C83BB0A1BBD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192" creationId="{B549BAD0-55AB-D292-53C2-BE41FBC08E6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200" creationId="{AA97DC3E-C57D-50B1-BCA1-F81EE0F7E8B2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205" creationId="{FC4FC853-0E21-2CC4-DC99-7E7E6B56CA88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215" creationId="{7C57C088-11C9-D3B5-516C-5F49A4B5F660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220" creationId="{A77DC429-C948-F37E-FF54-37DF14521438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234" creationId="{DFE41D61-6867-C2EE-56B7-5F831B1EED21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242" creationId="{EC3F5503-2122-4EE5-4715-4FCCE307DCC9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247" creationId="{744C13A1-DED5-C322-F5B7-4E6EE30CBD4F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252" creationId="{F2B96CED-FAAA-5ADA-36B3-E3E5AD5B5323}"/>
          </ac:grpSpMkLst>
        </pc:grpChg>
        <pc:grpChg chg="add mod">
          <ac:chgData name="Gareth Thomson | Football Queensland" userId="45505d28-f665-4546-80c4-7c2d16b5a302" providerId="ADAL" clId="{6E62CCBA-FA13-44CB-B563-9C9C9308AD93}" dt="2024-11-12T01:54:12.257" v="10919" actId="1076"/>
          <ac:grpSpMkLst>
            <pc:docMk/>
            <pc:sldMk cId="2287691880" sldId="1163"/>
            <ac:grpSpMk id="321" creationId="{E4F74B1D-EF1C-9B6C-422F-6F08CD424B6A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347" creationId="{42CCFBAC-42F3-44F7-6776-75E7AD2E217E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358" creationId="{EF2808A3-5F8F-A02D-64F7-CBB12D64C32F}"/>
          </ac:grpSpMkLst>
        </pc:grpChg>
        <pc:grpChg chg="del">
          <ac:chgData name="Gareth Thomson | Football Queensland" userId="45505d28-f665-4546-80c4-7c2d16b5a302" providerId="ADAL" clId="{6E62CCBA-FA13-44CB-B563-9C9C9308AD93}" dt="2024-11-12T01:53:32.764" v="10914" actId="478"/>
          <ac:grpSpMkLst>
            <pc:docMk/>
            <pc:sldMk cId="2287691880" sldId="1163"/>
            <ac:grpSpMk id="363" creationId="{32565023-58E0-677C-CF55-71040FB146B5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375" creationId="{E28A5664-F12A-3410-203B-D75420A663E1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380" creationId="{BD10423D-E2EC-6A60-7163-C062CC08A0B0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385" creationId="{4F335A27-CE82-43E6-A40E-30581B89CE2A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395" creationId="{82B0AA5C-F2FB-F3B8-6BB5-9C7501DB8733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400" creationId="{5A89C51A-9097-2DB8-1DB6-0D037E1977B6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405" creationId="{8E6E1357-81B5-DE7B-3BAB-76BFC3DE95A6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415" creationId="{12C74C1E-0321-B70C-EE85-6E20054ECB09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426" creationId="{AB626F77-E35E-814A-33B8-01F5F0366FE9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431" creationId="{5734118D-2D74-8AC0-2E64-522331B028C7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522" creationId="{346088DF-D7E8-73C4-4351-93EF46F1BBDA}"/>
          </ac:grpSpMkLst>
        </pc:grpChg>
        <pc:grpChg chg="add del">
          <ac:chgData name="Gareth Thomson | Football Queensland" userId="45505d28-f665-4546-80c4-7c2d16b5a302" providerId="ADAL" clId="{6E62CCBA-FA13-44CB-B563-9C9C9308AD93}" dt="2024-11-12T01:53:25.383" v="10913" actId="478"/>
          <ac:grpSpMkLst>
            <pc:docMk/>
            <pc:sldMk cId="2287691880" sldId="1163"/>
            <ac:grpSpMk id="527" creationId="{0567426E-2199-B59B-919E-D17BCE7792BE}"/>
          </ac:grpSpMkLst>
        </pc:grpChg>
        <pc:picChg chg="add mod">
          <ac:chgData name="Gareth Thomson | Football Queensland" userId="45505d28-f665-4546-80c4-7c2d16b5a302" providerId="ADAL" clId="{6E62CCBA-FA13-44CB-B563-9C9C9308AD93}" dt="2024-11-12T01:54:43.618" v="10928" actId="1035"/>
          <ac:picMkLst>
            <pc:docMk/>
            <pc:sldMk cId="2287691880" sldId="1163"/>
            <ac:picMk id="5" creationId="{E2896EA1-0330-8C45-E4FB-1E04CF150936}"/>
          </ac:picMkLst>
        </pc:picChg>
        <pc:picChg chg="add mod">
          <ac:chgData name="Gareth Thomson | Football Queensland" userId="45505d28-f665-4546-80c4-7c2d16b5a302" providerId="ADAL" clId="{6E62CCBA-FA13-44CB-B563-9C9C9308AD93}" dt="2024-11-12T01:54:43.618" v="10928" actId="1035"/>
          <ac:picMkLst>
            <pc:docMk/>
            <pc:sldMk cId="2287691880" sldId="1163"/>
            <ac:picMk id="10" creationId="{939C9112-8F79-AF51-5B3D-284D40AB8161}"/>
          </ac:picMkLst>
        </pc:picChg>
        <pc:picChg chg="add mod">
          <ac:chgData name="Gareth Thomson | Football Queensland" userId="45505d28-f665-4546-80c4-7c2d16b5a302" providerId="ADAL" clId="{6E62CCBA-FA13-44CB-B563-9C9C9308AD93}" dt="2024-11-12T01:54:12.257" v="10919" actId="1076"/>
          <ac:picMkLst>
            <pc:docMk/>
            <pc:sldMk cId="2287691880" sldId="1163"/>
            <ac:picMk id="227" creationId="{0EF4B1C2-E193-1A57-6B88-07A0B2B68EC6}"/>
          </ac:picMkLst>
        </pc:picChg>
        <pc:picChg chg="add mod">
          <ac:chgData name="Gareth Thomson | Football Queensland" userId="45505d28-f665-4546-80c4-7c2d16b5a302" providerId="ADAL" clId="{6E62CCBA-FA13-44CB-B563-9C9C9308AD93}" dt="2024-11-12T01:55:03.974" v="10934" actId="1035"/>
          <ac:picMkLst>
            <pc:docMk/>
            <pc:sldMk cId="2287691880" sldId="1163"/>
            <ac:picMk id="228" creationId="{3A70A59F-15DF-E71C-6C54-1BB83AB96206}"/>
          </ac:picMkLst>
        </pc:picChg>
        <pc:picChg chg="add mod">
          <ac:chgData name="Gareth Thomson | Football Queensland" userId="45505d28-f665-4546-80c4-7c2d16b5a302" providerId="ADAL" clId="{6E62CCBA-FA13-44CB-B563-9C9C9308AD93}" dt="2024-11-12T02:57:02.621" v="10985" actId="1038"/>
          <ac:picMkLst>
            <pc:docMk/>
            <pc:sldMk cId="2287691880" sldId="1163"/>
            <ac:picMk id="229" creationId="{60DAA206-142F-66C4-8174-4AB8960112FD}"/>
          </ac:picMkLst>
        </pc:picChg>
        <pc:picChg chg="add mod">
          <ac:chgData name="Gareth Thomson | Football Queensland" userId="45505d28-f665-4546-80c4-7c2d16b5a302" providerId="ADAL" clId="{6E62CCBA-FA13-44CB-B563-9C9C9308AD93}" dt="2024-11-12T02:57:02.621" v="10985" actId="1038"/>
          <ac:picMkLst>
            <pc:docMk/>
            <pc:sldMk cId="2287691880" sldId="1163"/>
            <ac:picMk id="230" creationId="{A4318433-3797-292A-7738-9DC63A0BA2BC}"/>
          </ac:picMkLst>
        </pc:picChg>
        <pc:picChg chg="del">
          <ac:chgData name="Gareth Thomson | Football Queensland" userId="45505d28-f665-4546-80c4-7c2d16b5a302" providerId="ADAL" clId="{6E62CCBA-FA13-44CB-B563-9C9C9308AD93}" dt="2024-11-12T01:53:32.764" v="10914" actId="478"/>
          <ac:picMkLst>
            <pc:docMk/>
            <pc:sldMk cId="2287691880" sldId="1163"/>
            <ac:picMk id="240" creationId="{9AE8105B-44A7-E48A-E14D-C8EA18188D52}"/>
          </ac:picMkLst>
        </pc:picChg>
        <pc:picChg chg="del">
          <ac:chgData name="Gareth Thomson | Football Queensland" userId="45505d28-f665-4546-80c4-7c2d16b5a302" providerId="ADAL" clId="{6E62CCBA-FA13-44CB-B563-9C9C9308AD93}" dt="2024-11-12T01:53:32.764" v="10914" actId="478"/>
          <ac:picMkLst>
            <pc:docMk/>
            <pc:sldMk cId="2287691880" sldId="1163"/>
            <ac:picMk id="241" creationId="{2FAE650F-8AD0-CBA4-573D-22192C1043D8}"/>
          </ac:picMkLst>
        </pc:picChg>
        <pc:picChg chg="add del">
          <ac:chgData name="Gareth Thomson | Football Queensland" userId="45505d28-f665-4546-80c4-7c2d16b5a302" providerId="ADAL" clId="{6E62CCBA-FA13-44CB-B563-9C9C9308AD93}" dt="2024-11-12T01:53:25.383" v="10913" actId="478"/>
          <ac:picMkLst>
            <pc:docMk/>
            <pc:sldMk cId="2287691880" sldId="1163"/>
            <ac:picMk id="513" creationId="{820C6160-C142-88EB-F176-6963F3E6A29A}"/>
          </ac:picMkLst>
        </pc:picChg>
        <pc:picChg chg="add del">
          <ac:chgData name="Gareth Thomson | Football Queensland" userId="45505d28-f665-4546-80c4-7c2d16b5a302" providerId="ADAL" clId="{6E62CCBA-FA13-44CB-B563-9C9C9308AD93}" dt="2024-11-12T01:53:25.383" v="10913" actId="478"/>
          <ac:picMkLst>
            <pc:docMk/>
            <pc:sldMk cId="2287691880" sldId="1163"/>
            <ac:picMk id="514" creationId="{6460FCE5-D3D1-0FF3-D033-A501D748B506}"/>
          </ac:picMkLst>
        </pc:picChg>
        <pc:picChg chg="add del">
          <ac:chgData name="Gareth Thomson | Football Queensland" userId="45505d28-f665-4546-80c4-7c2d16b5a302" providerId="ADAL" clId="{6E62CCBA-FA13-44CB-B563-9C9C9308AD93}" dt="2024-11-12T01:53:25.383" v="10913" actId="478"/>
          <ac:picMkLst>
            <pc:docMk/>
            <pc:sldMk cId="2287691880" sldId="1163"/>
            <ac:picMk id="515" creationId="{CDF9063B-8C0F-D7C6-1971-65AE0A34186B}"/>
          </ac:picMkLst>
        </pc:picChg>
        <pc:picChg chg="add del">
          <ac:chgData name="Gareth Thomson | Football Queensland" userId="45505d28-f665-4546-80c4-7c2d16b5a302" providerId="ADAL" clId="{6E62CCBA-FA13-44CB-B563-9C9C9308AD93}" dt="2024-11-12T01:53:25.383" v="10913" actId="478"/>
          <ac:picMkLst>
            <pc:docMk/>
            <pc:sldMk cId="2287691880" sldId="1163"/>
            <ac:picMk id="516" creationId="{B54D9BC9-D9EC-CA80-5564-E7941A32A2AD}"/>
          </ac:picMkLst>
        </pc:picChg>
        <pc:cxnChg chg="add mod">
          <ac:chgData name="Gareth Thomson | Football Queensland" userId="45505d28-f665-4546-80c4-7c2d16b5a302" providerId="ADAL" clId="{6E62CCBA-FA13-44CB-B563-9C9C9308AD93}" dt="2024-11-13T00:44:32.778" v="13185" actId="14100"/>
          <ac:cxnSpMkLst>
            <pc:docMk/>
            <pc:sldMk cId="2287691880" sldId="1163"/>
            <ac:cxnSpMk id="19" creationId="{0FA33899-95E4-4B48-CB5E-5AA285CF36F7}"/>
          </ac:cxnSpMkLst>
        </pc:cxnChg>
        <pc:cxnChg chg="add mod">
          <ac:chgData name="Gareth Thomson | Football Queensland" userId="45505d28-f665-4546-80c4-7c2d16b5a302" providerId="ADAL" clId="{6E62CCBA-FA13-44CB-B563-9C9C9308AD93}" dt="2024-11-12T01:54:43.618" v="10928" actId="1035"/>
          <ac:cxnSpMkLst>
            <pc:docMk/>
            <pc:sldMk cId="2287691880" sldId="1163"/>
            <ac:cxnSpMk id="162" creationId="{EECF08BE-3BA0-F99D-07EB-5803A12FA684}"/>
          </ac:cxnSpMkLst>
        </pc:cxnChg>
        <pc:cxnChg chg="add mod">
          <ac:chgData name="Gareth Thomson | Football Queensland" userId="45505d28-f665-4546-80c4-7c2d16b5a302" providerId="ADAL" clId="{6E62CCBA-FA13-44CB-B563-9C9C9308AD93}" dt="2024-11-12T01:54:43.618" v="10928" actId="1035"/>
          <ac:cxnSpMkLst>
            <pc:docMk/>
            <pc:sldMk cId="2287691880" sldId="1163"/>
            <ac:cxnSpMk id="163" creationId="{B1E0285D-BE2D-EC95-4834-D5FFA5476D8C}"/>
          </ac:cxnSpMkLst>
        </pc:cxnChg>
        <pc:cxnChg chg="add mod">
          <ac:chgData name="Gareth Thomson | Football Queensland" userId="45505d28-f665-4546-80c4-7c2d16b5a302" providerId="ADAL" clId="{6E62CCBA-FA13-44CB-B563-9C9C9308AD93}" dt="2024-11-12T01:54:12.257" v="10919" actId="1076"/>
          <ac:cxnSpMkLst>
            <pc:docMk/>
            <pc:sldMk cId="2287691880" sldId="1163"/>
            <ac:cxnSpMk id="233" creationId="{F78DEA21-9939-C70E-451D-7CD84E2B36EA}"/>
          </ac:cxnSpMkLst>
        </pc:cxnChg>
        <pc:cxnChg chg="add del">
          <ac:chgData name="Gareth Thomson | Football Queensland" userId="45505d28-f665-4546-80c4-7c2d16b5a302" providerId="ADAL" clId="{6E62CCBA-FA13-44CB-B563-9C9C9308AD93}" dt="2024-11-12T01:53:25.383" v="10913" actId="478"/>
          <ac:cxnSpMkLst>
            <pc:docMk/>
            <pc:sldMk cId="2287691880" sldId="1163"/>
            <ac:cxnSpMk id="518" creationId="{1385ADEC-631B-42E0-396E-30D5D103CB84}"/>
          </ac:cxnSpMkLst>
        </pc:cxnChg>
        <pc:cxnChg chg="del">
          <ac:chgData name="Gareth Thomson | Football Queensland" userId="45505d28-f665-4546-80c4-7c2d16b5a302" providerId="ADAL" clId="{6E62CCBA-FA13-44CB-B563-9C9C9308AD93}" dt="2024-11-12T01:53:32.764" v="10914" actId="478"/>
          <ac:cxnSpMkLst>
            <pc:docMk/>
            <pc:sldMk cId="2287691880" sldId="1163"/>
            <ac:cxnSpMk id="537" creationId="{9CA57117-E5F2-C2A8-7ED8-9FFAE692B898}"/>
          </ac:cxnSpMkLst>
        </pc:cxnChg>
        <pc:cxnChg chg="del">
          <ac:chgData name="Gareth Thomson | Football Queensland" userId="45505d28-f665-4546-80c4-7c2d16b5a302" providerId="ADAL" clId="{6E62CCBA-FA13-44CB-B563-9C9C9308AD93}" dt="2024-11-12T01:53:32.764" v="10914" actId="478"/>
          <ac:cxnSpMkLst>
            <pc:docMk/>
            <pc:sldMk cId="2287691880" sldId="1163"/>
            <ac:cxnSpMk id="540" creationId="{F3604275-DECE-9478-0453-1FC3F17D12FB}"/>
          </ac:cxnSpMkLst>
        </pc:cxnChg>
      </pc:sldChg>
      <pc:sldChg chg="addSp delSp modSp add mod">
        <pc:chgData name="Gareth Thomson | Football Queensland" userId="45505d28-f665-4546-80c4-7c2d16b5a302" providerId="ADAL" clId="{6E62CCBA-FA13-44CB-B563-9C9C9308AD93}" dt="2024-11-13T01:55:36.589" v="15298" actId="113"/>
        <pc:sldMkLst>
          <pc:docMk/>
          <pc:sldMk cId="2162075049" sldId="1164"/>
        </pc:sldMkLst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2" creationId="{48888BF8-E109-E21F-E366-680F92548E9E}"/>
          </ac:spMkLst>
        </pc:spChg>
        <pc:spChg chg="mod">
          <ac:chgData name="Gareth Thomson | Football Queensland" userId="45505d28-f665-4546-80c4-7c2d16b5a302" providerId="ADAL" clId="{6E62CCBA-FA13-44CB-B563-9C9C9308AD93}" dt="2024-11-13T01:37:45.919" v="15122" actId="207"/>
          <ac:spMkLst>
            <pc:docMk/>
            <pc:sldMk cId="2162075049" sldId="1164"/>
            <ac:spMk id="3" creationId="{D56FA78D-E0A6-7D03-D808-AF281BEBE235}"/>
          </ac:spMkLst>
        </pc:spChg>
        <pc:spChg chg="mod">
          <ac:chgData name="Gareth Thomson | Football Queensland" userId="45505d28-f665-4546-80c4-7c2d16b5a302" providerId="ADAL" clId="{6E62CCBA-FA13-44CB-B563-9C9C9308AD93}" dt="2024-11-13T01:55:36.589" v="15298" actId="113"/>
          <ac:spMkLst>
            <pc:docMk/>
            <pc:sldMk cId="2162075049" sldId="1164"/>
            <ac:spMk id="4" creationId="{D169B92C-5705-E045-83B7-ABEF237D23E8}"/>
          </ac:spMkLst>
        </pc:spChg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5" creationId="{0365157F-1F8D-0056-8FBD-33CD5DD59D2C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4" creationId="{DB14A388-3940-6851-D641-484475FD353F}"/>
          </ac:spMkLst>
        </pc:spChg>
        <pc:spChg chg="del mod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5" creationId="{14AE803A-A51D-FDCF-96C3-62C38AE26E0A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24" creationId="{4557E4E0-2D42-CFD7-1F96-BA664CFD57D4}"/>
          </ac:spMkLst>
        </pc:spChg>
        <pc:spChg chg="mod">
          <ac:chgData name="Gareth Thomson | Football Queensland" userId="45505d28-f665-4546-80c4-7c2d16b5a302" providerId="ADAL" clId="{6E62CCBA-FA13-44CB-B563-9C9C9308AD93}" dt="2024-11-13T01:29:03.307" v="15112" actId="20577"/>
          <ac:spMkLst>
            <pc:docMk/>
            <pc:sldMk cId="2162075049" sldId="1164"/>
            <ac:spMk id="26" creationId="{0DA8FB3C-537C-3930-3DE9-DCE841A12B34}"/>
          </ac:spMkLst>
        </pc:spChg>
        <pc:spChg chg="mod">
          <ac:chgData name="Gareth Thomson | Football Queensland" userId="45505d28-f665-4546-80c4-7c2d16b5a302" providerId="ADAL" clId="{6E62CCBA-FA13-44CB-B563-9C9C9308AD93}" dt="2024-11-13T01:28:42.693" v="15045" actId="20577"/>
          <ac:spMkLst>
            <pc:docMk/>
            <pc:sldMk cId="2162075049" sldId="1164"/>
            <ac:spMk id="27" creationId="{A80B01AE-CC5D-5521-B474-5B6A4B74A93C}"/>
          </ac:spMkLst>
        </pc:spChg>
        <pc:spChg chg="mod">
          <ac:chgData name="Gareth Thomson | Football Queensland" userId="45505d28-f665-4546-80c4-7c2d16b5a302" providerId="ADAL" clId="{6E62CCBA-FA13-44CB-B563-9C9C9308AD93}" dt="2024-11-13T01:33:33.366" v="15115" actId="20577"/>
          <ac:spMkLst>
            <pc:docMk/>
            <pc:sldMk cId="2162075049" sldId="1164"/>
            <ac:spMk id="28" creationId="{A1B3A182-7479-2AE6-BE97-4E13D70F6EA6}"/>
          </ac:spMkLst>
        </pc:spChg>
        <pc:spChg chg="mod">
          <ac:chgData name="Gareth Thomson | Football Queensland" userId="45505d28-f665-4546-80c4-7c2d16b5a302" providerId="ADAL" clId="{6E62CCBA-FA13-44CB-B563-9C9C9308AD93}" dt="2024-11-13T01:14:06.411" v="14145"/>
          <ac:spMkLst>
            <pc:docMk/>
            <pc:sldMk cId="2162075049" sldId="1164"/>
            <ac:spMk id="1031" creationId="{D09E0258-21DA-BCF4-BEFA-9E4228A0BF83}"/>
          </ac:spMkLst>
        </pc:spChg>
        <pc:spChg chg="mod">
          <ac:chgData name="Gareth Thomson | Football Queensland" userId="45505d28-f665-4546-80c4-7c2d16b5a302" providerId="ADAL" clId="{6E62CCBA-FA13-44CB-B563-9C9C9308AD93}" dt="2024-11-13T01:14:06.411" v="14145"/>
          <ac:spMkLst>
            <pc:docMk/>
            <pc:sldMk cId="2162075049" sldId="1164"/>
            <ac:spMk id="1032" creationId="{2D1EEAE2-2036-F9FD-3F81-BCF0F6EF7802}"/>
          </ac:spMkLst>
        </pc:spChg>
        <pc:spChg chg="mod">
          <ac:chgData name="Gareth Thomson | Football Queensland" userId="45505d28-f665-4546-80c4-7c2d16b5a302" providerId="ADAL" clId="{6E62CCBA-FA13-44CB-B563-9C9C9308AD93}" dt="2024-11-13T01:14:06.411" v="14145"/>
          <ac:spMkLst>
            <pc:docMk/>
            <pc:sldMk cId="2162075049" sldId="1164"/>
            <ac:spMk id="1033" creationId="{19224057-E82F-8777-21FC-021D2E388169}"/>
          </ac:spMkLst>
        </pc:spChg>
        <pc:spChg chg="mod">
          <ac:chgData name="Gareth Thomson | Football Queensland" userId="45505d28-f665-4546-80c4-7c2d16b5a302" providerId="ADAL" clId="{6E62CCBA-FA13-44CB-B563-9C9C9308AD93}" dt="2024-11-13T01:16:46.673" v="14344" actId="20577"/>
          <ac:spMkLst>
            <pc:docMk/>
            <pc:sldMk cId="2162075049" sldId="1164"/>
            <ac:spMk id="1034" creationId="{006D6E76-F735-2B31-766E-6B679D4628FE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040" creationId="{863AD875-FFCE-B1E0-EDBC-68AB323F0993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041" creationId="{5EF170A2-2851-0E14-4117-A942316BEAE3}"/>
          </ac:spMkLst>
        </pc:spChg>
        <pc:spChg chg="del mod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046" creationId="{73F16B72-5B37-B30A-FF65-BA617C52CB96}"/>
          </ac:spMkLst>
        </pc:spChg>
        <pc:spChg chg="add del">
          <ac:chgData name="Gareth Thomson | Football Queensland" userId="45505d28-f665-4546-80c4-7c2d16b5a302" providerId="ADAL" clId="{6E62CCBA-FA13-44CB-B563-9C9C9308AD93}" dt="2024-11-13T00:51:02.441" v="13262" actId="478"/>
          <ac:spMkLst>
            <pc:docMk/>
            <pc:sldMk cId="2162075049" sldId="1164"/>
            <ac:spMk id="1048" creationId="{5C1A326B-2047-8945-1724-E2D0538047A6}"/>
          </ac:spMkLst>
        </pc:spChg>
        <pc:spChg chg="add del">
          <ac:chgData name="Gareth Thomson | Football Queensland" userId="45505d28-f665-4546-80c4-7c2d16b5a302" providerId="ADAL" clId="{6E62CCBA-FA13-44CB-B563-9C9C9308AD93}" dt="2024-11-13T00:51:02.441" v="13262" actId="478"/>
          <ac:spMkLst>
            <pc:docMk/>
            <pc:sldMk cId="2162075049" sldId="1164"/>
            <ac:spMk id="1049" creationId="{7BCEE6FF-E67F-E039-B179-6ED6A72584B8}"/>
          </ac:spMkLst>
        </pc:spChg>
        <pc:spChg chg="add del">
          <ac:chgData name="Gareth Thomson | Football Queensland" userId="45505d28-f665-4546-80c4-7c2d16b5a302" providerId="ADAL" clId="{6E62CCBA-FA13-44CB-B563-9C9C9308AD93}" dt="2024-11-13T01:22:36.224" v="14415" actId="21"/>
          <ac:spMkLst>
            <pc:docMk/>
            <pc:sldMk cId="2162075049" sldId="1164"/>
            <ac:spMk id="1051" creationId="{D188E358-BBF3-FF27-71BA-1C4D93F01876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054" creationId="{2CD7C45C-BEEE-D8C5-B1D8-FE3825E35935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055" creationId="{94D63574-D883-6DAB-1EDD-884DD84412F2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72" creationId="{52F7D936-889B-80BD-563F-D4C6B5677ED6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73" creationId="{EF3EEEA4-37B0-C25D-C138-9365FB628E10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75" creationId="{012DDFFA-6559-B504-67C9-837F4277302D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76" creationId="{0BB8C5B4-6CA0-742E-7462-9BB749D14BB0}"/>
          </ac:spMkLst>
        </pc:spChg>
        <pc:spChg chg="mod">
          <ac:chgData name="Gareth Thomson | Football Queensland" userId="45505d28-f665-4546-80c4-7c2d16b5a302" providerId="ADAL" clId="{6E62CCBA-FA13-44CB-B563-9C9C9308AD93}" dt="2024-11-13T01:21:26.631" v="14384" actId="207"/>
          <ac:spMkLst>
            <pc:docMk/>
            <pc:sldMk cId="2162075049" sldId="1164"/>
            <ac:spMk id="1480" creationId="{6CB0A893-FFAE-624D-D499-97D854408845}"/>
          </ac:spMkLst>
        </pc:spChg>
        <pc:spChg chg="mod">
          <ac:chgData name="Gareth Thomson | Football Queensland" userId="45505d28-f665-4546-80c4-7c2d16b5a302" providerId="ADAL" clId="{6E62CCBA-FA13-44CB-B563-9C9C9308AD93}" dt="2024-11-13T01:21:30.474" v="14385" actId="20577"/>
          <ac:spMkLst>
            <pc:docMk/>
            <pc:sldMk cId="2162075049" sldId="1164"/>
            <ac:spMk id="1481" creationId="{A1A38211-18C5-7DB2-E31F-BBF9569E1D99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82" creationId="{A8CD8799-A3FF-8D6E-CAA9-8CC7636AA043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83" creationId="{5AFF776B-0F99-76B2-7CC3-A70DF6187665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85" creationId="{16C9E232-AD34-A947-8359-C14EE32CC7E7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486" creationId="{A99E3DC0-E6EC-EED7-2EDB-44D90DD4B9ED}"/>
          </ac:spMkLst>
        </pc:spChg>
        <pc:spChg chg="mod">
          <ac:chgData name="Gareth Thomson | Football Queensland" userId="45505d28-f665-4546-80c4-7c2d16b5a302" providerId="ADAL" clId="{6E62CCBA-FA13-44CB-B563-9C9C9308AD93}" dt="2024-11-13T01:21:45.754" v="14391" actId="1076"/>
          <ac:spMkLst>
            <pc:docMk/>
            <pc:sldMk cId="2162075049" sldId="1164"/>
            <ac:spMk id="1498" creationId="{CC348B3A-C822-4088-73C8-0B7A1A1A1C83}"/>
          </ac:spMkLst>
        </pc:spChg>
        <pc:spChg chg="mod">
          <ac:chgData name="Gareth Thomson | Football Queensland" userId="45505d28-f665-4546-80c4-7c2d16b5a302" providerId="ADAL" clId="{6E62CCBA-FA13-44CB-B563-9C9C9308AD93}" dt="2024-11-13T01:21:21.399" v="14382" actId="207"/>
          <ac:spMkLst>
            <pc:docMk/>
            <pc:sldMk cId="2162075049" sldId="1164"/>
            <ac:spMk id="1516" creationId="{41DE5CA4-000D-5E91-3E08-B62BF0DDE853}"/>
          </ac:spMkLst>
        </pc:spChg>
        <pc:spChg chg="mod">
          <ac:chgData name="Gareth Thomson | Football Queensland" userId="45505d28-f665-4546-80c4-7c2d16b5a302" providerId="ADAL" clId="{6E62CCBA-FA13-44CB-B563-9C9C9308AD93}" dt="2024-11-13T01:21:35.337" v="14387" actId="207"/>
          <ac:spMkLst>
            <pc:docMk/>
            <pc:sldMk cId="2162075049" sldId="1164"/>
            <ac:spMk id="1517" creationId="{6FDBFFF1-3C5F-64EB-B9E7-41E05233E88A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57" creationId="{5CB9C0C0-5568-1749-9F38-B9193CC1846C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58" creationId="{C30C4D70-F77F-5899-06AD-0C35B6290BAF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60" creationId="{A1176B15-DF49-3D99-EB5D-AC91B3EB6FD4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61" creationId="{C3798930-C39C-2322-E349-45D4FD852372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62" creationId="{0AD568D7-CF87-4A6E-821D-3857D1268BDE}"/>
          </ac:spMkLst>
        </pc:spChg>
        <pc:spChg chg="mod">
          <ac:chgData name="Gareth Thomson | Football Queensland" userId="45505d28-f665-4546-80c4-7c2d16b5a302" providerId="ADAL" clId="{6E62CCBA-FA13-44CB-B563-9C9C9308AD93}" dt="2024-11-13T01:14:29.834" v="14150"/>
          <ac:spMkLst>
            <pc:docMk/>
            <pc:sldMk cId="2162075049" sldId="1164"/>
            <ac:spMk id="1563" creationId="{98C69C24-428C-61EF-7986-47BA10446F52}"/>
          </ac:spMkLst>
        </pc:spChg>
        <pc:spChg chg="mod">
          <ac:chgData name="Gareth Thomson | Football Queensland" userId="45505d28-f665-4546-80c4-7c2d16b5a302" providerId="ADAL" clId="{6E62CCBA-FA13-44CB-B563-9C9C9308AD93}" dt="2024-11-13T01:14:48.499" v="14157"/>
          <ac:spMkLst>
            <pc:docMk/>
            <pc:sldMk cId="2162075049" sldId="1164"/>
            <ac:spMk id="1565" creationId="{092E98DA-59C2-E42C-570C-6B7163493338}"/>
          </ac:spMkLst>
        </pc:spChg>
        <pc:spChg chg="mod">
          <ac:chgData name="Gareth Thomson | Football Queensland" userId="45505d28-f665-4546-80c4-7c2d16b5a302" providerId="ADAL" clId="{6E62CCBA-FA13-44CB-B563-9C9C9308AD93}" dt="2024-11-13T01:14:48.499" v="14157"/>
          <ac:spMkLst>
            <pc:docMk/>
            <pc:sldMk cId="2162075049" sldId="1164"/>
            <ac:spMk id="1566" creationId="{56C4F2E4-BCE4-83A0-DD16-CF74614985E6}"/>
          </ac:spMkLst>
        </pc:spChg>
        <pc:spChg chg="mod">
          <ac:chgData name="Gareth Thomson | Football Queensland" userId="45505d28-f665-4546-80c4-7c2d16b5a302" providerId="ADAL" clId="{6E62CCBA-FA13-44CB-B563-9C9C9308AD93}" dt="2024-11-13T01:14:48.499" v="14157"/>
          <ac:spMkLst>
            <pc:docMk/>
            <pc:sldMk cId="2162075049" sldId="1164"/>
            <ac:spMk id="1567" creationId="{1D4361B1-1A06-D8B5-5019-B5ED809321E2}"/>
          </ac:spMkLst>
        </pc:spChg>
        <pc:spChg chg="mod">
          <ac:chgData name="Gareth Thomson | Football Queensland" userId="45505d28-f665-4546-80c4-7c2d16b5a302" providerId="ADAL" clId="{6E62CCBA-FA13-44CB-B563-9C9C9308AD93}" dt="2024-11-13T01:13:03.218" v="14117"/>
          <ac:spMkLst>
            <pc:docMk/>
            <pc:sldMk cId="2162075049" sldId="1164"/>
            <ac:spMk id="1601" creationId="{7324EF3C-FBD1-94BE-7FC6-D85BA51C4341}"/>
          </ac:spMkLst>
        </pc:spChg>
        <pc:spChg chg="mod">
          <ac:chgData name="Gareth Thomson | Football Queensland" userId="45505d28-f665-4546-80c4-7c2d16b5a302" providerId="ADAL" clId="{6E62CCBA-FA13-44CB-B563-9C9C9308AD93}" dt="2024-11-13T01:13:03.218" v="14117"/>
          <ac:spMkLst>
            <pc:docMk/>
            <pc:sldMk cId="2162075049" sldId="1164"/>
            <ac:spMk id="1602" creationId="{B883EA1F-96D8-FE04-9968-9A08977AE8AE}"/>
          </ac:spMkLst>
        </pc:spChg>
        <pc:spChg chg="mod">
          <ac:chgData name="Gareth Thomson | Football Queensland" userId="45505d28-f665-4546-80c4-7c2d16b5a302" providerId="ADAL" clId="{6E62CCBA-FA13-44CB-B563-9C9C9308AD93}" dt="2024-11-13T01:13:03.218" v="14117"/>
          <ac:spMkLst>
            <pc:docMk/>
            <pc:sldMk cId="2162075049" sldId="1164"/>
            <ac:spMk id="1603" creationId="{C16595D5-03D3-BBCD-07A4-FE42FABD186C}"/>
          </ac:spMkLst>
        </pc:spChg>
        <pc:spChg chg="mod">
          <ac:chgData name="Gareth Thomson | Football Queensland" userId="45505d28-f665-4546-80c4-7c2d16b5a302" providerId="ADAL" clId="{6E62CCBA-FA13-44CB-B563-9C9C9308AD93}" dt="2024-11-13T01:16:45.421" v="14343" actId="20577"/>
          <ac:spMkLst>
            <pc:docMk/>
            <pc:sldMk cId="2162075049" sldId="1164"/>
            <ac:spMk id="1604" creationId="{9D32274E-C115-9C36-4C4D-7D415BA64924}"/>
          </ac:spMkLst>
        </pc:spChg>
        <pc:spChg chg="mod">
          <ac:chgData name="Gareth Thomson | Football Queensland" userId="45505d28-f665-4546-80c4-7c2d16b5a302" providerId="ADAL" clId="{6E62CCBA-FA13-44CB-B563-9C9C9308AD93}" dt="2024-11-13T01:13:07.857" v="14120"/>
          <ac:spMkLst>
            <pc:docMk/>
            <pc:sldMk cId="2162075049" sldId="1164"/>
            <ac:spMk id="1606" creationId="{9BC44ED2-ED3A-BC67-D8D0-0CD4C2A5CBD2}"/>
          </ac:spMkLst>
        </pc:spChg>
        <pc:spChg chg="mod">
          <ac:chgData name="Gareth Thomson | Football Queensland" userId="45505d28-f665-4546-80c4-7c2d16b5a302" providerId="ADAL" clId="{6E62CCBA-FA13-44CB-B563-9C9C9308AD93}" dt="2024-11-13T01:13:07.857" v="14120"/>
          <ac:spMkLst>
            <pc:docMk/>
            <pc:sldMk cId="2162075049" sldId="1164"/>
            <ac:spMk id="1607" creationId="{60FEC485-0651-3CC1-7778-D3F9878AB65C}"/>
          </ac:spMkLst>
        </pc:spChg>
        <pc:spChg chg="mod">
          <ac:chgData name="Gareth Thomson | Football Queensland" userId="45505d28-f665-4546-80c4-7c2d16b5a302" providerId="ADAL" clId="{6E62CCBA-FA13-44CB-B563-9C9C9308AD93}" dt="2024-11-13T01:13:48.337" v="14136" actId="688"/>
          <ac:spMkLst>
            <pc:docMk/>
            <pc:sldMk cId="2162075049" sldId="1164"/>
            <ac:spMk id="1608" creationId="{7B25943A-55A5-7626-0317-12D0486D792B}"/>
          </ac:spMkLst>
        </pc:spChg>
        <pc:spChg chg="mod">
          <ac:chgData name="Gareth Thomson | Football Queensland" userId="45505d28-f665-4546-80c4-7c2d16b5a302" providerId="ADAL" clId="{6E62CCBA-FA13-44CB-B563-9C9C9308AD93}" dt="2024-11-13T01:13:07.857" v="14120"/>
          <ac:spMkLst>
            <pc:docMk/>
            <pc:sldMk cId="2162075049" sldId="1164"/>
            <ac:spMk id="1609" creationId="{19C0E602-810B-AC77-D5D5-8FFD86161E85}"/>
          </ac:spMkLst>
        </pc:spChg>
        <pc:spChg chg="mod">
          <ac:chgData name="Gareth Thomson | Football Queensland" userId="45505d28-f665-4546-80c4-7c2d16b5a302" providerId="ADAL" clId="{6E62CCBA-FA13-44CB-B563-9C9C9308AD93}" dt="2024-11-13T01:14:01.453" v="14142"/>
          <ac:spMkLst>
            <pc:docMk/>
            <pc:sldMk cId="2162075049" sldId="1164"/>
            <ac:spMk id="1611" creationId="{4F2C808F-57A2-365A-22BE-A44E62F5744E}"/>
          </ac:spMkLst>
        </pc:spChg>
        <pc:spChg chg="mod">
          <ac:chgData name="Gareth Thomson | Football Queensland" userId="45505d28-f665-4546-80c4-7c2d16b5a302" providerId="ADAL" clId="{6E62CCBA-FA13-44CB-B563-9C9C9308AD93}" dt="2024-11-13T01:14:01.453" v="14142"/>
          <ac:spMkLst>
            <pc:docMk/>
            <pc:sldMk cId="2162075049" sldId="1164"/>
            <ac:spMk id="1612" creationId="{21F81846-09BE-EAC9-4F0F-81AB1834E651}"/>
          </ac:spMkLst>
        </pc:spChg>
        <pc:spChg chg="mod">
          <ac:chgData name="Gareth Thomson | Football Queensland" userId="45505d28-f665-4546-80c4-7c2d16b5a302" providerId="ADAL" clId="{6E62CCBA-FA13-44CB-B563-9C9C9308AD93}" dt="2024-11-13T01:14:01.453" v="14142"/>
          <ac:spMkLst>
            <pc:docMk/>
            <pc:sldMk cId="2162075049" sldId="1164"/>
            <ac:spMk id="1613" creationId="{A9B51358-54B3-47BF-123B-A255DFEA09DE}"/>
          </ac:spMkLst>
        </pc:spChg>
        <pc:spChg chg="mod">
          <ac:chgData name="Gareth Thomson | Football Queensland" userId="45505d28-f665-4546-80c4-7c2d16b5a302" providerId="ADAL" clId="{6E62CCBA-FA13-44CB-B563-9C9C9308AD93}" dt="2024-11-13T01:14:04.204" v="14144" actId="20577"/>
          <ac:spMkLst>
            <pc:docMk/>
            <pc:sldMk cId="2162075049" sldId="1164"/>
            <ac:spMk id="1614" creationId="{D4B52BAC-15D8-1454-C66B-108C84733D26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683" creationId="{FE48ED4D-FE2F-3E41-4FFC-AD4AB503AF2A}"/>
          </ac:spMkLst>
        </pc:spChg>
        <pc:spChg chg="del mod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684" creationId="{68B0CB7E-F131-7CD4-F803-C6FEAD911EEC}"/>
          </ac:spMkLst>
        </pc:spChg>
        <pc:spChg chg="del">
          <ac:chgData name="Gareth Thomson | Football Queensland" userId="45505d28-f665-4546-80c4-7c2d16b5a302" providerId="ADAL" clId="{6E62CCBA-FA13-44CB-B563-9C9C9308AD93}" dt="2024-11-13T00:48:16.908" v="13257" actId="478"/>
          <ac:spMkLst>
            <pc:docMk/>
            <pc:sldMk cId="2162075049" sldId="1164"/>
            <ac:spMk id="1690" creationId="{79A14E28-39F3-162E-D2F3-16586A9A23CC}"/>
          </ac:spMkLst>
        </pc:spChg>
        <pc:spChg chg="mod">
          <ac:chgData name="Gareth Thomson | Football Queensland" userId="45505d28-f665-4546-80c4-7c2d16b5a302" providerId="ADAL" clId="{6E62CCBA-FA13-44CB-B563-9C9C9308AD93}" dt="2024-11-13T01:14:48.499" v="14157"/>
          <ac:spMkLst>
            <pc:docMk/>
            <pc:sldMk cId="2162075049" sldId="1164"/>
            <ac:spMk id="1696" creationId="{9EF8E0E5-DC0E-2E94-1DFD-1E83AEC0CAEA}"/>
          </ac:spMkLst>
        </pc:spChg>
        <pc:spChg chg="mod">
          <ac:chgData name="Gareth Thomson | Football Queensland" userId="45505d28-f665-4546-80c4-7c2d16b5a302" providerId="ADAL" clId="{6E62CCBA-FA13-44CB-B563-9C9C9308AD93}" dt="2024-11-13T01:14:52.087" v="14159"/>
          <ac:spMkLst>
            <pc:docMk/>
            <pc:sldMk cId="2162075049" sldId="1164"/>
            <ac:spMk id="1698" creationId="{9056CCF4-25D1-1E81-A082-88F0E1737925}"/>
          </ac:spMkLst>
        </pc:spChg>
        <pc:spChg chg="mod">
          <ac:chgData name="Gareth Thomson | Football Queensland" userId="45505d28-f665-4546-80c4-7c2d16b5a302" providerId="ADAL" clId="{6E62CCBA-FA13-44CB-B563-9C9C9308AD93}" dt="2024-11-13T01:14:52.087" v="14159"/>
          <ac:spMkLst>
            <pc:docMk/>
            <pc:sldMk cId="2162075049" sldId="1164"/>
            <ac:spMk id="1699" creationId="{9811F4C2-B135-67A8-DCD6-9ECA01FD4C7F}"/>
          </ac:spMkLst>
        </pc:spChg>
        <pc:spChg chg="mod">
          <ac:chgData name="Gareth Thomson | Football Queensland" userId="45505d28-f665-4546-80c4-7c2d16b5a302" providerId="ADAL" clId="{6E62CCBA-FA13-44CB-B563-9C9C9308AD93}" dt="2024-11-13T01:14:52.087" v="14159"/>
          <ac:spMkLst>
            <pc:docMk/>
            <pc:sldMk cId="2162075049" sldId="1164"/>
            <ac:spMk id="1700" creationId="{7433D6E2-2741-4BE7-3E53-A33F557F2EDD}"/>
          </ac:spMkLst>
        </pc:spChg>
        <pc:spChg chg="mod">
          <ac:chgData name="Gareth Thomson | Football Queensland" userId="45505d28-f665-4546-80c4-7c2d16b5a302" providerId="ADAL" clId="{6E62CCBA-FA13-44CB-B563-9C9C9308AD93}" dt="2024-11-13T01:14:52.087" v="14159"/>
          <ac:spMkLst>
            <pc:docMk/>
            <pc:sldMk cId="2162075049" sldId="1164"/>
            <ac:spMk id="1701" creationId="{CCCA6A22-1136-2415-52C5-89289B5398B4}"/>
          </ac:spMkLst>
        </pc:spChg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1702" creationId="{024D25A6-1F48-E37A-DD6B-4338B602EE2C}"/>
          </ac:spMkLst>
        </pc:spChg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1703" creationId="{34B458A8-3847-7CD4-7DB6-63805C3A82E9}"/>
          </ac:spMkLst>
        </pc:spChg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1704" creationId="{08003B8B-034E-3CF2-1E95-D26178DA9763}"/>
          </ac:spMkLst>
        </pc:spChg>
        <pc:spChg chg="add mod">
          <ac:chgData name="Gareth Thomson | Football Queensland" userId="45505d28-f665-4546-80c4-7c2d16b5a302" providerId="ADAL" clId="{6E62CCBA-FA13-44CB-B563-9C9C9308AD93}" dt="2024-11-13T01:22:24.493" v="14413" actId="1035"/>
          <ac:spMkLst>
            <pc:docMk/>
            <pc:sldMk cId="2162075049" sldId="1164"/>
            <ac:spMk id="1705" creationId="{AD64E995-A801-08AF-15DD-B6DE7EDB387F}"/>
          </ac:spMkLst>
        </pc:spChg>
        <pc:spChg chg="mod">
          <ac:chgData name="Gareth Thomson | Football Queensland" userId="45505d28-f665-4546-80c4-7c2d16b5a302" providerId="ADAL" clId="{6E62CCBA-FA13-44CB-B563-9C9C9308AD93}" dt="2024-11-13T01:17:31.086" v="14356"/>
          <ac:spMkLst>
            <pc:docMk/>
            <pc:sldMk cId="2162075049" sldId="1164"/>
            <ac:spMk id="1716" creationId="{9AE29C41-C47E-1BA0-5D45-A551ADDCADBF}"/>
          </ac:spMkLst>
        </pc:spChg>
        <pc:spChg chg="mod">
          <ac:chgData name="Gareth Thomson | Football Queensland" userId="45505d28-f665-4546-80c4-7c2d16b5a302" providerId="ADAL" clId="{6E62CCBA-FA13-44CB-B563-9C9C9308AD93}" dt="2024-11-13T01:17:31.086" v="14356"/>
          <ac:spMkLst>
            <pc:docMk/>
            <pc:sldMk cId="2162075049" sldId="1164"/>
            <ac:spMk id="1717" creationId="{CBF1305F-2814-0833-BD22-59D90E04AEC1}"/>
          </ac:spMkLst>
        </pc:spChg>
        <pc:spChg chg="mod">
          <ac:chgData name="Gareth Thomson | Football Queensland" userId="45505d28-f665-4546-80c4-7c2d16b5a302" providerId="ADAL" clId="{6E62CCBA-FA13-44CB-B563-9C9C9308AD93}" dt="2024-11-13T01:17:31.086" v="14356"/>
          <ac:spMkLst>
            <pc:docMk/>
            <pc:sldMk cId="2162075049" sldId="1164"/>
            <ac:spMk id="1718" creationId="{2B00CBB8-3218-23C0-1BFC-866301856398}"/>
          </ac:spMkLst>
        </pc:spChg>
        <pc:spChg chg="mod">
          <ac:chgData name="Gareth Thomson | Football Queensland" userId="45505d28-f665-4546-80c4-7c2d16b5a302" providerId="ADAL" clId="{6E62CCBA-FA13-44CB-B563-9C9C9308AD93}" dt="2024-11-13T01:17:31.086" v="14356"/>
          <ac:spMkLst>
            <pc:docMk/>
            <pc:sldMk cId="2162075049" sldId="1164"/>
            <ac:spMk id="1719" creationId="{6EEC3147-F0C3-9195-B439-A3D23E39DCE7}"/>
          </ac:spMkLst>
        </pc:spChg>
        <pc:spChg chg="mod">
          <ac:chgData name="Gareth Thomson | Football Queensland" userId="45505d28-f665-4546-80c4-7c2d16b5a302" providerId="ADAL" clId="{6E62CCBA-FA13-44CB-B563-9C9C9308AD93}" dt="2024-11-13T01:17:33.793" v="14358"/>
          <ac:spMkLst>
            <pc:docMk/>
            <pc:sldMk cId="2162075049" sldId="1164"/>
            <ac:spMk id="1721" creationId="{91E76583-46BC-5276-B38C-1272EFBEAE0A}"/>
          </ac:spMkLst>
        </pc:spChg>
        <pc:spChg chg="mod">
          <ac:chgData name="Gareth Thomson | Football Queensland" userId="45505d28-f665-4546-80c4-7c2d16b5a302" providerId="ADAL" clId="{6E62CCBA-FA13-44CB-B563-9C9C9308AD93}" dt="2024-11-13T01:17:33.793" v="14358"/>
          <ac:spMkLst>
            <pc:docMk/>
            <pc:sldMk cId="2162075049" sldId="1164"/>
            <ac:spMk id="1722" creationId="{CF10A237-CFEC-988B-4033-B29DB1DD51A4}"/>
          </ac:spMkLst>
        </pc:spChg>
        <pc:spChg chg="mod">
          <ac:chgData name="Gareth Thomson | Football Queensland" userId="45505d28-f665-4546-80c4-7c2d16b5a302" providerId="ADAL" clId="{6E62CCBA-FA13-44CB-B563-9C9C9308AD93}" dt="2024-11-13T01:17:33.793" v="14358"/>
          <ac:spMkLst>
            <pc:docMk/>
            <pc:sldMk cId="2162075049" sldId="1164"/>
            <ac:spMk id="1723" creationId="{B2541E2F-0715-698E-0044-BD34D1C082EE}"/>
          </ac:spMkLst>
        </pc:spChg>
        <pc:spChg chg="mod">
          <ac:chgData name="Gareth Thomson | Football Queensland" userId="45505d28-f665-4546-80c4-7c2d16b5a302" providerId="ADAL" clId="{6E62CCBA-FA13-44CB-B563-9C9C9308AD93}" dt="2024-11-13T01:17:33.793" v="14358"/>
          <ac:spMkLst>
            <pc:docMk/>
            <pc:sldMk cId="2162075049" sldId="1164"/>
            <ac:spMk id="1724" creationId="{EE69513F-CD4C-A9E0-9228-B6CE36DDC6A9}"/>
          </ac:spMkLst>
        </pc:spChg>
        <pc:spChg chg="mod">
          <ac:chgData name="Gareth Thomson | Football Queensland" userId="45505d28-f665-4546-80c4-7c2d16b5a302" providerId="ADAL" clId="{6E62CCBA-FA13-44CB-B563-9C9C9308AD93}" dt="2024-11-13T01:17:54.944" v="14361"/>
          <ac:spMkLst>
            <pc:docMk/>
            <pc:sldMk cId="2162075049" sldId="1164"/>
            <ac:spMk id="1726" creationId="{09937F88-F352-FF54-10A9-B54C107D31EB}"/>
          </ac:spMkLst>
        </pc:spChg>
        <pc:spChg chg="mod">
          <ac:chgData name="Gareth Thomson | Football Queensland" userId="45505d28-f665-4546-80c4-7c2d16b5a302" providerId="ADAL" clId="{6E62CCBA-FA13-44CB-B563-9C9C9308AD93}" dt="2024-11-13T01:17:54.944" v="14361"/>
          <ac:spMkLst>
            <pc:docMk/>
            <pc:sldMk cId="2162075049" sldId="1164"/>
            <ac:spMk id="1727" creationId="{BE058969-401E-61EB-8FCD-E313F8CD4077}"/>
          </ac:spMkLst>
        </pc:spChg>
        <pc:spChg chg="mod">
          <ac:chgData name="Gareth Thomson | Football Queensland" userId="45505d28-f665-4546-80c4-7c2d16b5a302" providerId="ADAL" clId="{6E62CCBA-FA13-44CB-B563-9C9C9308AD93}" dt="2024-11-13T01:17:54.944" v="14361"/>
          <ac:spMkLst>
            <pc:docMk/>
            <pc:sldMk cId="2162075049" sldId="1164"/>
            <ac:spMk id="1728" creationId="{3363AB10-5740-76D5-9084-4083039B52E6}"/>
          </ac:spMkLst>
        </pc:spChg>
        <pc:spChg chg="mod">
          <ac:chgData name="Gareth Thomson | Football Queensland" userId="45505d28-f665-4546-80c4-7c2d16b5a302" providerId="ADAL" clId="{6E62CCBA-FA13-44CB-B563-9C9C9308AD93}" dt="2024-11-13T01:17:54.944" v="14361"/>
          <ac:spMkLst>
            <pc:docMk/>
            <pc:sldMk cId="2162075049" sldId="1164"/>
            <ac:spMk id="1729" creationId="{30A0CDEB-7601-61DC-6AB3-DC58DF8C221C}"/>
          </ac:spMkLst>
        </pc:spChg>
        <pc:spChg chg="mod">
          <ac:chgData name="Gareth Thomson | Football Queensland" userId="45505d28-f665-4546-80c4-7c2d16b5a302" providerId="ADAL" clId="{6E62CCBA-FA13-44CB-B563-9C9C9308AD93}" dt="2024-11-13T01:17:58.841" v="14363"/>
          <ac:spMkLst>
            <pc:docMk/>
            <pc:sldMk cId="2162075049" sldId="1164"/>
            <ac:spMk id="1731" creationId="{7974B2AC-EADD-8F8C-8E46-C42DF24391AC}"/>
          </ac:spMkLst>
        </pc:spChg>
        <pc:spChg chg="mod">
          <ac:chgData name="Gareth Thomson | Football Queensland" userId="45505d28-f665-4546-80c4-7c2d16b5a302" providerId="ADAL" clId="{6E62CCBA-FA13-44CB-B563-9C9C9308AD93}" dt="2024-11-13T01:17:58.841" v="14363"/>
          <ac:spMkLst>
            <pc:docMk/>
            <pc:sldMk cId="2162075049" sldId="1164"/>
            <ac:spMk id="1732" creationId="{8BC0B1D5-26F7-2C60-9E5B-FE8F26B4EE28}"/>
          </ac:spMkLst>
        </pc:spChg>
        <pc:spChg chg="mod">
          <ac:chgData name="Gareth Thomson | Football Queensland" userId="45505d28-f665-4546-80c4-7c2d16b5a302" providerId="ADAL" clId="{6E62CCBA-FA13-44CB-B563-9C9C9308AD93}" dt="2024-11-13T01:17:58.841" v="14363"/>
          <ac:spMkLst>
            <pc:docMk/>
            <pc:sldMk cId="2162075049" sldId="1164"/>
            <ac:spMk id="1733" creationId="{416EAD7F-AA2C-DC6B-DCA4-EDA02764F04F}"/>
          </ac:spMkLst>
        </pc:spChg>
        <pc:spChg chg="mod">
          <ac:chgData name="Gareth Thomson | Football Queensland" userId="45505d28-f665-4546-80c4-7c2d16b5a302" providerId="ADAL" clId="{6E62CCBA-FA13-44CB-B563-9C9C9308AD93}" dt="2024-11-13T01:17:58.841" v="14363"/>
          <ac:spMkLst>
            <pc:docMk/>
            <pc:sldMk cId="2162075049" sldId="1164"/>
            <ac:spMk id="1734" creationId="{DBD2A9CF-4A93-41DB-FDBF-1A6CCB1D69CB}"/>
          </ac:spMkLst>
        </pc:spChg>
        <pc:spChg chg="add mod">
          <ac:chgData name="Gareth Thomson | Football Queensland" userId="45505d28-f665-4546-80c4-7c2d16b5a302" providerId="ADAL" clId="{6E62CCBA-FA13-44CB-B563-9C9C9308AD93}" dt="2024-11-13T01:22:54.057" v="14420" actId="1076"/>
          <ac:spMkLst>
            <pc:docMk/>
            <pc:sldMk cId="2162075049" sldId="1164"/>
            <ac:spMk id="1735" creationId="{ECF8D5F4-77C1-F0BE-9B5D-FD7ED9A2A0D3}"/>
          </ac:spMkLst>
        </pc:spChg>
        <pc:spChg chg="add mod">
          <ac:chgData name="Gareth Thomson | Football Queensland" userId="45505d28-f665-4546-80c4-7c2d16b5a302" providerId="ADAL" clId="{6E62CCBA-FA13-44CB-B563-9C9C9308AD93}" dt="2024-11-13T01:22:46.253" v="14419" actId="1076"/>
          <ac:spMkLst>
            <pc:docMk/>
            <pc:sldMk cId="2162075049" sldId="1164"/>
            <ac:spMk id="1736" creationId="{CA898B54-8D7D-73C9-2173-4D40F56B8C37}"/>
          </ac:spMkLst>
        </pc:spChg>
        <pc:spChg chg="mod">
          <ac:chgData name="Gareth Thomson | Football Queensland" userId="45505d28-f665-4546-80c4-7c2d16b5a302" providerId="ADAL" clId="{6E62CCBA-FA13-44CB-B563-9C9C9308AD93}" dt="2024-11-13T01:38:18.499" v="15127"/>
          <ac:spMkLst>
            <pc:docMk/>
            <pc:sldMk cId="2162075049" sldId="1164"/>
            <ac:spMk id="1745" creationId="{79DCC750-2285-45A3-749A-995C8CF27D82}"/>
          </ac:spMkLst>
        </pc:spChg>
        <pc:spChg chg="mod">
          <ac:chgData name="Gareth Thomson | Football Queensland" userId="45505d28-f665-4546-80c4-7c2d16b5a302" providerId="ADAL" clId="{6E62CCBA-FA13-44CB-B563-9C9C9308AD93}" dt="2024-11-13T01:38:18.499" v="15127"/>
          <ac:spMkLst>
            <pc:docMk/>
            <pc:sldMk cId="2162075049" sldId="1164"/>
            <ac:spMk id="1746" creationId="{795C2EDC-06E9-5381-F374-68DE7C1C832E}"/>
          </ac:spMkLst>
        </pc:spChg>
        <pc:spChg chg="mod">
          <ac:chgData name="Gareth Thomson | Football Queensland" userId="45505d28-f665-4546-80c4-7c2d16b5a302" providerId="ADAL" clId="{6E62CCBA-FA13-44CB-B563-9C9C9308AD93}" dt="2024-11-13T01:38:18.499" v="15127"/>
          <ac:spMkLst>
            <pc:docMk/>
            <pc:sldMk cId="2162075049" sldId="1164"/>
            <ac:spMk id="1747" creationId="{C94E0BC2-43B6-BD1E-2597-26E591E6AA33}"/>
          </ac:spMkLst>
        </pc:spChg>
        <pc:spChg chg="mod">
          <ac:chgData name="Gareth Thomson | Football Queensland" userId="45505d28-f665-4546-80c4-7c2d16b5a302" providerId="ADAL" clId="{6E62CCBA-FA13-44CB-B563-9C9C9308AD93}" dt="2024-11-13T01:38:18.499" v="15127"/>
          <ac:spMkLst>
            <pc:docMk/>
            <pc:sldMk cId="2162075049" sldId="1164"/>
            <ac:spMk id="1748" creationId="{40415363-ADF8-7508-5E27-9080B47C383B}"/>
          </ac:spMkLst>
        </pc:spChg>
        <pc:spChg chg="mod">
          <ac:chgData name="Gareth Thomson | Football Queensland" userId="45505d28-f665-4546-80c4-7c2d16b5a302" providerId="ADAL" clId="{6E62CCBA-FA13-44CB-B563-9C9C9308AD93}" dt="2024-11-13T01:38:21.751" v="15129"/>
          <ac:spMkLst>
            <pc:docMk/>
            <pc:sldMk cId="2162075049" sldId="1164"/>
            <ac:spMk id="1750" creationId="{F61866D9-EEA7-BE5E-0D70-5D27469F1EC0}"/>
          </ac:spMkLst>
        </pc:spChg>
        <pc:spChg chg="mod">
          <ac:chgData name="Gareth Thomson | Football Queensland" userId="45505d28-f665-4546-80c4-7c2d16b5a302" providerId="ADAL" clId="{6E62CCBA-FA13-44CB-B563-9C9C9308AD93}" dt="2024-11-13T01:38:21.751" v="15129"/>
          <ac:spMkLst>
            <pc:docMk/>
            <pc:sldMk cId="2162075049" sldId="1164"/>
            <ac:spMk id="1751" creationId="{99F4E087-3671-7EB0-50C5-C3ECF952A7C6}"/>
          </ac:spMkLst>
        </pc:spChg>
        <pc:spChg chg="mod">
          <ac:chgData name="Gareth Thomson | Football Queensland" userId="45505d28-f665-4546-80c4-7c2d16b5a302" providerId="ADAL" clId="{6E62CCBA-FA13-44CB-B563-9C9C9308AD93}" dt="2024-11-13T01:38:21.751" v="15129"/>
          <ac:spMkLst>
            <pc:docMk/>
            <pc:sldMk cId="2162075049" sldId="1164"/>
            <ac:spMk id="1752" creationId="{EE4EF1F2-898A-C050-1415-14F90712E752}"/>
          </ac:spMkLst>
        </pc:spChg>
        <pc:spChg chg="mod">
          <ac:chgData name="Gareth Thomson | Football Queensland" userId="45505d28-f665-4546-80c4-7c2d16b5a302" providerId="ADAL" clId="{6E62CCBA-FA13-44CB-B563-9C9C9308AD93}" dt="2024-11-13T01:38:21.751" v="15129"/>
          <ac:spMkLst>
            <pc:docMk/>
            <pc:sldMk cId="2162075049" sldId="1164"/>
            <ac:spMk id="1753" creationId="{5294FBD0-1AA3-3D68-6E6F-43D4DFE23F81}"/>
          </ac:spMkLst>
        </pc:s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6" creationId="{CD509D24-26DF-2F1B-66A6-D54E633CB203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7" creationId="{EED99590-9C39-5126-6707-F06458BCAC88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25" creationId="{D689BA96-02DC-7C49-B65F-27B4126C8EA3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024" creationId="{5D66B7E3-6E05-EFC4-98A5-35249CCFDC2A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035" creationId="{2F94CDC6-FE51-43A5-22AF-07BCE6B8148B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053" creationId="{CBAB1259-D0EF-C4E1-B5A3-7B3021B427F2}"/>
          </ac:grpSpMkLst>
        </pc:grpChg>
        <pc:grpChg chg="add del mod">
          <ac:chgData name="Gareth Thomson | Football Queensland" userId="45505d28-f665-4546-80c4-7c2d16b5a302" providerId="ADAL" clId="{6E62CCBA-FA13-44CB-B563-9C9C9308AD93}" dt="2024-11-13T01:17:20.939" v="14351" actId="478"/>
          <ac:grpSpMkLst>
            <pc:docMk/>
            <pc:sldMk cId="2162075049" sldId="1164"/>
            <ac:grpSpMk id="1474" creationId="{3D777C18-5C6D-851E-E9DA-7BF355C88B6D}"/>
          </ac:grpSpMkLst>
        </pc:grpChg>
        <pc:grpChg chg="mod">
          <ac:chgData name="Gareth Thomson | Football Queensland" userId="45505d28-f665-4546-80c4-7c2d16b5a302" providerId="ADAL" clId="{6E62CCBA-FA13-44CB-B563-9C9C9308AD93}" dt="2024-11-13T01:21:41.855" v="14389" actId="1076"/>
          <ac:grpSpMkLst>
            <pc:docMk/>
            <pc:sldMk cId="2162075049" sldId="1164"/>
            <ac:grpSpMk id="1477" creationId="{23158AB8-0443-728A-19A3-FF358D02C81D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484" creationId="{65A5EA21-8272-78A4-DAD7-189BA56B15A0}"/>
          </ac:grpSpMkLst>
        </pc:grpChg>
        <pc:grpChg chg="mod">
          <ac:chgData name="Gareth Thomson | Football Queensland" userId="45505d28-f665-4546-80c4-7c2d16b5a302" providerId="ADAL" clId="{6E62CCBA-FA13-44CB-B563-9C9C9308AD93}" dt="2024-11-13T01:21:48.646" v="14392" actId="1076"/>
          <ac:grpSpMkLst>
            <pc:docMk/>
            <pc:sldMk cId="2162075049" sldId="1164"/>
            <ac:grpSpMk id="1487" creationId="{DB32489C-CE71-E1E7-89E8-CD4EA0C5205D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492" creationId="{E2428A3B-17B0-03BC-98C5-947936C24341}"/>
          </ac:grpSpMkLst>
        </pc:grpChg>
        <pc:grpChg chg="mod">
          <ac:chgData name="Gareth Thomson | Football Queensland" userId="45505d28-f665-4546-80c4-7c2d16b5a302" providerId="ADAL" clId="{6E62CCBA-FA13-44CB-B563-9C9C9308AD93}" dt="2024-11-13T01:37:58.850" v="15126" actId="688"/>
          <ac:grpSpMkLst>
            <pc:docMk/>
            <pc:sldMk cId="2162075049" sldId="1164"/>
            <ac:grpSpMk id="1513" creationId="{2A2F4A60-2A95-32BA-40DF-5DA1D58E0D01}"/>
          </ac:grpSpMkLst>
        </pc:grpChg>
        <pc:grpChg chg="mod">
          <ac:chgData name="Gareth Thomson | Football Queensland" userId="45505d28-f665-4546-80c4-7c2d16b5a302" providerId="ADAL" clId="{6E62CCBA-FA13-44CB-B563-9C9C9308AD93}" dt="2024-11-13T01:37:53.553" v="15124" actId="1076"/>
          <ac:grpSpMkLst>
            <pc:docMk/>
            <pc:sldMk cId="2162075049" sldId="1164"/>
            <ac:grpSpMk id="1538" creationId="{22E54FFB-225D-363B-34F6-7D2A20836819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543" creationId="{645F342B-2544-2FDB-A697-56CA253B36FE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559" creationId="{62B50888-6C42-37D1-B379-B5E35C239F51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564" creationId="{4BBBC467-1902-E85A-C79E-1D1503C0C067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600" creationId="{08C4139C-588E-803F-C72A-5B3466167F80}"/>
          </ac:grpSpMkLst>
        </pc:grpChg>
        <pc:grpChg chg="add del mod">
          <ac:chgData name="Gareth Thomson | Football Queensland" userId="45505d28-f665-4546-80c4-7c2d16b5a302" providerId="ADAL" clId="{6E62CCBA-FA13-44CB-B563-9C9C9308AD93}" dt="2024-11-13T01:17:20.939" v="14351" actId="478"/>
          <ac:grpSpMkLst>
            <pc:docMk/>
            <pc:sldMk cId="2162075049" sldId="1164"/>
            <ac:grpSpMk id="1605" creationId="{3E67CE13-F6BE-B242-F20F-E8835A1B7C12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610" creationId="{F6FB78D5-BC1B-4C03-80D7-A089B50E6ED2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668" creationId="{E1E7EE01-1B9E-A71D-1BF7-9AAEBF60EB8E}"/>
          </ac:grpSpMkLst>
        </pc:grpChg>
        <pc:grpChg chg="del ord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672" creationId="{0E00F168-5A30-E60B-8B4E-C1059BF2FE91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678" creationId="{71EE9578-ABC8-C284-0805-7E0B385376F2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685" creationId="{ED210215-75F1-0B1A-B76E-8658D3B2DCF7}"/>
          </ac:grpSpMkLst>
        </pc:grpChg>
        <pc:grpChg chg="del">
          <ac:chgData name="Gareth Thomson | Football Queensland" userId="45505d28-f665-4546-80c4-7c2d16b5a302" providerId="ADAL" clId="{6E62CCBA-FA13-44CB-B563-9C9C9308AD93}" dt="2024-11-13T00:48:16.908" v="13257" actId="478"/>
          <ac:grpSpMkLst>
            <pc:docMk/>
            <pc:sldMk cId="2162075049" sldId="1164"/>
            <ac:grpSpMk id="1691" creationId="{FE124FF8-B3AB-A8B0-C9C9-C79B7D817353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697" creationId="{02B25ADF-92D4-8351-CC5D-B291A9B66309}"/>
          </ac:grpSpMkLst>
        </pc:grpChg>
        <pc:grpChg chg="add del mod">
          <ac:chgData name="Gareth Thomson | Football Queensland" userId="45505d28-f665-4546-80c4-7c2d16b5a302" providerId="ADAL" clId="{6E62CCBA-FA13-44CB-B563-9C9C9308AD93}" dt="2024-11-13T01:17:51.404" v="14360" actId="478"/>
          <ac:grpSpMkLst>
            <pc:docMk/>
            <pc:sldMk cId="2162075049" sldId="1164"/>
            <ac:grpSpMk id="1715" creationId="{3551D2EA-5801-4108-5BCD-F8131F795D8E}"/>
          </ac:grpSpMkLst>
        </pc:grpChg>
        <pc:grpChg chg="add del mod">
          <ac:chgData name="Gareth Thomson | Football Queensland" userId="45505d28-f665-4546-80c4-7c2d16b5a302" providerId="ADAL" clId="{6E62CCBA-FA13-44CB-B563-9C9C9308AD93}" dt="2024-11-13T01:17:51.404" v="14360" actId="478"/>
          <ac:grpSpMkLst>
            <pc:docMk/>
            <pc:sldMk cId="2162075049" sldId="1164"/>
            <ac:grpSpMk id="1720" creationId="{8D79C334-66EA-BCFA-D743-69B35C1552CE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22:24.493" v="14413" actId="1035"/>
          <ac:grpSpMkLst>
            <pc:docMk/>
            <pc:sldMk cId="2162075049" sldId="1164"/>
            <ac:grpSpMk id="1725" creationId="{E72DAE0F-C241-150E-620F-541E1634F804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33:27.449" v="15113" actId="1076"/>
          <ac:grpSpMkLst>
            <pc:docMk/>
            <pc:sldMk cId="2162075049" sldId="1164"/>
            <ac:grpSpMk id="1730" creationId="{0B91263E-7EA1-7CAB-257E-EA18C0725F0E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38:20.548" v="15128" actId="1076"/>
          <ac:grpSpMkLst>
            <pc:docMk/>
            <pc:sldMk cId="2162075049" sldId="1164"/>
            <ac:grpSpMk id="1744" creationId="{EDBC8AC6-E793-05CB-F20B-82021ED5A33E}"/>
          </ac:grpSpMkLst>
        </pc:grpChg>
        <pc:grpChg chg="add mod">
          <ac:chgData name="Gareth Thomson | Football Queensland" userId="45505d28-f665-4546-80c4-7c2d16b5a302" providerId="ADAL" clId="{6E62CCBA-FA13-44CB-B563-9C9C9308AD93}" dt="2024-11-13T01:38:25.114" v="15131" actId="688"/>
          <ac:grpSpMkLst>
            <pc:docMk/>
            <pc:sldMk cId="2162075049" sldId="1164"/>
            <ac:grpSpMk id="1749" creationId="{8F859FDB-07C8-BC24-F7FD-B688BA00DE02}"/>
          </ac:grpSpMkLst>
        </pc:grpChg>
        <pc:picChg chg="del">
          <ac:chgData name="Gareth Thomson | Football Queensland" userId="45505d28-f665-4546-80c4-7c2d16b5a302" providerId="ADAL" clId="{6E62CCBA-FA13-44CB-B563-9C9C9308AD93}" dt="2024-11-13T00:48:16.908" v="13257" actId="478"/>
          <ac:picMkLst>
            <pc:docMk/>
            <pc:sldMk cId="2162075049" sldId="1164"/>
            <ac:picMk id="1042" creationId="{2BEDD1D4-6115-B10E-4719-3596217A38CE}"/>
          </ac:picMkLst>
        </pc:picChg>
        <pc:picChg chg="del">
          <ac:chgData name="Gareth Thomson | Football Queensland" userId="45505d28-f665-4546-80c4-7c2d16b5a302" providerId="ADAL" clId="{6E62CCBA-FA13-44CB-B563-9C9C9308AD93}" dt="2024-11-13T00:48:16.908" v="13257" actId="478"/>
          <ac:picMkLst>
            <pc:docMk/>
            <pc:sldMk cId="2162075049" sldId="1164"/>
            <ac:picMk id="1043" creationId="{4996065D-9B9D-D789-AD52-83F7A5937FB6}"/>
          </ac:picMkLst>
        </pc:picChg>
        <pc:picChg chg="del">
          <ac:chgData name="Gareth Thomson | Football Queensland" userId="45505d28-f665-4546-80c4-7c2d16b5a302" providerId="ADAL" clId="{6E62CCBA-FA13-44CB-B563-9C9C9308AD93}" dt="2024-11-13T00:48:16.908" v="13257" actId="478"/>
          <ac:picMkLst>
            <pc:docMk/>
            <pc:sldMk cId="2162075049" sldId="1164"/>
            <ac:picMk id="1044" creationId="{29CD14E0-67E3-5E7C-CFB9-5CFBF680F93F}"/>
          </ac:picMkLst>
        </pc:picChg>
        <pc:picChg chg="del">
          <ac:chgData name="Gareth Thomson | Football Queensland" userId="45505d28-f665-4546-80c4-7c2d16b5a302" providerId="ADAL" clId="{6E62CCBA-FA13-44CB-B563-9C9C9308AD93}" dt="2024-11-13T00:48:16.908" v="13257" actId="478"/>
          <ac:picMkLst>
            <pc:docMk/>
            <pc:sldMk cId="2162075049" sldId="1164"/>
            <ac:picMk id="1045" creationId="{6CD7AB2A-D6CA-397A-28D9-38C185E254AF}"/>
          </ac:picMkLst>
        </pc:picChg>
        <pc:picChg chg="mod">
          <ac:chgData name="Gareth Thomson | Football Queensland" userId="45505d28-f665-4546-80c4-7c2d16b5a302" providerId="ADAL" clId="{6E62CCBA-FA13-44CB-B563-9C9C9308AD93}" dt="2024-11-13T01:38:33.584" v="15144" actId="1038"/>
          <ac:picMkLst>
            <pc:docMk/>
            <pc:sldMk cId="2162075049" sldId="1164"/>
            <ac:picMk id="1618" creationId="{23528EF4-AD85-771A-31B6-5A3251BB451B}"/>
          </ac:picMkLst>
        </pc:picChg>
        <pc:picChg chg="mod">
          <ac:chgData name="Gareth Thomson | Football Queensland" userId="45505d28-f665-4546-80c4-7c2d16b5a302" providerId="ADAL" clId="{6E62CCBA-FA13-44CB-B563-9C9C9308AD93}" dt="2024-11-13T01:38:38.099" v="15155" actId="1038"/>
          <ac:picMkLst>
            <pc:docMk/>
            <pc:sldMk cId="2162075049" sldId="1164"/>
            <ac:picMk id="1619" creationId="{E5E1F49E-040B-6781-0C2F-2AFF8EF633D4}"/>
          </ac:picMkLst>
        </pc:picChg>
        <pc:picChg chg="mod">
          <ac:chgData name="Gareth Thomson | Football Queensland" userId="45505d28-f665-4546-80c4-7c2d16b5a302" providerId="ADAL" clId="{6E62CCBA-FA13-44CB-B563-9C9C9308AD93}" dt="2024-11-13T01:38:58.689" v="15173" actId="1076"/>
          <ac:picMkLst>
            <pc:docMk/>
            <pc:sldMk cId="2162075049" sldId="1164"/>
            <ac:picMk id="1620" creationId="{A7DECEA6-6221-E971-C8DB-0815FA300BDF}"/>
          </ac:picMkLst>
        </pc:picChg>
        <pc:picChg chg="mod">
          <ac:chgData name="Gareth Thomson | Football Queensland" userId="45505d28-f665-4546-80c4-7c2d16b5a302" providerId="ADAL" clId="{6E62CCBA-FA13-44CB-B563-9C9C9308AD93}" dt="2024-11-13T01:39:04.094" v="15175" actId="1036"/>
          <ac:picMkLst>
            <pc:docMk/>
            <pc:sldMk cId="2162075049" sldId="1164"/>
            <ac:picMk id="1621" creationId="{87B38889-087C-4461-0239-C56AD6B02547}"/>
          </ac:picMkLst>
        </pc:picChg>
        <pc:picChg chg="add mod">
          <ac:chgData name="Gareth Thomson | Football Queensland" userId="45505d28-f665-4546-80c4-7c2d16b5a302" providerId="ADAL" clId="{6E62CCBA-FA13-44CB-B563-9C9C9308AD93}" dt="2024-11-13T01:22:24.493" v="14413" actId="1035"/>
          <ac:picMkLst>
            <pc:docMk/>
            <pc:sldMk cId="2162075049" sldId="1164"/>
            <ac:picMk id="1713" creationId="{832B7998-A10F-BD80-22A7-CE5394E10E05}"/>
          </ac:picMkLst>
        </pc:picChg>
        <pc:picChg chg="add mod">
          <ac:chgData name="Gareth Thomson | Football Queensland" userId="45505d28-f665-4546-80c4-7c2d16b5a302" providerId="ADAL" clId="{6E62CCBA-FA13-44CB-B563-9C9C9308AD93}" dt="2024-11-13T01:22:24.493" v="14413" actId="1035"/>
          <ac:picMkLst>
            <pc:docMk/>
            <pc:sldMk cId="2162075049" sldId="1164"/>
            <ac:picMk id="1714" creationId="{24035FFD-66B3-7293-6630-06259D80F482}"/>
          </ac:picMkLst>
        </pc:picChg>
        <pc:cxnChg chg="del mod">
          <ac:chgData name="Gareth Thomson | Football Queensland" userId="45505d28-f665-4546-80c4-7c2d16b5a302" providerId="ADAL" clId="{6E62CCBA-FA13-44CB-B563-9C9C9308AD93}" dt="2024-11-13T00:48:16.908" v="13257" actId="478"/>
          <ac:cxnSpMkLst>
            <pc:docMk/>
            <pc:sldMk cId="2162075049" sldId="1164"/>
            <ac:cxnSpMk id="1030" creationId="{23DF0B2C-6942-A10A-A7C9-8AC8FCBE5D3A}"/>
          </ac:cxnSpMkLst>
        </pc:cxnChg>
        <pc:cxnChg chg="del mod">
          <ac:chgData name="Gareth Thomson | Football Queensland" userId="45505d28-f665-4546-80c4-7c2d16b5a302" providerId="ADAL" clId="{6E62CCBA-FA13-44CB-B563-9C9C9308AD93}" dt="2024-11-13T00:48:16.908" v="13257" actId="478"/>
          <ac:cxnSpMkLst>
            <pc:docMk/>
            <pc:sldMk cId="2162075049" sldId="1164"/>
            <ac:cxnSpMk id="1677" creationId="{7D430905-06A3-26FB-245D-97317EE5C5BF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22:24.493" v="14413" actId="1035"/>
          <ac:cxnSpMkLst>
            <pc:docMk/>
            <pc:sldMk cId="2162075049" sldId="1164"/>
            <ac:cxnSpMk id="1706" creationId="{721579FB-9895-82F0-A715-C969E133FEE0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24:26.594" v="14475" actId="14100"/>
          <ac:cxnSpMkLst>
            <pc:docMk/>
            <pc:sldMk cId="2162075049" sldId="1164"/>
            <ac:cxnSpMk id="1709" creationId="{7F9FBB70-455C-F693-3ED1-CC32130EC476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27:33.438" v="14956" actId="1076"/>
          <ac:cxnSpMkLst>
            <pc:docMk/>
            <pc:sldMk cId="2162075049" sldId="1164"/>
            <ac:cxnSpMk id="1738" creationId="{8A36745A-080E-C76C-274D-5D9487E54F94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27:43.818" v="14961" actId="14100"/>
          <ac:cxnSpMkLst>
            <pc:docMk/>
            <pc:sldMk cId="2162075049" sldId="1164"/>
            <ac:cxnSpMk id="1741" creationId="{8DD35965-87F0-A75A-2EB4-984D023FA010}"/>
          </ac:cxnSpMkLst>
        </pc:cxnChg>
      </pc:sldChg>
      <pc:sldChg chg="addSp delSp modSp add mod">
        <pc:chgData name="Gareth Thomson | Football Queensland" userId="45505d28-f665-4546-80c4-7c2d16b5a302" providerId="ADAL" clId="{6E62CCBA-FA13-44CB-B563-9C9C9308AD93}" dt="2024-11-13T01:50:01.419" v="15277" actId="20577"/>
        <pc:sldMkLst>
          <pc:docMk/>
          <pc:sldMk cId="292908991" sldId="1165"/>
        </pc:sldMkLst>
        <pc:spChg chg="del">
          <ac:chgData name="Gareth Thomson | Football Queensland" userId="45505d28-f665-4546-80c4-7c2d16b5a302" providerId="ADAL" clId="{6E62CCBA-FA13-44CB-B563-9C9C9308AD93}" dt="2024-11-13T00:54:23.564" v="13266" actId="478"/>
          <ac:spMkLst>
            <pc:docMk/>
            <pc:sldMk cId="292908991" sldId="1165"/>
            <ac:spMk id="2" creationId="{F5142827-4A55-4A97-AAF3-0385ACF6F487}"/>
          </ac:spMkLst>
        </pc:spChg>
        <pc:spChg chg="mod">
          <ac:chgData name="Gareth Thomson | Football Queensland" userId="45505d28-f665-4546-80c4-7c2d16b5a302" providerId="ADAL" clId="{6E62CCBA-FA13-44CB-B563-9C9C9308AD93}" dt="2024-11-13T01:50:01.419" v="15277" actId="20577"/>
          <ac:spMkLst>
            <pc:docMk/>
            <pc:sldMk cId="292908991" sldId="1165"/>
            <ac:spMk id="17" creationId="{F3C5EEED-66A9-1AD6-64FF-4D9E10D17BCA}"/>
          </ac:spMkLst>
        </pc:spChg>
        <pc:spChg chg="mod">
          <ac:chgData name="Gareth Thomson | Football Queensland" userId="45505d28-f665-4546-80c4-7c2d16b5a302" providerId="ADAL" clId="{6E62CCBA-FA13-44CB-B563-9C9C9308AD93}" dt="2024-11-13T01:49:51.470" v="15273" actId="255"/>
          <ac:spMkLst>
            <pc:docMk/>
            <pc:sldMk cId="292908991" sldId="1165"/>
            <ac:spMk id="20" creationId="{309C5508-51C1-7493-2E12-58B1FE6BE163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5" creationId="{23594B57-D660-E8BB-8F49-F547BB205396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6" creationId="{09E1AF5E-2899-F89B-9E23-54A6F3183C19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7" creationId="{757869BE-A6E9-C5DE-9F95-0CCE8416DCA4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8" creationId="{C68B8D3C-C6EE-CB92-F819-C795C86F8090}"/>
          </ac:spMkLst>
        </pc:spChg>
        <pc:spChg chg="mod ord">
          <ac:chgData name="Gareth Thomson | Football Queensland" userId="45505d28-f665-4546-80c4-7c2d16b5a302" providerId="ADAL" clId="{6E62CCBA-FA13-44CB-B563-9C9C9308AD93}" dt="2024-11-13T00:57:44.444" v="13339" actId="166"/>
          <ac:spMkLst>
            <pc:docMk/>
            <pc:sldMk cId="292908991" sldId="1165"/>
            <ac:spMk id="140" creationId="{28236C78-7850-FF22-65AA-DFA73872D6BD}"/>
          </ac:spMkLst>
        </pc:spChg>
        <pc:spChg chg="mod">
          <ac:chgData name="Gareth Thomson | Football Queensland" userId="45505d28-f665-4546-80c4-7c2d16b5a302" providerId="ADAL" clId="{6E62CCBA-FA13-44CB-B563-9C9C9308AD93}" dt="2024-11-13T01:00:58.619" v="13397" actId="1076"/>
          <ac:spMkLst>
            <pc:docMk/>
            <pc:sldMk cId="292908991" sldId="1165"/>
            <ac:spMk id="141" creationId="{1F4FBE93-9971-1851-E460-90FA196513A7}"/>
          </ac:spMkLst>
        </pc:spChg>
        <pc:spChg chg="mod">
          <ac:chgData name="Gareth Thomson | Football Queensland" userId="45505d28-f665-4546-80c4-7c2d16b5a302" providerId="ADAL" clId="{6E62CCBA-FA13-44CB-B563-9C9C9308AD93}" dt="2024-11-13T00:57:02.609" v="13324" actId="1076"/>
          <ac:spMkLst>
            <pc:docMk/>
            <pc:sldMk cId="292908991" sldId="1165"/>
            <ac:spMk id="142" creationId="{927D683B-8A0A-C6C7-948D-09CCCEFF9C2B}"/>
          </ac:spMkLst>
        </pc:spChg>
        <pc:spChg chg="del">
          <ac:chgData name="Gareth Thomson | Football Queensland" userId="45505d28-f665-4546-80c4-7c2d16b5a302" providerId="ADAL" clId="{6E62CCBA-FA13-44CB-B563-9C9C9308AD93}" dt="2024-11-13T00:55:39.209" v="13291" actId="478"/>
          <ac:spMkLst>
            <pc:docMk/>
            <pc:sldMk cId="292908991" sldId="1165"/>
            <ac:spMk id="143" creationId="{2ED1B738-07E0-E4A9-0256-319ABC4A30E6}"/>
          </ac:spMkLst>
        </pc:spChg>
        <pc:spChg chg="del">
          <ac:chgData name="Gareth Thomson | Football Queensland" userId="45505d28-f665-4546-80c4-7c2d16b5a302" providerId="ADAL" clId="{6E62CCBA-FA13-44CB-B563-9C9C9308AD93}" dt="2024-11-13T00:55:42.868" v="13295" actId="478"/>
          <ac:spMkLst>
            <pc:docMk/>
            <pc:sldMk cId="292908991" sldId="1165"/>
            <ac:spMk id="151" creationId="{59F62C33-6E02-0488-52EE-C87A4234D10F}"/>
          </ac:spMkLst>
        </pc:spChg>
        <pc:spChg chg="del">
          <ac:chgData name="Gareth Thomson | Football Queensland" userId="45505d28-f665-4546-80c4-7c2d16b5a302" providerId="ADAL" clId="{6E62CCBA-FA13-44CB-B563-9C9C9308AD93}" dt="2024-11-13T00:55:41.089" v="13293" actId="478"/>
          <ac:spMkLst>
            <pc:docMk/>
            <pc:sldMk cId="292908991" sldId="1165"/>
            <ac:spMk id="154" creationId="{1FE7F874-36FF-64FA-725F-6BB0DDA3BA6F}"/>
          </ac:spMkLst>
        </pc:spChg>
        <pc:spChg chg="del">
          <ac:chgData name="Gareth Thomson | Football Queensland" userId="45505d28-f665-4546-80c4-7c2d16b5a302" providerId="ADAL" clId="{6E62CCBA-FA13-44CB-B563-9C9C9308AD93}" dt="2024-11-13T00:55:15.172" v="13285" actId="478"/>
          <ac:spMkLst>
            <pc:docMk/>
            <pc:sldMk cId="292908991" sldId="1165"/>
            <ac:spMk id="162" creationId="{ADF3AF4C-078F-78F0-BFEB-F4833AB5E14A}"/>
          </ac:spMkLst>
        </pc:spChg>
        <pc:spChg chg="del">
          <ac:chgData name="Gareth Thomson | Football Queensland" userId="45505d28-f665-4546-80c4-7c2d16b5a302" providerId="ADAL" clId="{6E62CCBA-FA13-44CB-B563-9C9C9308AD93}" dt="2024-11-13T00:55:12.348" v="13284" actId="478"/>
          <ac:spMkLst>
            <pc:docMk/>
            <pc:sldMk cId="292908991" sldId="1165"/>
            <ac:spMk id="163" creationId="{99F1DE33-ECCE-27F0-6284-8EC762231BB2}"/>
          </ac:spMkLst>
        </pc:spChg>
        <pc:spChg chg="del">
          <ac:chgData name="Gareth Thomson | Football Queensland" userId="45505d28-f665-4546-80c4-7c2d16b5a302" providerId="ADAL" clId="{6E62CCBA-FA13-44CB-B563-9C9C9308AD93}" dt="2024-11-13T00:55:24.035" v="13286" actId="478"/>
          <ac:spMkLst>
            <pc:docMk/>
            <pc:sldMk cId="292908991" sldId="1165"/>
            <ac:spMk id="170" creationId="{F7D431CC-0250-F5E3-6843-52A77D47638B}"/>
          </ac:spMkLst>
        </pc:spChg>
        <pc:spChg chg="del">
          <ac:chgData name="Gareth Thomson | Football Queensland" userId="45505d28-f665-4546-80c4-7c2d16b5a302" providerId="ADAL" clId="{6E62CCBA-FA13-44CB-B563-9C9C9308AD93}" dt="2024-11-13T00:55:06.206" v="13283" actId="478"/>
          <ac:spMkLst>
            <pc:docMk/>
            <pc:sldMk cId="292908991" sldId="1165"/>
            <ac:spMk id="171" creationId="{8BF5FE76-33E4-9A5C-89B3-7E85CB7D2162}"/>
          </ac:spMkLst>
        </pc:spChg>
        <pc:spChg chg="del">
          <ac:chgData name="Gareth Thomson | Football Queensland" userId="45505d28-f665-4546-80c4-7c2d16b5a302" providerId="ADAL" clId="{6E62CCBA-FA13-44CB-B563-9C9C9308AD93}" dt="2024-11-13T00:55:24.035" v="13286" actId="478"/>
          <ac:spMkLst>
            <pc:docMk/>
            <pc:sldMk cId="292908991" sldId="1165"/>
            <ac:spMk id="178" creationId="{651C7845-098C-1740-58C5-2DF796A9B09D}"/>
          </ac:spMkLst>
        </pc:spChg>
        <pc:spChg chg="del">
          <ac:chgData name="Gareth Thomson | Football Queensland" userId="45505d28-f665-4546-80c4-7c2d16b5a302" providerId="ADAL" clId="{6E62CCBA-FA13-44CB-B563-9C9C9308AD93}" dt="2024-11-13T00:55:24.035" v="13286" actId="478"/>
          <ac:spMkLst>
            <pc:docMk/>
            <pc:sldMk cId="292908991" sldId="1165"/>
            <ac:spMk id="179" creationId="{A3C612F6-D58C-7424-A757-6526C52690C5}"/>
          </ac:spMkLst>
        </pc:spChg>
        <pc:spChg chg="mod">
          <ac:chgData name="Gareth Thomson | Football Queensland" userId="45505d28-f665-4546-80c4-7c2d16b5a302" providerId="ADAL" clId="{6E62CCBA-FA13-44CB-B563-9C9C9308AD93}" dt="2024-11-13T01:10:27.666" v="14106" actId="1076"/>
          <ac:spMkLst>
            <pc:docMk/>
            <pc:sldMk cId="292908991" sldId="1165"/>
            <ac:spMk id="182" creationId="{C0704F52-EB83-F28B-95A7-A3027DE34C66}"/>
          </ac:spMkLst>
        </pc:spChg>
        <pc:spChg chg="mod">
          <ac:chgData name="Gareth Thomson | Football Queensland" userId="45505d28-f665-4546-80c4-7c2d16b5a302" providerId="ADAL" clId="{6E62CCBA-FA13-44CB-B563-9C9C9308AD93}" dt="2024-11-13T01:24:11.818" v="14474" actId="14100"/>
          <ac:spMkLst>
            <pc:docMk/>
            <pc:sldMk cId="292908991" sldId="1165"/>
            <ac:spMk id="190" creationId="{AEBE7994-11A4-EEFF-43BE-D446B2E61C64}"/>
          </ac:spMkLst>
        </pc:spChg>
        <pc:spChg chg="mod">
          <ac:chgData name="Gareth Thomson | Football Queensland" userId="45505d28-f665-4546-80c4-7c2d16b5a302" providerId="ADAL" clId="{6E62CCBA-FA13-44CB-B563-9C9C9308AD93}" dt="2024-11-13T01:10:25.234" v="14105" actId="1076"/>
          <ac:spMkLst>
            <pc:docMk/>
            <pc:sldMk cId="292908991" sldId="1165"/>
            <ac:spMk id="196" creationId="{FD11618D-C8F0-F925-9A03-A6A70709331C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24" creationId="{F39DEC6F-9EB1-5678-73B0-8BF99CED6905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25" creationId="{731B5B59-5F26-B0CD-1238-FB5878E40DF3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26" creationId="{A946FD50-3D3F-2F3E-039D-91A10AA7610B}"/>
          </ac:spMkLst>
        </pc:spChg>
        <pc:spChg chg="mod">
          <ac:chgData name="Gareth Thomson | Football Queensland" userId="45505d28-f665-4546-80c4-7c2d16b5a302" providerId="ADAL" clId="{6E62CCBA-FA13-44CB-B563-9C9C9308AD93}" dt="2024-11-13T00:56:18.293" v="13308"/>
          <ac:spMkLst>
            <pc:docMk/>
            <pc:sldMk cId="292908991" sldId="1165"/>
            <ac:spMk id="227" creationId="{05BBCCF1-06AD-7E8F-4192-16211C3FFB9D}"/>
          </ac:spMkLst>
        </pc:spChg>
        <pc:spChg chg="add mod">
          <ac:chgData name="Gareth Thomson | Football Queensland" userId="45505d28-f665-4546-80c4-7c2d16b5a302" providerId="ADAL" clId="{6E62CCBA-FA13-44CB-B563-9C9C9308AD93}" dt="2024-11-13T01:01:51.867" v="13406" actId="14100"/>
          <ac:spMkLst>
            <pc:docMk/>
            <pc:sldMk cId="292908991" sldId="1165"/>
            <ac:spMk id="323" creationId="{1DF78A05-159F-9B7B-E37C-5163C3C6C1D5}"/>
          </ac:spMkLst>
        </pc:spChg>
        <pc:spChg chg="mod">
          <ac:chgData name="Gareth Thomson | Football Queensland" userId="45505d28-f665-4546-80c4-7c2d16b5a302" providerId="ADAL" clId="{6E62CCBA-FA13-44CB-B563-9C9C9308AD93}" dt="2024-11-13T01:03:05.426" v="13422" actId="20577"/>
          <ac:spMkLst>
            <pc:docMk/>
            <pc:sldMk cId="292908991" sldId="1165"/>
            <ac:spMk id="368" creationId="{4D9DA0B9-FB43-3A4C-949E-10DD13C206C9}"/>
          </ac:spMkLst>
        </pc:spChg>
        <pc:spChg chg="mod">
          <ac:chgData name="Gareth Thomson | Football Queensland" userId="45505d28-f665-4546-80c4-7c2d16b5a302" providerId="ADAL" clId="{6E62CCBA-FA13-44CB-B563-9C9C9308AD93}" dt="2024-11-13T01:04:18.589" v="13439" actId="1035"/>
          <ac:spMkLst>
            <pc:docMk/>
            <pc:sldMk cId="292908991" sldId="1165"/>
            <ac:spMk id="369" creationId="{D2B11D25-867D-2F07-439D-6C8729BB49B8}"/>
          </ac:spMkLst>
        </pc:spChg>
        <pc:spChg chg="add mod">
          <ac:chgData name="Gareth Thomson | Football Queensland" userId="45505d28-f665-4546-80c4-7c2d16b5a302" providerId="ADAL" clId="{6E62CCBA-FA13-44CB-B563-9C9C9308AD93}" dt="2024-11-13T00:57:10.218" v="13326" actId="1076"/>
          <ac:spMkLst>
            <pc:docMk/>
            <pc:sldMk cId="292908991" sldId="1165"/>
            <ac:spMk id="525" creationId="{EA215765-18AF-C9D7-CEF4-CDB633B9E9B2}"/>
          </ac:spMkLst>
        </pc:spChg>
        <pc:spChg chg="add mod">
          <ac:chgData name="Gareth Thomson | Football Queensland" userId="45505d28-f665-4546-80c4-7c2d16b5a302" providerId="ADAL" clId="{6E62CCBA-FA13-44CB-B563-9C9C9308AD93}" dt="2024-11-13T01:00:16.666" v="13385" actId="1076"/>
          <ac:spMkLst>
            <pc:docMk/>
            <pc:sldMk cId="292908991" sldId="1165"/>
            <ac:spMk id="528" creationId="{7DB212DF-6144-32BB-B1AF-B69DB98577DA}"/>
          </ac:spMkLst>
        </pc:spChg>
        <pc:spChg chg="add del">
          <ac:chgData name="Gareth Thomson | Football Queensland" userId="45505d28-f665-4546-80c4-7c2d16b5a302" providerId="ADAL" clId="{6E62CCBA-FA13-44CB-B563-9C9C9308AD93}" dt="2024-11-13T00:58:00.565" v="13342" actId="478"/>
          <ac:spMkLst>
            <pc:docMk/>
            <pc:sldMk cId="292908991" sldId="1165"/>
            <ac:spMk id="535" creationId="{163FA556-A90A-895D-F015-E769873658D3}"/>
          </ac:spMkLst>
        </pc:spChg>
        <pc:spChg chg="add mod">
          <ac:chgData name="Gareth Thomson | Football Queensland" userId="45505d28-f665-4546-80c4-7c2d16b5a302" providerId="ADAL" clId="{6E62CCBA-FA13-44CB-B563-9C9C9308AD93}" dt="2024-11-13T00:58:57.119" v="13375" actId="688"/>
          <ac:spMkLst>
            <pc:docMk/>
            <pc:sldMk cId="292908991" sldId="1165"/>
            <ac:spMk id="536" creationId="{83FEC676-83C7-B390-F51E-22476D021BD3}"/>
          </ac:spMkLst>
        </pc:spChg>
        <pc:spChg chg="add mod">
          <ac:chgData name="Gareth Thomson | Football Queensland" userId="45505d28-f665-4546-80c4-7c2d16b5a302" providerId="ADAL" clId="{6E62CCBA-FA13-44CB-B563-9C9C9308AD93}" dt="2024-11-13T01:00:42.734" v="13395" actId="1076"/>
          <ac:spMkLst>
            <pc:docMk/>
            <pc:sldMk cId="292908991" sldId="1165"/>
            <ac:spMk id="543" creationId="{8A66412C-E2EA-1675-0031-8D2D7F99583E}"/>
          </ac:spMkLst>
        </pc:spChg>
        <pc:grpChg chg="mod">
          <ac:chgData name="Gareth Thomson | Football Queensland" userId="45505d28-f665-4546-80c4-7c2d16b5a302" providerId="ADAL" clId="{6E62CCBA-FA13-44CB-B563-9C9C9308AD93}" dt="2024-11-13T01:10:33.178" v="14109" actId="1076"/>
          <ac:grpSpMkLst>
            <pc:docMk/>
            <pc:sldMk cId="292908991" sldId="1165"/>
            <ac:grpSpMk id="5" creationId="{BED704C5-AAD2-D774-D927-6209B06F4F14}"/>
          </ac:grpSpMkLst>
        </pc:grpChg>
        <pc:grpChg chg="mod">
          <ac:chgData name="Gareth Thomson | Football Queensland" userId="45505d28-f665-4546-80c4-7c2d16b5a302" providerId="ADAL" clId="{6E62CCBA-FA13-44CB-B563-9C9C9308AD93}" dt="2024-11-13T00:55:48.664" v="13299" actId="688"/>
          <ac:grpSpMkLst>
            <pc:docMk/>
            <pc:sldMk cId="292908991" sldId="1165"/>
            <ac:grpSpMk id="14" creationId="{9954E258-2A27-AE8C-6C95-BDE77FF5DB73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57:13.754" v="13327" actId="1076"/>
          <ac:grpSpMkLst>
            <pc:docMk/>
            <pc:sldMk cId="292908991" sldId="1165"/>
            <ac:grpSpMk id="21" creationId="{7D7345E9-F2C4-1FEA-A8E8-76D851EDA15D}"/>
          </ac:grpSpMkLst>
        </pc:grpChg>
        <pc:grpChg chg="add mod">
          <ac:chgData name="Gareth Thomson | Football Queensland" userId="45505d28-f665-4546-80c4-7c2d16b5a302" providerId="ADAL" clId="{6E62CCBA-FA13-44CB-B563-9C9C9308AD93}" dt="2024-11-13T00:57:15.563" v="13328" actId="1076"/>
          <ac:grpSpMkLst>
            <pc:docMk/>
            <pc:sldMk cId="292908991" sldId="1165"/>
            <ac:grpSpMk id="29" creationId="{202E0CA3-862A-5EB1-2719-5F95F3B5809E}"/>
          </ac:grpSpMkLst>
        </pc:grpChg>
        <pc:grpChg chg="mod">
          <ac:chgData name="Gareth Thomson | Football Queensland" userId="45505d28-f665-4546-80c4-7c2d16b5a302" providerId="ADAL" clId="{6E62CCBA-FA13-44CB-B563-9C9C9308AD93}" dt="2024-11-13T00:55:53.738" v="13302" actId="1076"/>
          <ac:grpSpMkLst>
            <pc:docMk/>
            <pc:sldMk cId="292908991" sldId="1165"/>
            <ac:grpSpMk id="30" creationId="{6ACA2019-3576-B5BA-531A-035F5DEBF0DB}"/>
          </ac:grpSpMkLst>
        </pc:grpChg>
        <pc:grpChg chg="mod">
          <ac:chgData name="Gareth Thomson | Football Queensland" userId="45505d28-f665-4546-80c4-7c2d16b5a302" providerId="ADAL" clId="{6E62CCBA-FA13-44CB-B563-9C9C9308AD93}" dt="2024-11-13T01:02:14.615" v="13409" actId="1076"/>
          <ac:grpSpMkLst>
            <pc:docMk/>
            <pc:sldMk cId="292908991" sldId="1165"/>
            <ac:grpSpMk id="67" creationId="{710F937C-58C1-4017-0B21-80BDEA369337}"/>
          </ac:grpSpMkLst>
        </pc:grpChg>
        <pc:grpChg chg="mod">
          <ac:chgData name="Gareth Thomson | Football Queensland" userId="45505d28-f665-4546-80c4-7c2d16b5a302" providerId="ADAL" clId="{6E62CCBA-FA13-44CB-B563-9C9C9308AD93}" dt="2024-11-13T01:10:31.002" v="14108" actId="1076"/>
          <ac:grpSpMkLst>
            <pc:docMk/>
            <pc:sldMk cId="292908991" sldId="1165"/>
            <ac:grpSpMk id="72" creationId="{7A5F962D-70F3-BCD9-4EE2-FEC71FB64BDB}"/>
          </ac:grpSpMkLst>
        </pc:grpChg>
        <pc:grpChg chg="mod">
          <ac:chgData name="Gareth Thomson | Football Queensland" userId="45505d28-f665-4546-80c4-7c2d16b5a302" providerId="ADAL" clId="{6E62CCBA-FA13-44CB-B563-9C9C9308AD93}" dt="2024-11-13T00:55:59.402" v="13304" actId="688"/>
          <ac:grpSpMkLst>
            <pc:docMk/>
            <pc:sldMk cId="292908991" sldId="1165"/>
            <ac:grpSpMk id="79" creationId="{E8584153-92BA-0DEC-9C60-4E39A7E3C3D4}"/>
          </ac:grpSpMkLst>
        </pc:grpChg>
        <pc:grpChg chg="mod">
          <ac:chgData name="Gareth Thomson | Football Queensland" userId="45505d28-f665-4546-80c4-7c2d16b5a302" providerId="ADAL" clId="{6E62CCBA-FA13-44CB-B563-9C9C9308AD93}" dt="2024-11-13T00:56:06.803" v="13307" actId="1076"/>
          <ac:grpSpMkLst>
            <pc:docMk/>
            <pc:sldMk cId="292908991" sldId="1165"/>
            <ac:grpSpMk id="90" creationId="{0385EB06-4258-1B1C-3CE1-9800380FB969}"/>
          </ac:grpSpMkLst>
        </pc:grpChg>
        <pc:grpChg chg="mod">
          <ac:chgData name="Gareth Thomson | Football Queensland" userId="45505d28-f665-4546-80c4-7c2d16b5a302" providerId="ADAL" clId="{6E62CCBA-FA13-44CB-B563-9C9C9308AD93}" dt="2024-11-13T01:10:29.169" v="14107" actId="1076"/>
          <ac:grpSpMkLst>
            <pc:docMk/>
            <pc:sldMk cId="292908991" sldId="1165"/>
            <ac:grpSpMk id="128" creationId="{8C9CF910-CA09-BA8C-D52E-63F65FB57E1E}"/>
          </ac:grpSpMkLst>
        </pc:grpChg>
        <pc:grpChg chg="mod">
          <ac:chgData name="Gareth Thomson | Football Queensland" userId="45505d28-f665-4546-80c4-7c2d16b5a302" providerId="ADAL" clId="{6E62CCBA-FA13-44CB-B563-9C9C9308AD93}" dt="2024-11-13T01:10:50.839" v="14113" actId="1076"/>
          <ac:grpSpMkLst>
            <pc:docMk/>
            <pc:sldMk cId="292908991" sldId="1165"/>
            <ac:grpSpMk id="191" creationId="{0597D32F-B234-CED8-D114-22F3D3C459C2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30.544" v="13995" actId="1076"/>
          <ac:grpSpMkLst>
            <pc:docMk/>
            <pc:sldMk cId="292908991" sldId="1165"/>
            <ac:grpSpMk id="228" creationId="{36B0DD8B-A374-1981-8272-A6DD00EE5B13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30.544" v="13995" actId="1076"/>
          <ac:grpSpMkLst>
            <pc:docMk/>
            <pc:sldMk cId="292908991" sldId="1165"/>
            <ac:grpSpMk id="233" creationId="{AA51251B-F3BA-013A-5F27-A7B0482C8C0A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35.226" v="13996" actId="1076"/>
          <ac:grpSpMkLst>
            <pc:docMk/>
            <pc:sldMk cId="292908991" sldId="1165"/>
            <ac:grpSpMk id="375" creationId="{0564080C-C490-99F4-6C73-A400B0A2F07A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26.466" v="13994" actId="1076"/>
          <ac:grpSpMkLst>
            <pc:docMk/>
            <pc:sldMk cId="292908991" sldId="1165"/>
            <ac:grpSpMk id="380" creationId="{61D4695F-1DDB-74FA-11B6-668216A378A4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35.226" v="13996" actId="1076"/>
          <ac:grpSpMkLst>
            <pc:docMk/>
            <pc:sldMk cId="292908991" sldId="1165"/>
            <ac:grpSpMk id="395" creationId="{DBB4D270-71F1-8677-E995-887106576E89}"/>
          </ac:grpSpMkLst>
        </pc:grpChg>
        <pc:grpChg chg="mod">
          <ac:chgData name="Gareth Thomson | Football Queensland" userId="45505d28-f665-4546-80c4-7c2d16b5a302" providerId="ADAL" clId="{6E62CCBA-FA13-44CB-B563-9C9C9308AD93}" dt="2024-11-13T01:07:26.466" v="13994" actId="1076"/>
          <ac:grpSpMkLst>
            <pc:docMk/>
            <pc:sldMk cId="292908991" sldId="1165"/>
            <ac:grpSpMk id="405" creationId="{58957AE4-C345-695B-B370-25916C1F1EB2}"/>
          </ac:grpSpMkLst>
        </pc:grpChg>
        <pc:cxnChg chg="del">
          <ac:chgData name="Gareth Thomson | Football Queensland" userId="45505d28-f665-4546-80c4-7c2d16b5a302" providerId="ADAL" clId="{6E62CCBA-FA13-44CB-B563-9C9C9308AD93}" dt="2024-11-13T00:55:39.914" v="13292" actId="478"/>
          <ac:cxnSpMkLst>
            <pc:docMk/>
            <pc:sldMk cId="292908991" sldId="1165"/>
            <ac:cxnSpMk id="144" creationId="{60A4529D-E6DB-F93E-6ECB-CE100E7EDEE6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43.708" v="13296" actId="478"/>
          <ac:cxnSpMkLst>
            <pc:docMk/>
            <pc:sldMk cId="292908991" sldId="1165"/>
            <ac:cxnSpMk id="148" creationId="{F3E07926-1832-DA3D-CD60-E3540F20C23C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44.649" v="13297" actId="478"/>
          <ac:cxnSpMkLst>
            <pc:docMk/>
            <pc:sldMk cId="292908991" sldId="1165"/>
            <ac:cxnSpMk id="155" creationId="{0D0B2682-F14F-98A2-9C4F-A552854E5F21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41.971" v="13294" actId="478"/>
          <ac:cxnSpMkLst>
            <pc:docMk/>
            <pc:sldMk cId="292908991" sldId="1165"/>
            <ac:cxnSpMk id="157" creationId="{3CF2CD26-649F-BC19-65E9-E9CEA7FA5B79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12.348" v="13284" actId="478"/>
          <ac:cxnSpMkLst>
            <pc:docMk/>
            <pc:sldMk cId="292908991" sldId="1165"/>
            <ac:cxnSpMk id="160" creationId="{838563B9-C845-F311-5B5D-FADA08143147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12.348" v="13284" actId="478"/>
          <ac:cxnSpMkLst>
            <pc:docMk/>
            <pc:sldMk cId="292908991" sldId="1165"/>
            <ac:cxnSpMk id="161" creationId="{FA78DB9D-2D5D-EBDF-E5E2-BFAC55691B02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12.348" v="13284" actId="478"/>
          <ac:cxnSpMkLst>
            <pc:docMk/>
            <pc:sldMk cId="292908991" sldId="1165"/>
            <ac:cxnSpMk id="164" creationId="{D97EF0CA-D577-702F-4D2D-EE9AE5EE417B}"/>
          </ac:cxnSpMkLst>
        </pc:cxnChg>
        <pc:cxnChg chg="del">
          <ac:chgData name="Gareth Thomson | Football Queensland" userId="45505d28-f665-4546-80c4-7c2d16b5a302" providerId="ADAL" clId="{6E62CCBA-FA13-44CB-B563-9C9C9308AD93}" dt="2024-11-13T00:55:12.348" v="13284" actId="478"/>
          <ac:cxnSpMkLst>
            <pc:docMk/>
            <pc:sldMk cId="292908991" sldId="1165"/>
            <ac:cxnSpMk id="165" creationId="{890536CB-4E05-2D46-0F4A-D7AA301357D6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10:40.362" v="14112" actId="14100"/>
          <ac:cxnSpMkLst>
            <pc:docMk/>
            <pc:sldMk cId="292908991" sldId="1165"/>
            <ac:cxnSpMk id="321" creationId="{612D9C1F-B77D-0F3C-851C-FEEF2A6087CC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02:20.947" v="13412" actId="14100"/>
          <ac:cxnSpMkLst>
            <pc:docMk/>
            <pc:sldMk cId="292908991" sldId="1165"/>
            <ac:cxnSpMk id="526" creationId="{49AE9E90-79DE-D4C6-F63F-D6F071F80448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10:34.753" v="14110" actId="14100"/>
          <ac:cxnSpMkLst>
            <pc:docMk/>
            <pc:sldMk cId="292908991" sldId="1165"/>
            <ac:cxnSpMk id="529" creationId="{81BF359C-F778-B93D-E41E-D5477FC85863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10:38.055" v="14111" actId="14100"/>
          <ac:cxnSpMkLst>
            <pc:docMk/>
            <pc:sldMk cId="292908991" sldId="1165"/>
            <ac:cxnSpMk id="537" creationId="{C9E953D6-A148-FB09-F8C7-F0356544E560}"/>
          </ac:cxnSpMkLst>
        </pc:cxnChg>
        <pc:cxnChg chg="add mod">
          <ac:chgData name="Gareth Thomson | Football Queensland" userId="45505d28-f665-4546-80c4-7c2d16b5a302" providerId="ADAL" clId="{6E62CCBA-FA13-44CB-B563-9C9C9308AD93}" dt="2024-11-13T01:02:39.481" v="13420" actId="14100"/>
          <ac:cxnSpMkLst>
            <pc:docMk/>
            <pc:sldMk cId="292908991" sldId="1165"/>
            <ac:cxnSpMk id="540" creationId="{E6581954-38BD-D676-12BF-C72FBA596C3B}"/>
          </ac:cxnSpMkLst>
        </pc:cxnChg>
      </pc:sldChg>
    </pc:docChg>
  </pc:docChgLst>
  <pc:docChgLst>
    <pc:chgData name="Gareth Thomson | Football Queensland" userId="45505d28-f665-4546-80c4-7c2d16b5a302" providerId="ADAL" clId="{9EE9DDEA-72AD-4867-A7F7-8B4754F6DD2C}"/>
    <pc:docChg chg="undo custSel addSld modSld">
      <pc:chgData name="Gareth Thomson | Football Queensland" userId="45505d28-f665-4546-80c4-7c2d16b5a302" providerId="ADAL" clId="{9EE9DDEA-72AD-4867-A7F7-8B4754F6DD2C}" dt="2024-11-05T04:06:02.397" v="6054" actId="20577"/>
      <pc:docMkLst>
        <pc:docMk/>
      </pc:docMkLst>
      <pc:sldChg chg="addSp delSp modSp mod">
        <pc:chgData name="Gareth Thomson | Football Queensland" userId="45505d28-f665-4546-80c4-7c2d16b5a302" providerId="ADAL" clId="{9EE9DDEA-72AD-4867-A7F7-8B4754F6DD2C}" dt="2024-11-05T03:40:15.312" v="6047" actId="166"/>
        <pc:sldMkLst>
          <pc:docMk/>
          <pc:sldMk cId="1030907932" sldId="1130"/>
        </pc:sldMkLst>
        <pc:spChg chg="add mod ord">
          <ac:chgData name="Gareth Thomson | Football Queensland" userId="45505d28-f665-4546-80c4-7c2d16b5a302" providerId="ADAL" clId="{9EE9DDEA-72AD-4867-A7F7-8B4754F6DD2C}" dt="2024-11-05T03:40:15.312" v="6047" actId="166"/>
          <ac:spMkLst>
            <pc:docMk/>
            <pc:sldMk cId="1030907932" sldId="1130"/>
            <ac:spMk id="2" creationId="{E9FB86D6-253E-B4B1-4A31-4C179F6CC814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5" creationId="{778E392E-130E-F871-1B97-B04E0DFE0D07}"/>
          </ac:spMkLst>
        </pc:spChg>
        <pc:spChg chg="mod">
          <ac:chgData name="Gareth Thomson | Football Queensland" userId="45505d28-f665-4546-80c4-7c2d16b5a302" providerId="ADAL" clId="{9EE9DDEA-72AD-4867-A7F7-8B4754F6DD2C}" dt="2024-11-05T02:49:21.704" v="4767" actId="20577"/>
          <ac:spMkLst>
            <pc:docMk/>
            <pc:sldMk cId="1030907932" sldId="1130"/>
            <ac:spMk id="6" creationId="{E1AC0E8F-378B-8885-B8AF-6642B8D0FBE3}"/>
          </ac:spMkLst>
        </pc:spChg>
        <pc:spChg chg="mod">
          <ac:chgData name="Gareth Thomson | Football Queensland" userId="45505d28-f665-4546-80c4-7c2d16b5a302" providerId="ADAL" clId="{9EE9DDEA-72AD-4867-A7F7-8B4754F6DD2C}" dt="2024-11-05T02:57:38.506" v="5665" actId="20577"/>
          <ac:spMkLst>
            <pc:docMk/>
            <pc:sldMk cId="1030907932" sldId="1130"/>
            <ac:spMk id="7" creationId="{4DDB8BA3-9FBB-7448-79CB-53D22E9093D9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10" creationId="{CDA36D0B-F290-5CE5-3022-ED4F559C6A9D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11" creationId="{4BC795C4-ED59-8A58-D54E-77A2D95DC9A8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12" creationId="{77EEC162-1D15-386B-D1EE-E9F9AB252791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13" creationId="{CC9E33CD-D914-E4C1-3BB3-133AD08C46CE}"/>
          </ac:spMkLst>
        </pc:spChg>
        <pc:spChg chg="add mod">
          <ac:chgData name="Gareth Thomson | Football Queensland" userId="45505d28-f665-4546-80c4-7c2d16b5a302" providerId="ADAL" clId="{9EE9DDEA-72AD-4867-A7F7-8B4754F6DD2C}" dt="2024-11-05T02:19:03.960" v="4629"/>
          <ac:spMkLst>
            <pc:docMk/>
            <pc:sldMk cId="1030907932" sldId="1130"/>
            <ac:spMk id="14" creationId="{C36E605C-1A34-6790-6212-03508301DB34}"/>
          </ac:spMkLst>
        </pc:spChg>
        <pc:spChg chg="mod">
          <ac:chgData name="Gareth Thomson | Football Queensland" userId="45505d28-f665-4546-80c4-7c2d16b5a302" providerId="ADAL" clId="{9EE9DDEA-72AD-4867-A7F7-8B4754F6DD2C}" dt="2024-11-05T03:06:52.361" v="5820" actId="20577"/>
          <ac:spMkLst>
            <pc:docMk/>
            <pc:sldMk cId="1030907932" sldId="1130"/>
            <ac:spMk id="20" creationId="{84C1C66C-B418-0672-A281-2F14419018B8}"/>
          </ac:spMkLst>
        </pc:spChg>
        <pc:spChg chg="del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192" creationId="{D5FA92C3-1E07-BCC5-D3D1-B0BC15772BA5}"/>
          </ac:spMkLst>
        </pc:spChg>
        <pc:spChg chg="del mod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203" creationId="{0DAC0BED-56D0-A31E-E70A-1899AB0BB1C4}"/>
          </ac:spMkLst>
        </pc:spChg>
        <pc:spChg chg="del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228" creationId="{57205D12-3A78-2A9F-EC28-8DF9DB52585E}"/>
          </ac:spMkLst>
        </pc:spChg>
        <pc:spChg chg="del mod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229" creationId="{74E43114-0D0C-C7B5-5DB8-EF3E4BFE8019}"/>
          </ac:spMkLst>
        </pc:spChg>
        <pc:spChg chg="del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363" creationId="{6FD9C308-7C5C-6ADC-AD6B-C287E5306E12}"/>
          </ac:spMkLst>
        </pc:spChg>
        <pc:spChg chg="del">
          <ac:chgData name="Gareth Thomson | Football Queensland" userId="45505d28-f665-4546-80c4-7c2d16b5a302" providerId="ADAL" clId="{9EE9DDEA-72AD-4867-A7F7-8B4754F6DD2C}" dt="2024-11-05T02:19:03.386" v="4628" actId="478"/>
          <ac:spMkLst>
            <pc:docMk/>
            <pc:sldMk cId="1030907932" sldId="1130"/>
            <ac:spMk id="1364" creationId="{F966570A-4141-3512-7832-E4582857F601}"/>
          </ac:spMkLst>
        </pc:spChg>
        <pc:spChg chg="del">
          <ac:chgData name="Gareth Thomson | Football Queensland" userId="45505d28-f665-4546-80c4-7c2d16b5a302" providerId="ADAL" clId="{9EE9DDEA-72AD-4867-A7F7-8B4754F6DD2C}" dt="2024-11-04T11:49:11.248" v="33" actId="478"/>
          <ac:spMkLst>
            <pc:docMk/>
            <pc:sldMk cId="1030907932" sldId="1130"/>
            <ac:spMk id="1366" creationId="{43401DFF-AA93-6AAD-E913-A8BF86D23497}"/>
          </ac:spMkLst>
        </pc:spChg>
        <pc:picChg chg="add mod">
          <ac:chgData name="Gareth Thomson | Football Queensland" userId="45505d28-f665-4546-80c4-7c2d16b5a302" providerId="ADAL" clId="{9EE9DDEA-72AD-4867-A7F7-8B4754F6DD2C}" dt="2024-11-04T11:56:27.921" v="292" actId="1076"/>
          <ac:picMkLst>
            <pc:docMk/>
            <pc:sldMk cId="1030907932" sldId="1130"/>
            <ac:picMk id="3" creationId="{147229DB-4F63-B793-D202-E1048D7A04FC}"/>
          </ac:picMkLst>
        </pc:picChg>
      </pc:sldChg>
      <pc:sldChg chg="addSp delSp modSp mod">
        <pc:chgData name="Gareth Thomson | Football Queensland" userId="45505d28-f665-4546-80c4-7c2d16b5a302" providerId="ADAL" clId="{9EE9DDEA-72AD-4867-A7F7-8B4754F6DD2C}" dt="2024-11-05T03:06:40.930" v="5818" actId="20577"/>
        <pc:sldMkLst>
          <pc:docMk/>
          <pc:sldMk cId="2257159162" sldId="1131"/>
        </pc:sldMkLst>
        <pc:spChg chg="mod">
          <ac:chgData name="Gareth Thomson | Football Queensland" userId="45505d28-f665-4546-80c4-7c2d16b5a302" providerId="ADAL" clId="{9EE9DDEA-72AD-4867-A7F7-8B4754F6DD2C}" dt="2024-11-04T11:48:51.776" v="22" actId="113"/>
          <ac:spMkLst>
            <pc:docMk/>
            <pc:sldMk cId="2257159162" sldId="1131"/>
            <ac:spMk id="3" creationId="{2CB09D16-8929-D682-7F80-576F2A75C990}"/>
          </ac:spMkLst>
        </pc:spChg>
        <pc:spChg chg="mod">
          <ac:chgData name="Gareth Thomson | Football Queensland" userId="45505d28-f665-4546-80c4-7c2d16b5a302" providerId="ADAL" clId="{9EE9DDEA-72AD-4867-A7F7-8B4754F6DD2C}" dt="2024-11-04T11:57:16.675" v="309" actId="20577"/>
          <ac:spMkLst>
            <pc:docMk/>
            <pc:sldMk cId="2257159162" sldId="1131"/>
            <ac:spMk id="4" creationId="{CD8A4C7C-8D9D-68AA-EDB7-2A564E4014B5}"/>
          </ac:spMkLst>
        </pc:spChg>
        <pc:spChg chg="add mod">
          <ac:chgData name="Gareth Thomson | Football Queensland" userId="45505d28-f665-4546-80c4-7c2d16b5a302" providerId="ADAL" clId="{9EE9DDEA-72AD-4867-A7F7-8B4754F6DD2C}" dt="2024-11-05T02:14:16.260" v="4586" actId="1036"/>
          <ac:spMkLst>
            <pc:docMk/>
            <pc:sldMk cId="2257159162" sldId="1131"/>
            <ac:spMk id="6" creationId="{05A25C03-C0F7-CAAC-F3A8-1547623486F0}"/>
          </ac:spMkLst>
        </pc:spChg>
        <pc:spChg chg="add mod">
          <ac:chgData name="Gareth Thomson | Football Queensland" userId="45505d28-f665-4546-80c4-7c2d16b5a302" providerId="ADAL" clId="{9EE9DDEA-72AD-4867-A7F7-8B4754F6DD2C}" dt="2024-11-05T02:13:41.291" v="4573" actId="20577"/>
          <ac:spMkLst>
            <pc:docMk/>
            <pc:sldMk cId="2257159162" sldId="1131"/>
            <ac:spMk id="15" creationId="{1AB8DC8C-9EB1-25C6-0744-ED58B4E86ACE}"/>
          </ac:spMkLst>
        </pc:spChg>
        <pc:spChg chg="add mod">
          <ac:chgData name="Gareth Thomson | Football Queensland" userId="45505d28-f665-4546-80c4-7c2d16b5a302" providerId="ADAL" clId="{9EE9DDEA-72AD-4867-A7F7-8B4754F6DD2C}" dt="2024-11-05T02:14:12.429" v="4585" actId="1038"/>
          <ac:spMkLst>
            <pc:docMk/>
            <pc:sldMk cId="2257159162" sldId="1131"/>
            <ac:spMk id="20" creationId="{19F8841A-6847-18CA-80C2-34106FE6EBA6}"/>
          </ac:spMkLst>
        </pc:spChg>
        <pc:spChg chg="mod">
          <ac:chgData name="Gareth Thomson | Football Queensland" userId="45505d28-f665-4546-80c4-7c2d16b5a302" providerId="ADAL" clId="{9EE9DDEA-72AD-4867-A7F7-8B4754F6DD2C}" dt="2024-11-05T02:13:58.622" v="4581" actId="20577"/>
          <ac:spMkLst>
            <pc:docMk/>
            <pc:sldMk cId="2257159162" sldId="1131"/>
            <ac:spMk id="21" creationId="{2D0DA24E-48E0-2B77-AF3D-EE35698BE783}"/>
          </ac:spMkLst>
        </pc:spChg>
        <pc:spChg chg="mod">
          <ac:chgData name="Gareth Thomson | Football Queensland" userId="45505d28-f665-4546-80c4-7c2d16b5a302" providerId="ADAL" clId="{9EE9DDEA-72AD-4867-A7F7-8B4754F6DD2C}" dt="2024-11-05T02:13:55.290" v="4579" actId="20577"/>
          <ac:spMkLst>
            <pc:docMk/>
            <pc:sldMk cId="2257159162" sldId="1131"/>
            <ac:spMk id="22" creationId="{2E4BCCC7-9458-C9D0-87E0-11312B6C4240}"/>
          </ac:spMkLst>
        </pc:spChg>
        <pc:spChg chg="add mod">
          <ac:chgData name="Gareth Thomson | Football Queensland" userId="45505d28-f665-4546-80c4-7c2d16b5a302" providerId="ADAL" clId="{9EE9DDEA-72AD-4867-A7F7-8B4754F6DD2C}" dt="2024-11-05T02:14:12.429" v="4585" actId="1038"/>
          <ac:spMkLst>
            <pc:docMk/>
            <pc:sldMk cId="2257159162" sldId="1131"/>
            <ac:spMk id="23" creationId="{F5D09C7D-91E8-CF7A-DC06-9A07EAF986AD}"/>
          </ac:spMkLst>
        </pc:spChg>
        <pc:spChg chg="mod">
          <ac:chgData name="Gareth Thomson | Football Queensland" userId="45505d28-f665-4546-80c4-7c2d16b5a302" providerId="ADAL" clId="{9EE9DDEA-72AD-4867-A7F7-8B4754F6DD2C}" dt="2024-11-05T03:06:40.930" v="5818" actId="20577"/>
          <ac:spMkLst>
            <pc:docMk/>
            <pc:sldMk cId="2257159162" sldId="1131"/>
            <ac:spMk id="1433" creationId="{35240D45-76DD-D994-27FC-34D73660235E}"/>
          </ac:spMkLst>
        </pc:spChg>
        <pc:spChg chg="mod">
          <ac:chgData name="Gareth Thomson | Football Queensland" userId="45505d28-f665-4546-80c4-7c2d16b5a302" providerId="ADAL" clId="{9EE9DDEA-72AD-4867-A7F7-8B4754F6DD2C}" dt="2024-11-05T03:02:03.476" v="5740" actId="20577"/>
          <ac:spMkLst>
            <pc:docMk/>
            <pc:sldMk cId="2257159162" sldId="1131"/>
            <ac:spMk id="1434" creationId="{4B2688B9-719B-E9A0-2C49-805E19ED21B2}"/>
          </ac:spMkLst>
        </pc:spChg>
        <pc:spChg chg="mod">
          <ac:chgData name="Gareth Thomson | Football Queensland" userId="45505d28-f665-4546-80c4-7c2d16b5a302" providerId="ADAL" clId="{9EE9DDEA-72AD-4867-A7F7-8B4754F6DD2C}" dt="2024-11-05T03:02:48.006" v="5745" actId="20577"/>
          <ac:spMkLst>
            <pc:docMk/>
            <pc:sldMk cId="2257159162" sldId="1131"/>
            <ac:spMk id="1435" creationId="{A1531702-E47B-81A2-2BAA-DE9E3B3ED0B8}"/>
          </ac:spMkLst>
        </pc:spChg>
        <pc:picChg chg="add del mod">
          <ac:chgData name="Gareth Thomson | Football Queensland" userId="45505d28-f665-4546-80c4-7c2d16b5a302" providerId="ADAL" clId="{9EE9DDEA-72AD-4867-A7F7-8B4754F6DD2C}" dt="2024-11-04T11:57:11.562" v="304" actId="478"/>
          <ac:picMkLst>
            <pc:docMk/>
            <pc:sldMk cId="2257159162" sldId="1131"/>
            <ac:picMk id="6" creationId="{3E9AEF72-848C-164D-1F74-51EAF81CA279}"/>
          </ac:picMkLst>
        </pc:picChg>
        <pc:picChg chg="add mod">
          <ac:chgData name="Gareth Thomson | Football Queensland" userId="45505d28-f665-4546-80c4-7c2d16b5a302" providerId="ADAL" clId="{9EE9DDEA-72AD-4867-A7F7-8B4754F6DD2C}" dt="2024-11-04T11:57:19.208" v="310"/>
          <ac:picMkLst>
            <pc:docMk/>
            <pc:sldMk cId="2257159162" sldId="1131"/>
            <ac:picMk id="7" creationId="{1D98EF70-D86E-61CE-42BE-51D36854750B}"/>
          </ac:picMkLst>
        </pc:picChg>
      </pc:sldChg>
      <pc:sldChg chg="addSp modSp mod">
        <pc:chgData name="Gareth Thomson | Football Queensland" userId="45505d28-f665-4546-80c4-7c2d16b5a302" providerId="ADAL" clId="{9EE9DDEA-72AD-4867-A7F7-8B4754F6DD2C}" dt="2024-11-05T03:06:45.975" v="5819" actId="20577"/>
        <pc:sldMkLst>
          <pc:docMk/>
          <pc:sldMk cId="432794014" sldId="1132"/>
        </pc:sldMkLst>
        <pc:spChg chg="add mod">
          <ac:chgData name="Gareth Thomson | Football Queensland" userId="45505d28-f665-4546-80c4-7c2d16b5a302" providerId="ADAL" clId="{9EE9DDEA-72AD-4867-A7F7-8B4754F6DD2C}" dt="2024-11-05T02:13:08.589" v="4547" actId="1036"/>
          <ac:spMkLst>
            <pc:docMk/>
            <pc:sldMk cId="432794014" sldId="1132"/>
            <ac:spMk id="2" creationId="{6EFAE555-FFA5-7655-9554-4AEDC5955F77}"/>
          </ac:spMkLst>
        </pc:spChg>
        <pc:spChg chg="add mod">
          <ac:chgData name="Gareth Thomson | Football Queensland" userId="45505d28-f665-4546-80c4-7c2d16b5a302" providerId="ADAL" clId="{9EE9DDEA-72AD-4867-A7F7-8B4754F6DD2C}" dt="2024-11-04T11:46:57.557" v="3" actId="1076"/>
          <ac:spMkLst>
            <pc:docMk/>
            <pc:sldMk cId="432794014" sldId="1132"/>
            <ac:spMk id="5" creationId="{63CC266D-FAC2-5184-DBA4-662A5DE9E4AD}"/>
          </ac:spMkLst>
        </pc:spChg>
        <pc:spChg chg="add mod">
          <ac:chgData name="Gareth Thomson | Football Queensland" userId="45505d28-f665-4546-80c4-7c2d16b5a302" providerId="ADAL" clId="{9EE9DDEA-72AD-4867-A7F7-8B4754F6DD2C}" dt="2024-11-05T02:13:03.864" v="4540" actId="1036"/>
          <ac:spMkLst>
            <pc:docMk/>
            <pc:sldMk cId="432794014" sldId="1132"/>
            <ac:spMk id="6" creationId="{F0CD4A03-B41D-E6F1-DACE-D148E17E38E6}"/>
          </ac:spMkLst>
        </pc:spChg>
        <pc:spChg chg="add mod">
          <ac:chgData name="Gareth Thomson | Football Queensland" userId="45505d28-f665-4546-80c4-7c2d16b5a302" providerId="ADAL" clId="{9EE9DDEA-72AD-4867-A7F7-8B4754F6DD2C}" dt="2024-11-04T11:47:07.392" v="7" actId="1076"/>
          <ac:spMkLst>
            <pc:docMk/>
            <pc:sldMk cId="432794014" sldId="1132"/>
            <ac:spMk id="7" creationId="{71E26AA7-F416-FEC1-99E1-6491F5A9B4BF}"/>
          </ac:spMkLst>
        </pc:spChg>
        <pc:spChg chg="add mod">
          <ac:chgData name="Gareth Thomson | Football Queensland" userId="45505d28-f665-4546-80c4-7c2d16b5a302" providerId="ADAL" clId="{9EE9DDEA-72AD-4867-A7F7-8B4754F6DD2C}" dt="2024-11-04T11:47:14.253" v="13" actId="20577"/>
          <ac:spMkLst>
            <pc:docMk/>
            <pc:sldMk cId="432794014" sldId="1132"/>
            <ac:spMk id="10" creationId="{E76957DE-911D-29B2-4327-7A52B7541538}"/>
          </ac:spMkLst>
        </pc:spChg>
        <pc:spChg chg="add mod">
          <ac:chgData name="Gareth Thomson | Football Queensland" userId="45505d28-f665-4546-80c4-7c2d16b5a302" providerId="ADAL" clId="{9EE9DDEA-72AD-4867-A7F7-8B4754F6DD2C}" dt="2024-11-05T02:13:12.564" v="4554" actId="1035"/>
          <ac:spMkLst>
            <pc:docMk/>
            <pc:sldMk cId="432794014" sldId="1132"/>
            <ac:spMk id="11" creationId="{A3CEF967-AB7A-08B5-058D-1A68D57ED71C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3.092" v="16"/>
          <ac:spMkLst>
            <pc:docMk/>
            <pc:sldMk cId="432794014" sldId="1132"/>
            <ac:spMk id="12" creationId="{D85AC76D-BCBD-BBD0-3C2A-3CE947664F3D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3.092" v="16"/>
          <ac:spMkLst>
            <pc:docMk/>
            <pc:sldMk cId="432794014" sldId="1132"/>
            <ac:spMk id="13" creationId="{59D3E70E-D738-2D53-8627-C13F201E1562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3.092" v="16"/>
          <ac:spMkLst>
            <pc:docMk/>
            <pc:sldMk cId="432794014" sldId="1132"/>
            <ac:spMk id="14" creationId="{32B6D250-A329-9885-061B-C308EC317619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8.152" v="18" actId="1076"/>
          <ac:spMkLst>
            <pc:docMk/>
            <pc:sldMk cId="432794014" sldId="1132"/>
            <ac:spMk id="17" creationId="{B5950FC9-4E2B-63A6-EAF1-B5750921B30F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8.152" v="18" actId="1076"/>
          <ac:spMkLst>
            <pc:docMk/>
            <pc:sldMk cId="432794014" sldId="1132"/>
            <ac:spMk id="20" creationId="{80C0050C-BDBC-7FDA-69CD-9B0C43EE6F3D}"/>
          </ac:spMkLst>
        </pc:spChg>
        <pc:spChg chg="add mod">
          <ac:chgData name="Gareth Thomson | Football Queensland" userId="45505d28-f665-4546-80c4-7c2d16b5a302" providerId="ADAL" clId="{9EE9DDEA-72AD-4867-A7F7-8B4754F6DD2C}" dt="2024-11-04T11:47:38.152" v="18" actId="1076"/>
          <ac:spMkLst>
            <pc:docMk/>
            <pc:sldMk cId="432794014" sldId="1132"/>
            <ac:spMk id="21" creationId="{95D35904-0039-7D00-9F20-9C21CC21CC94}"/>
          </ac:spMkLst>
        </pc:spChg>
        <pc:spChg chg="add mod">
          <ac:chgData name="Gareth Thomson | Football Queensland" userId="45505d28-f665-4546-80c4-7c2d16b5a302" providerId="ADAL" clId="{9EE9DDEA-72AD-4867-A7F7-8B4754F6DD2C}" dt="2024-11-04T11:47:43.811" v="20" actId="1076"/>
          <ac:spMkLst>
            <pc:docMk/>
            <pc:sldMk cId="432794014" sldId="1132"/>
            <ac:spMk id="22" creationId="{7F845793-0E69-F724-4491-D6D57B8D0280}"/>
          </ac:spMkLst>
        </pc:spChg>
        <pc:spChg chg="mod">
          <ac:chgData name="Gareth Thomson | Football Queensland" userId="45505d28-f665-4546-80c4-7c2d16b5a302" providerId="ADAL" clId="{9EE9DDEA-72AD-4867-A7F7-8B4754F6DD2C}" dt="2024-11-05T03:06:45.975" v="5819" actId="20577"/>
          <ac:spMkLst>
            <pc:docMk/>
            <pc:sldMk cId="432794014" sldId="1132"/>
            <ac:spMk id="1211" creationId="{84063BD5-4505-16FE-BD6E-D164CE1BE4BD}"/>
          </ac:spMkLst>
        </pc:spChg>
        <pc:spChg chg="mod">
          <ac:chgData name="Gareth Thomson | Football Queensland" userId="45505d28-f665-4546-80c4-7c2d16b5a302" providerId="ADAL" clId="{9EE9DDEA-72AD-4867-A7F7-8B4754F6DD2C}" dt="2024-11-05T02:56:16.427" v="5590" actId="20577"/>
          <ac:spMkLst>
            <pc:docMk/>
            <pc:sldMk cId="432794014" sldId="1132"/>
            <ac:spMk id="1212" creationId="{E884CDAC-EA3C-2702-8BC6-989D8C3B97E7}"/>
          </ac:spMkLst>
        </pc:spChg>
        <pc:spChg chg="mod">
          <ac:chgData name="Gareth Thomson | Football Queensland" userId="45505d28-f665-4546-80c4-7c2d16b5a302" providerId="ADAL" clId="{9EE9DDEA-72AD-4867-A7F7-8B4754F6DD2C}" dt="2024-11-05T02:57:27.581" v="5658" actId="20577"/>
          <ac:spMkLst>
            <pc:docMk/>
            <pc:sldMk cId="432794014" sldId="1132"/>
            <ac:spMk id="1213" creationId="{0D77AACE-7F6B-F080-047B-6931F395B812}"/>
          </ac:spMkLst>
        </pc:spChg>
        <pc:spChg chg="mod">
          <ac:chgData name="Gareth Thomson | Football Queensland" userId="45505d28-f665-4546-80c4-7c2d16b5a302" providerId="ADAL" clId="{9EE9DDEA-72AD-4867-A7F7-8B4754F6DD2C}" dt="2024-11-04T11:49:06.602" v="32" actId="20577"/>
          <ac:spMkLst>
            <pc:docMk/>
            <pc:sldMk cId="432794014" sldId="1132"/>
            <ac:spMk id="1449" creationId="{5ABC8F5E-C3C8-2C25-5065-1A072BEF2F73}"/>
          </ac:spMkLst>
        </pc:spChg>
        <pc:grpChg chg="mod">
          <ac:chgData name="Gareth Thomson | Football Queensland" userId="45505d28-f665-4546-80c4-7c2d16b5a302" providerId="ADAL" clId="{9EE9DDEA-72AD-4867-A7F7-8B4754F6DD2C}" dt="2024-11-04T11:47:46.022" v="21" actId="1076"/>
          <ac:grpSpMkLst>
            <pc:docMk/>
            <pc:sldMk cId="432794014" sldId="1132"/>
            <ac:grpSpMk id="1247" creationId="{35324F61-84E4-F952-3F46-EA7ECA5440FB}"/>
          </ac:grpSpMkLst>
        </pc:grpChg>
        <pc:picChg chg="add mod">
          <ac:chgData name="Gareth Thomson | Football Queensland" userId="45505d28-f665-4546-80c4-7c2d16b5a302" providerId="ADAL" clId="{9EE9DDEA-72AD-4867-A7F7-8B4754F6DD2C}" dt="2024-11-04T11:56:53.410" v="297"/>
          <ac:picMkLst>
            <pc:docMk/>
            <pc:sldMk cId="432794014" sldId="1132"/>
            <ac:picMk id="24" creationId="{AB2639A6-536A-6A94-3792-3A67B00606C5}"/>
          </ac:picMkLst>
        </pc:picChg>
      </pc:sldChg>
      <pc:sldChg chg="addSp delSp modSp mod">
        <pc:chgData name="Gareth Thomson | Football Queensland" userId="45505d28-f665-4546-80c4-7c2d16b5a302" providerId="ADAL" clId="{9EE9DDEA-72AD-4867-A7F7-8B4754F6DD2C}" dt="2024-11-05T03:09:08.356" v="5825" actId="1037"/>
        <pc:sldMkLst>
          <pc:docMk/>
          <pc:sldMk cId="4246693659" sldId="1133"/>
        </pc:sldMkLst>
        <pc:spChg chg="mod">
          <ac:chgData name="Gareth Thomson | Football Queensland" userId="45505d28-f665-4546-80c4-7c2d16b5a302" providerId="ADAL" clId="{9EE9DDEA-72AD-4867-A7F7-8B4754F6DD2C}" dt="2024-11-04T11:57:39.560" v="326" actId="20577"/>
          <ac:spMkLst>
            <pc:docMk/>
            <pc:sldMk cId="4246693659" sldId="1133"/>
            <ac:spMk id="4" creationId="{9DD31E60-4E6F-EAAD-405D-37248501435B}"/>
          </ac:spMkLst>
        </pc:spChg>
        <pc:spChg chg="add del mod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7" creationId="{2D20954F-C793-5149-CA73-1D6A9A0A5EB2}"/>
          </ac:spMkLst>
        </pc:spChg>
        <pc:spChg chg="del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17" creationId="{F7216894-A1A7-3DFD-B9C9-5BED670B3E5D}"/>
          </ac:spMkLst>
        </pc:spChg>
        <pc:spChg chg="add del mod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20" creationId="{5DD7D1A7-BF95-C556-7770-320155DBAC75}"/>
          </ac:spMkLst>
        </pc:spChg>
        <pc:spChg chg="add del mod">
          <ac:chgData name="Gareth Thomson | Football Queensland" userId="45505d28-f665-4546-80c4-7c2d16b5a302" providerId="ADAL" clId="{9EE9DDEA-72AD-4867-A7F7-8B4754F6DD2C}" dt="2024-11-04T21:51:32.767" v="2876" actId="478"/>
          <ac:spMkLst>
            <pc:docMk/>
            <pc:sldMk cId="4246693659" sldId="1133"/>
            <ac:spMk id="20" creationId="{69172497-E30C-B0E0-6AFB-6FB31792ABCD}"/>
          </ac:spMkLst>
        </pc:spChg>
        <pc:spChg chg="del mod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21" creationId="{45D0FBDA-B97E-356D-E8F3-B082F928F984}"/>
          </ac:spMkLst>
        </pc:spChg>
        <pc:spChg chg="mod">
          <ac:chgData name="Gareth Thomson | Football Queensland" userId="45505d28-f665-4546-80c4-7c2d16b5a302" providerId="ADAL" clId="{9EE9DDEA-72AD-4867-A7F7-8B4754F6DD2C}" dt="2024-11-05T03:03:54.033" v="5765" actId="20577"/>
          <ac:spMkLst>
            <pc:docMk/>
            <pc:sldMk cId="4246693659" sldId="1133"/>
            <ac:spMk id="87" creationId="{60805906-F6D5-96C4-2A1A-3FEF32951913}"/>
          </ac:spMkLst>
        </pc:spChg>
        <pc:spChg chg="mod">
          <ac:chgData name="Gareth Thomson | Football Queensland" userId="45505d28-f665-4546-80c4-7c2d16b5a302" providerId="ADAL" clId="{9EE9DDEA-72AD-4867-A7F7-8B4754F6DD2C}" dt="2024-11-05T03:03:29.246" v="5759" actId="20577"/>
          <ac:spMkLst>
            <pc:docMk/>
            <pc:sldMk cId="4246693659" sldId="1133"/>
            <ac:spMk id="88" creationId="{8FFF768D-ACB2-9E3E-2B24-89490D76940F}"/>
          </ac:spMkLst>
        </pc:spChg>
        <pc:spChg chg="mod">
          <ac:chgData name="Gareth Thomson | Football Queensland" userId="45505d28-f665-4546-80c4-7c2d16b5a302" providerId="ADAL" clId="{9EE9DDEA-72AD-4867-A7F7-8B4754F6DD2C}" dt="2024-11-05T03:03:33.296" v="5764" actId="20577"/>
          <ac:spMkLst>
            <pc:docMk/>
            <pc:sldMk cId="4246693659" sldId="1133"/>
            <ac:spMk id="89" creationId="{83320D18-0779-2611-C83A-06EA351C0C6A}"/>
          </ac:spMkLst>
        </pc:spChg>
        <pc:spChg chg="del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153" creationId="{20726C27-CFEC-44C7-2283-8F7D0A5433BC}"/>
          </ac:spMkLst>
        </pc:spChg>
        <pc:spChg chg="add del mod">
          <ac:chgData name="Gareth Thomson | Football Queensland" userId="45505d28-f665-4546-80c4-7c2d16b5a302" providerId="ADAL" clId="{9EE9DDEA-72AD-4867-A7F7-8B4754F6DD2C}" dt="2024-11-05T02:19:22.601" v="4630" actId="478"/>
          <ac:spMkLst>
            <pc:docMk/>
            <pc:sldMk cId="4246693659" sldId="1133"/>
            <ac:spMk id="231" creationId="{DAFA382C-BF8A-D537-540E-220282B7838A}"/>
          </ac:spMkLst>
        </pc:spChg>
        <pc:spChg chg="add mod">
          <ac:chgData name="Gareth Thomson | Football Queensland" userId="45505d28-f665-4546-80c4-7c2d16b5a302" providerId="ADAL" clId="{9EE9DDEA-72AD-4867-A7F7-8B4754F6DD2C}" dt="2024-11-05T02:19:22.989" v="4631"/>
          <ac:spMkLst>
            <pc:docMk/>
            <pc:sldMk cId="4246693659" sldId="1133"/>
            <ac:spMk id="232" creationId="{C366E883-2679-A205-D889-FE9C6410C01B}"/>
          </ac:spMkLst>
        </pc:spChg>
        <pc:spChg chg="add mod">
          <ac:chgData name="Gareth Thomson | Football Queensland" userId="45505d28-f665-4546-80c4-7c2d16b5a302" providerId="ADAL" clId="{9EE9DDEA-72AD-4867-A7F7-8B4754F6DD2C}" dt="2024-11-05T02:19:22.989" v="4631"/>
          <ac:spMkLst>
            <pc:docMk/>
            <pc:sldMk cId="4246693659" sldId="1133"/>
            <ac:spMk id="233" creationId="{3333CD41-AA95-2F02-8660-1FAC2ECE5EA7}"/>
          </ac:spMkLst>
        </pc:spChg>
        <pc:spChg chg="add mod">
          <ac:chgData name="Gareth Thomson | Football Queensland" userId="45505d28-f665-4546-80c4-7c2d16b5a302" providerId="ADAL" clId="{9EE9DDEA-72AD-4867-A7F7-8B4754F6DD2C}" dt="2024-11-05T03:09:08.356" v="5825" actId="1037"/>
          <ac:spMkLst>
            <pc:docMk/>
            <pc:sldMk cId="4246693659" sldId="1133"/>
            <ac:spMk id="234" creationId="{FEC9A44F-C5BB-CD05-7C26-63972848AE1B}"/>
          </ac:spMkLst>
        </pc:spChg>
        <pc:spChg chg="add mod">
          <ac:chgData name="Gareth Thomson | Football Queensland" userId="45505d28-f665-4546-80c4-7c2d16b5a302" providerId="ADAL" clId="{9EE9DDEA-72AD-4867-A7F7-8B4754F6DD2C}" dt="2024-11-05T02:19:22.989" v="4631"/>
          <ac:spMkLst>
            <pc:docMk/>
            <pc:sldMk cId="4246693659" sldId="1133"/>
            <ac:spMk id="235" creationId="{B1FAE558-5F5D-C3A9-9162-5D5D9645913C}"/>
          </ac:spMkLst>
        </pc:spChg>
        <pc:spChg chg="add mod">
          <ac:chgData name="Gareth Thomson | Football Queensland" userId="45505d28-f665-4546-80c4-7c2d16b5a302" providerId="ADAL" clId="{9EE9DDEA-72AD-4867-A7F7-8B4754F6DD2C}" dt="2024-11-05T02:19:22.989" v="4631"/>
          <ac:spMkLst>
            <pc:docMk/>
            <pc:sldMk cId="4246693659" sldId="1133"/>
            <ac:spMk id="236" creationId="{0F8F380E-30C1-6BA6-68A7-C20833B5A577}"/>
          </ac:spMkLst>
        </pc:spChg>
        <pc:spChg chg="add mod">
          <ac:chgData name="Gareth Thomson | Football Queensland" userId="45505d28-f665-4546-80c4-7c2d16b5a302" providerId="ADAL" clId="{9EE9DDEA-72AD-4867-A7F7-8B4754F6DD2C}" dt="2024-11-05T02:19:22.989" v="4631"/>
          <ac:spMkLst>
            <pc:docMk/>
            <pc:sldMk cId="4246693659" sldId="1133"/>
            <ac:spMk id="237" creationId="{40A316D8-F64D-4DFB-3B8D-EE448592FDDF}"/>
          </ac:spMkLst>
        </pc:spChg>
        <pc:picChg chg="add mod">
          <ac:chgData name="Gareth Thomson | Football Queensland" userId="45505d28-f665-4546-80c4-7c2d16b5a302" providerId="ADAL" clId="{9EE9DDEA-72AD-4867-A7F7-8B4754F6DD2C}" dt="2024-11-04T11:57:21.312" v="311"/>
          <ac:picMkLst>
            <pc:docMk/>
            <pc:sldMk cId="4246693659" sldId="1133"/>
            <ac:picMk id="6" creationId="{9CA1E1C6-984E-8F8D-7769-335F711AB0BC}"/>
          </ac:picMkLst>
        </pc:picChg>
      </pc:sldChg>
      <pc:sldChg chg="addSp delSp modSp mod">
        <pc:chgData name="Gareth Thomson | Football Queensland" userId="45505d28-f665-4546-80c4-7c2d16b5a302" providerId="ADAL" clId="{9EE9DDEA-72AD-4867-A7F7-8B4754F6DD2C}" dt="2024-11-05T03:06:08.891" v="5817" actId="20577"/>
        <pc:sldMkLst>
          <pc:docMk/>
          <pc:sldMk cId="644873091" sldId="1154"/>
        </pc:sldMkLst>
        <pc:spChg chg="mod">
          <ac:chgData name="Gareth Thomson | Football Queensland" userId="45505d28-f665-4546-80c4-7c2d16b5a302" providerId="ADAL" clId="{9EE9DDEA-72AD-4867-A7F7-8B4754F6DD2C}" dt="2024-11-05T03:06:08.891" v="5817" actId="20577"/>
          <ac:spMkLst>
            <pc:docMk/>
            <pc:sldMk cId="644873091" sldId="1154"/>
            <ac:spMk id="3" creationId="{1D7EAE48-B7AB-80BD-813B-BED6ACE91DC1}"/>
          </ac:spMkLst>
        </pc:spChg>
        <pc:spChg chg="add mod">
          <ac:chgData name="Gareth Thomson | Football Queensland" userId="45505d28-f665-4546-80c4-7c2d16b5a302" providerId="ADAL" clId="{9EE9DDEA-72AD-4867-A7F7-8B4754F6DD2C}" dt="2024-11-05T02:15:07.834" v="4627" actId="1035"/>
          <ac:spMkLst>
            <pc:docMk/>
            <pc:sldMk cId="644873091" sldId="1154"/>
            <ac:spMk id="5" creationId="{558B78DD-654F-F66A-FD0E-A686D5BA6BD9}"/>
          </ac:spMkLst>
        </pc:spChg>
        <pc:spChg chg="add del mod">
          <ac:chgData name="Gareth Thomson | Football Queensland" userId="45505d28-f665-4546-80c4-7c2d16b5a302" providerId="ADAL" clId="{9EE9DDEA-72AD-4867-A7F7-8B4754F6DD2C}" dt="2024-11-04T21:52:19.834" v="2889" actId="478"/>
          <ac:spMkLst>
            <pc:docMk/>
            <pc:sldMk cId="644873091" sldId="1154"/>
            <ac:spMk id="10" creationId="{4D54446F-1CF1-737C-B6FE-D0A29B7832FC}"/>
          </ac:spMkLst>
        </pc:spChg>
        <pc:spChg chg="add mod">
          <ac:chgData name="Gareth Thomson | Football Queensland" userId="45505d28-f665-4546-80c4-7c2d16b5a302" providerId="ADAL" clId="{9EE9DDEA-72AD-4867-A7F7-8B4754F6DD2C}" dt="2024-11-05T02:15:00.123" v="4613" actId="1035"/>
          <ac:spMkLst>
            <pc:docMk/>
            <pc:sldMk cId="644873091" sldId="1154"/>
            <ac:spMk id="11" creationId="{A42F5731-CF19-DB36-AB03-5DDA66FD6387}"/>
          </ac:spMkLst>
        </pc:spChg>
        <pc:spChg chg="add mod">
          <ac:chgData name="Gareth Thomson | Football Queensland" userId="45505d28-f665-4546-80c4-7c2d16b5a302" providerId="ADAL" clId="{9EE9DDEA-72AD-4867-A7F7-8B4754F6DD2C}" dt="2024-11-04T21:52:15.693" v="2886" actId="1076"/>
          <ac:spMkLst>
            <pc:docMk/>
            <pc:sldMk cId="644873091" sldId="1154"/>
            <ac:spMk id="12" creationId="{A1D3E762-A037-2180-57DC-5026B411A5D3}"/>
          </ac:spMkLst>
        </pc:spChg>
        <pc:spChg chg="add mod">
          <ac:chgData name="Gareth Thomson | Football Queensland" userId="45505d28-f665-4546-80c4-7c2d16b5a302" providerId="ADAL" clId="{9EE9DDEA-72AD-4867-A7F7-8B4754F6DD2C}" dt="2024-11-05T02:15:03.781" v="4620" actId="1035"/>
          <ac:spMkLst>
            <pc:docMk/>
            <pc:sldMk cId="644873091" sldId="1154"/>
            <ac:spMk id="13" creationId="{50DF05F8-0E8A-66B7-5831-2B9B2EADDDB2}"/>
          </ac:spMkLst>
        </pc:spChg>
        <pc:spChg chg="add mod">
          <ac:chgData name="Gareth Thomson | Football Queensland" userId="45505d28-f665-4546-80c4-7c2d16b5a302" providerId="ADAL" clId="{9EE9DDEA-72AD-4867-A7F7-8B4754F6DD2C}" dt="2024-11-04T21:52:38.765" v="2899" actId="20577"/>
          <ac:spMkLst>
            <pc:docMk/>
            <pc:sldMk cId="644873091" sldId="1154"/>
            <ac:spMk id="14" creationId="{064DD2CC-B374-693C-C5EF-F2CEF87EDE18}"/>
          </ac:spMkLst>
        </pc:spChg>
        <pc:spChg chg="add mod">
          <ac:chgData name="Gareth Thomson | Football Queensland" userId="45505d28-f665-4546-80c4-7c2d16b5a302" providerId="ADAL" clId="{9EE9DDEA-72AD-4867-A7F7-8B4754F6DD2C}" dt="2024-11-04T21:52:45.284" v="2901" actId="1076"/>
          <ac:spMkLst>
            <pc:docMk/>
            <pc:sldMk cId="644873091" sldId="1154"/>
            <ac:spMk id="17" creationId="{6823AFAA-ECAF-9C98-5CF2-EA39E4F7FDA3}"/>
          </ac:spMkLst>
        </pc:spChg>
        <pc:spChg chg="mod">
          <ac:chgData name="Gareth Thomson | Football Queensland" userId="45505d28-f665-4546-80c4-7c2d16b5a302" providerId="ADAL" clId="{9EE9DDEA-72AD-4867-A7F7-8B4754F6DD2C}" dt="2024-11-05T03:05:39.971" v="5804" actId="20577"/>
          <ac:spMkLst>
            <pc:docMk/>
            <pc:sldMk cId="644873091" sldId="1154"/>
            <ac:spMk id="1433" creationId="{9A5CB5E3-8FB7-78D6-6576-C0F010A0B96A}"/>
          </ac:spMkLst>
        </pc:spChg>
        <pc:spChg chg="mod">
          <ac:chgData name="Gareth Thomson | Football Queensland" userId="45505d28-f665-4546-80c4-7c2d16b5a302" providerId="ADAL" clId="{9EE9DDEA-72AD-4867-A7F7-8B4754F6DD2C}" dt="2024-11-05T03:04:30.610" v="5794" actId="13926"/>
          <ac:spMkLst>
            <pc:docMk/>
            <pc:sldMk cId="644873091" sldId="1154"/>
            <ac:spMk id="1434" creationId="{C0E0B9E3-1CAF-966E-F1F7-29E06CAAFFFF}"/>
          </ac:spMkLst>
        </pc:spChg>
        <pc:spChg chg="mod">
          <ac:chgData name="Gareth Thomson | Football Queensland" userId="45505d28-f665-4546-80c4-7c2d16b5a302" providerId="ADAL" clId="{9EE9DDEA-72AD-4867-A7F7-8B4754F6DD2C}" dt="2024-11-05T03:05:20.003" v="5802" actId="20577"/>
          <ac:spMkLst>
            <pc:docMk/>
            <pc:sldMk cId="644873091" sldId="1154"/>
            <ac:spMk id="1435" creationId="{25D65BC3-33BD-FB77-1292-649BFE001AA6}"/>
          </ac:spMkLst>
        </pc:spChg>
        <pc:picChg chg="add mod">
          <ac:chgData name="Gareth Thomson | Football Queensland" userId="45505d28-f665-4546-80c4-7c2d16b5a302" providerId="ADAL" clId="{9EE9DDEA-72AD-4867-A7F7-8B4754F6DD2C}" dt="2024-11-04T11:57:42.356" v="327"/>
          <ac:picMkLst>
            <pc:docMk/>
            <pc:sldMk cId="644873091" sldId="1154"/>
            <ac:picMk id="2" creationId="{E7C5C6A1-28FD-3D3C-6C6F-98B055C59604}"/>
          </ac:picMkLst>
        </pc:picChg>
      </pc:sldChg>
      <pc:sldChg chg="addSp delSp modSp mod modAnim">
        <pc:chgData name="Gareth Thomson | Football Queensland" userId="45505d28-f665-4546-80c4-7c2d16b5a302" providerId="ADAL" clId="{9EE9DDEA-72AD-4867-A7F7-8B4754F6DD2C}" dt="2024-11-05T04:06:02.397" v="6054" actId="20577"/>
        <pc:sldMkLst>
          <pc:docMk/>
          <pc:sldMk cId="1948147583" sldId="1155"/>
        </pc:sldMkLst>
        <pc:spChg chg="add del mod">
          <ac:chgData name="Gareth Thomson | Football Queensland" userId="45505d28-f665-4546-80c4-7c2d16b5a302" providerId="ADAL" clId="{9EE9DDEA-72AD-4867-A7F7-8B4754F6DD2C}" dt="2024-11-04T12:15:27.434" v="2257" actId="478"/>
          <ac:spMkLst>
            <pc:docMk/>
            <pc:sldMk cId="1948147583" sldId="1155"/>
            <ac:spMk id="5" creationId="{242FE52E-F4FF-FBC2-F52E-9E7C240AE7C4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6" creationId="{EC17FB5E-96C8-2E4F-6F95-0AA619A717CA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7" creationId="{81B520E7-AD09-3718-8053-C093C488232D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10" creationId="{09CEB60A-09BB-A4BC-96A7-26D826C04989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11" creationId="{31E957B7-7F00-A977-7283-781A9B7B8999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12" creationId="{FDA8DE3C-CFB3-D5CC-B5DA-725E23310EEF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13" creationId="{1FC2205A-468E-DE5B-8EA5-AB32F1E2D888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14" creationId="{6AE204AD-2618-D4BB-D83D-D757ABE6DABE}"/>
          </ac:spMkLst>
        </pc:spChg>
        <pc:spChg chg="mod">
          <ac:chgData name="Gareth Thomson | Football Queensland" userId="45505d28-f665-4546-80c4-7c2d16b5a302" providerId="ADAL" clId="{9EE9DDEA-72AD-4867-A7F7-8B4754F6DD2C}" dt="2024-11-05T04:06:02.397" v="6054" actId="20577"/>
          <ac:spMkLst>
            <pc:docMk/>
            <pc:sldMk cId="1948147583" sldId="1155"/>
            <ac:spMk id="17" creationId="{8C3677D2-CEC8-91F0-6E9B-B32F0D3B36D7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0" creationId="{0BD51AC8-E698-AC1A-13AE-8978B1AD8392}"/>
          </ac:spMkLst>
        </pc:spChg>
        <pc:spChg chg="del mod">
          <ac:chgData name="Gareth Thomson | Football Queensland" userId="45505d28-f665-4546-80c4-7c2d16b5a302" providerId="ADAL" clId="{9EE9DDEA-72AD-4867-A7F7-8B4754F6DD2C}" dt="2024-11-04T12:04:56.548" v="922" actId="478"/>
          <ac:spMkLst>
            <pc:docMk/>
            <pc:sldMk cId="1948147583" sldId="1155"/>
            <ac:spMk id="23" creationId="{205A65AA-3B6E-12B1-1CD2-B4208F96ECA7}"/>
          </ac:spMkLst>
        </pc:spChg>
        <pc:spChg chg="del mod">
          <ac:chgData name="Gareth Thomson | Football Queensland" userId="45505d28-f665-4546-80c4-7c2d16b5a302" providerId="ADAL" clId="{9EE9DDEA-72AD-4867-A7F7-8B4754F6DD2C}" dt="2024-11-04T12:04:59.138" v="923" actId="478"/>
          <ac:spMkLst>
            <pc:docMk/>
            <pc:sldMk cId="1948147583" sldId="1155"/>
            <ac:spMk id="24" creationId="{F579782F-67A2-7415-CC38-EFAF7B5BF311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5" creationId="{6A6E3FFE-3B52-2A95-43F0-4C31D66660F4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6" creationId="{34A48A58-0A13-E6B0-9346-425CD080037B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7" creationId="{68FD6F06-9CE1-E48A-0136-F1CF9D3E2BAE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8" creationId="{83CD5671-E2C5-0369-7DF5-468EE61F19F5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29" creationId="{088CAC2A-E40C-D7AF-89E4-8009E4724C21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0" creationId="{61337EE0-A976-4F7A-E97A-5D996C44FBF9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1" creationId="{ADE722D1-7667-1144-4E7D-3D0165A41C89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2" creationId="{B64EC7F0-2817-A077-A18B-4B912CDD947F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3" creationId="{5C324A5E-5CD7-DDD3-1B4E-FCCB87C74CA8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4" creationId="{DE1535DE-8452-B0A6-E6C1-FA3F5931B760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5" creationId="{51FABB85-F3D5-0AD1-F697-CC663F39B5CD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6" creationId="{4EE7C949-A6B1-38ED-369F-EE214B1995F6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7" creationId="{CA8BA434-4501-F8CE-9B2E-C8DE8AAF954E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5:54.886" v="2265" actId="478"/>
          <ac:spMkLst>
            <pc:docMk/>
            <pc:sldMk cId="1948147583" sldId="1155"/>
            <ac:spMk id="38" creationId="{A20D07DA-251B-1403-B083-5CFFF4CF6874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7:05.965" v="2272" actId="478"/>
          <ac:spMkLst>
            <pc:docMk/>
            <pc:sldMk cId="1948147583" sldId="1155"/>
            <ac:spMk id="41" creationId="{4001AF34-FBC7-96CD-81FA-FCF29BA28E08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7:05.965" v="2272" actId="478"/>
          <ac:spMkLst>
            <pc:docMk/>
            <pc:sldMk cId="1948147583" sldId="1155"/>
            <ac:spMk id="42" creationId="{63F47000-0B93-BB7B-15E3-1D9FD439F033}"/>
          </ac:spMkLst>
        </pc:spChg>
        <pc:spChg chg="add del mod">
          <ac:chgData name="Gareth Thomson | Football Queensland" userId="45505d28-f665-4546-80c4-7c2d16b5a302" providerId="ADAL" clId="{9EE9DDEA-72AD-4867-A7F7-8B4754F6DD2C}" dt="2024-11-04T12:17:05.965" v="2272" actId="478"/>
          <ac:spMkLst>
            <pc:docMk/>
            <pc:sldMk cId="1948147583" sldId="1155"/>
            <ac:spMk id="44" creationId="{D254F266-E75A-49DD-835C-B55F9D35ED1E}"/>
          </ac:spMkLst>
        </pc:spChg>
        <pc:spChg chg="add del">
          <ac:chgData name="Gareth Thomson | Football Queensland" userId="45505d28-f665-4546-80c4-7c2d16b5a302" providerId="ADAL" clId="{9EE9DDEA-72AD-4867-A7F7-8B4754F6DD2C}" dt="2024-11-04T12:17:52.404" v="2279" actId="478"/>
          <ac:spMkLst>
            <pc:docMk/>
            <pc:sldMk cId="1948147583" sldId="1155"/>
            <ac:spMk id="46" creationId="{B646DD7D-605D-BCBD-2CAB-92A8D463A9ED}"/>
          </ac:spMkLst>
        </pc:spChg>
        <pc:spChg chg="add">
          <ac:chgData name="Gareth Thomson | Football Queensland" userId="45505d28-f665-4546-80c4-7c2d16b5a302" providerId="ADAL" clId="{9EE9DDEA-72AD-4867-A7F7-8B4754F6DD2C}" dt="2024-11-04T12:17:55.911" v="2280"/>
          <ac:spMkLst>
            <pc:docMk/>
            <pc:sldMk cId="1948147583" sldId="1155"/>
            <ac:spMk id="47" creationId="{649674CF-6680-8DD4-5D2D-FF9E9916CA10}"/>
          </ac:spMkLst>
        </pc:spChg>
        <pc:spChg chg="add del mod">
          <ac:chgData name="Gareth Thomson | Football Queensland" userId="45505d28-f665-4546-80c4-7c2d16b5a302" providerId="ADAL" clId="{9EE9DDEA-72AD-4867-A7F7-8B4754F6DD2C}" dt="2024-11-04T23:00:03.510" v="4395" actId="478"/>
          <ac:spMkLst>
            <pc:docMk/>
            <pc:sldMk cId="1948147583" sldId="1155"/>
            <ac:spMk id="48" creationId="{65D92F6A-8D1B-5DD9-F635-860E9A3CC55A}"/>
          </ac:spMkLst>
        </pc:spChg>
        <pc:spChg chg="add del">
          <ac:chgData name="Gareth Thomson | Football Queensland" userId="45505d28-f665-4546-80c4-7c2d16b5a302" providerId="ADAL" clId="{9EE9DDEA-72AD-4867-A7F7-8B4754F6DD2C}" dt="2024-11-04T12:18:50.991" v="2288" actId="22"/>
          <ac:spMkLst>
            <pc:docMk/>
            <pc:sldMk cId="1948147583" sldId="1155"/>
            <ac:spMk id="50" creationId="{01B91233-79E9-4FF6-119E-CA4D0804D2F0}"/>
          </ac:spMkLst>
        </pc:spChg>
        <pc:spChg chg="add del">
          <ac:chgData name="Gareth Thomson | Football Queensland" userId="45505d28-f665-4546-80c4-7c2d16b5a302" providerId="ADAL" clId="{9EE9DDEA-72AD-4867-A7F7-8B4754F6DD2C}" dt="2024-11-04T12:21:12.405" v="2663" actId="478"/>
          <ac:spMkLst>
            <pc:docMk/>
            <pc:sldMk cId="1948147583" sldId="1155"/>
            <ac:spMk id="51" creationId="{F8898474-D3A8-7759-F5D2-515E21D26279}"/>
          </ac:spMkLst>
        </pc:spChg>
        <pc:spChg chg="add mod">
          <ac:chgData name="Gareth Thomson | Football Queensland" userId="45505d28-f665-4546-80c4-7c2d16b5a302" providerId="ADAL" clId="{9EE9DDEA-72AD-4867-A7F7-8B4754F6DD2C}" dt="2024-11-04T22:54:53.814" v="4371"/>
          <ac:spMkLst>
            <pc:docMk/>
            <pc:sldMk cId="1948147583" sldId="1155"/>
            <ac:spMk id="52" creationId="{4E1FC0F1-5785-23FF-DDA1-58B84F94165A}"/>
          </ac:spMkLst>
        </pc:spChg>
        <pc:spChg chg="add mod">
          <ac:chgData name="Gareth Thomson | Football Queensland" userId="45505d28-f665-4546-80c4-7c2d16b5a302" providerId="ADAL" clId="{9EE9DDEA-72AD-4867-A7F7-8B4754F6DD2C}" dt="2024-11-04T22:54:53.814" v="4371"/>
          <ac:spMkLst>
            <pc:docMk/>
            <pc:sldMk cId="1948147583" sldId="1155"/>
            <ac:spMk id="53" creationId="{A19D6C94-C158-0392-EE94-8BD78CB8C3C1}"/>
          </ac:spMkLst>
        </pc:spChg>
        <pc:spChg chg="add mod">
          <ac:chgData name="Gareth Thomson | Football Queensland" userId="45505d28-f665-4546-80c4-7c2d16b5a302" providerId="ADAL" clId="{9EE9DDEA-72AD-4867-A7F7-8B4754F6DD2C}" dt="2024-11-04T22:54:53.814" v="4371"/>
          <ac:spMkLst>
            <pc:docMk/>
            <pc:sldMk cId="1948147583" sldId="1155"/>
            <ac:spMk id="54" creationId="{212402AA-07B3-7D40-A57C-DA1913A56474}"/>
          </ac:spMkLst>
        </pc:spChg>
        <pc:spChg chg="add mod">
          <ac:chgData name="Gareth Thomson | Football Queensland" userId="45505d28-f665-4546-80c4-7c2d16b5a302" providerId="ADAL" clId="{9EE9DDEA-72AD-4867-A7F7-8B4754F6DD2C}" dt="2024-11-04T23:01:45.946" v="4506" actId="404"/>
          <ac:spMkLst>
            <pc:docMk/>
            <pc:sldMk cId="1948147583" sldId="1155"/>
            <ac:spMk id="60" creationId="{A157EB6B-B254-9200-E41E-D6EEB3FF6D11}"/>
          </ac:spMkLst>
        </pc:spChg>
        <pc:spChg chg="add mod">
          <ac:chgData name="Gareth Thomson | Football Queensland" userId="45505d28-f665-4546-80c4-7c2d16b5a302" providerId="ADAL" clId="{9EE9DDEA-72AD-4867-A7F7-8B4754F6DD2C}" dt="2024-11-05T02:47:03.561" v="4633" actId="14100"/>
          <ac:spMkLst>
            <pc:docMk/>
            <pc:sldMk cId="1948147583" sldId="1155"/>
            <ac:spMk id="61" creationId="{B592B336-506B-FCFA-208A-133350E36451}"/>
          </ac:spMkLst>
        </pc:spChg>
        <pc:graphicFrameChg chg="del">
          <ac:chgData name="Gareth Thomson | Football Queensland" userId="45505d28-f665-4546-80c4-7c2d16b5a302" providerId="ADAL" clId="{9EE9DDEA-72AD-4867-A7F7-8B4754F6DD2C}" dt="2024-11-04T12:04:59.138" v="923" actId="478"/>
          <ac:graphicFrameMkLst>
            <pc:docMk/>
            <pc:sldMk cId="1948147583" sldId="1155"/>
            <ac:graphicFrameMk id="15" creationId="{4EE796F5-E441-626B-518A-6408B0C664A9}"/>
          </ac:graphicFrameMkLst>
        </pc:graphicFrameChg>
        <pc:graphicFrameChg chg="del">
          <ac:chgData name="Gareth Thomson | Football Queensland" userId="45505d28-f665-4546-80c4-7c2d16b5a302" providerId="ADAL" clId="{9EE9DDEA-72AD-4867-A7F7-8B4754F6DD2C}" dt="2024-11-04T12:04:56.548" v="922" actId="478"/>
          <ac:graphicFrameMkLst>
            <pc:docMk/>
            <pc:sldMk cId="1948147583" sldId="1155"/>
            <ac:graphicFrameMk id="16" creationId="{1A150552-5FE5-7E7A-7F4D-CE5FC737ABE2}"/>
          </ac:graphicFrameMkLst>
        </pc:graphicFrameChg>
        <pc:graphicFrameChg chg="del modGraphic">
          <ac:chgData name="Gareth Thomson | Football Queensland" userId="45505d28-f665-4546-80c4-7c2d16b5a302" providerId="ADAL" clId="{9EE9DDEA-72AD-4867-A7F7-8B4754F6DD2C}" dt="2024-11-04T12:04:56.548" v="922" actId="478"/>
          <ac:graphicFrameMkLst>
            <pc:docMk/>
            <pc:sldMk cId="1948147583" sldId="1155"/>
            <ac:graphicFrameMk id="18" creationId="{93287E03-89E3-79EF-07AC-922068921126}"/>
          </ac:graphicFrameMkLst>
        </pc:graphicFrameChg>
        <pc:graphicFrameChg chg="del modGraphic">
          <ac:chgData name="Gareth Thomson | Football Queensland" userId="45505d28-f665-4546-80c4-7c2d16b5a302" providerId="ADAL" clId="{9EE9DDEA-72AD-4867-A7F7-8B4754F6DD2C}" dt="2024-11-04T12:04:56.548" v="922" actId="478"/>
          <ac:graphicFrameMkLst>
            <pc:docMk/>
            <pc:sldMk cId="1948147583" sldId="1155"/>
            <ac:graphicFrameMk id="19" creationId="{515F6803-3DD2-4A23-E7BF-85FEB0F3CB58}"/>
          </ac:graphicFrameMkLst>
        </pc:graphicFrameChg>
        <pc:picChg chg="add del mod">
          <ac:chgData name="Gareth Thomson | Football Queensland" userId="45505d28-f665-4546-80c4-7c2d16b5a302" providerId="ADAL" clId="{9EE9DDEA-72AD-4867-A7F7-8B4754F6DD2C}" dt="2024-11-04T11:56:47.724" v="295" actId="478"/>
          <ac:picMkLst>
            <pc:docMk/>
            <pc:sldMk cId="1948147583" sldId="1155"/>
            <ac:picMk id="2" creationId="{21307B80-F850-1F32-2C26-C990ABAEF8AB}"/>
          </ac:picMkLst>
        </pc:picChg>
        <pc:picChg chg="add mod">
          <ac:chgData name="Gareth Thomson | Football Queensland" userId="45505d28-f665-4546-80c4-7c2d16b5a302" providerId="ADAL" clId="{9EE9DDEA-72AD-4867-A7F7-8B4754F6DD2C}" dt="2024-11-04T11:56:48.054" v="296"/>
          <ac:picMkLst>
            <pc:docMk/>
            <pc:sldMk cId="1948147583" sldId="1155"/>
            <ac:picMk id="3" creationId="{FED0E0DD-508F-E3ED-1C79-F301605906AC}"/>
          </ac:picMkLst>
        </pc:picChg>
        <pc:picChg chg="mod">
          <ac:chgData name="Gareth Thomson | Football Queensland" userId="45505d28-f665-4546-80c4-7c2d16b5a302" providerId="ADAL" clId="{9EE9DDEA-72AD-4867-A7F7-8B4754F6DD2C}" dt="2024-11-04T12:05:37.169" v="1066" actId="1035"/>
          <ac:picMkLst>
            <pc:docMk/>
            <pc:sldMk cId="1948147583" sldId="1155"/>
            <ac:picMk id="8" creationId="{1996D85F-F846-5D88-399E-492B8588602C}"/>
          </ac:picMkLst>
        </pc:picChg>
        <pc:picChg chg="del">
          <ac:chgData name="Gareth Thomson | Football Queensland" userId="45505d28-f665-4546-80c4-7c2d16b5a302" providerId="ADAL" clId="{9EE9DDEA-72AD-4867-A7F7-8B4754F6DD2C}" dt="2024-11-04T12:04:56.548" v="922" actId="478"/>
          <ac:picMkLst>
            <pc:docMk/>
            <pc:sldMk cId="1948147583" sldId="1155"/>
            <ac:picMk id="21" creationId="{9D73FDF7-D6A6-64BE-3702-1973F3FC3696}"/>
          </ac:picMkLst>
        </pc:picChg>
        <pc:picChg chg="del">
          <ac:chgData name="Gareth Thomson | Football Queensland" userId="45505d28-f665-4546-80c4-7c2d16b5a302" providerId="ADAL" clId="{9EE9DDEA-72AD-4867-A7F7-8B4754F6DD2C}" dt="2024-11-04T12:05:00.735" v="924" actId="478"/>
          <ac:picMkLst>
            <pc:docMk/>
            <pc:sldMk cId="1948147583" sldId="1155"/>
            <ac:picMk id="22" creationId="{4842F74C-2188-D6C1-7260-7D1E4346DC7D}"/>
          </ac:picMkLst>
        </pc:picChg>
        <pc:picChg chg="add mod">
          <ac:chgData name="Gareth Thomson | Football Queensland" userId="45505d28-f665-4546-80c4-7c2d16b5a302" providerId="ADAL" clId="{9EE9DDEA-72AD-4867-A7F7-8B4754F6DD2C}" dt="2024-11-04T12:15:32.906" v="2260" actId="1076"/>
          <ac:picMkLst>
            <pc:docMk/>
            <pc:sldMk cId="1948147583" sldId="1155"/>
            <ac:picMk id="39" creationId="{615BB59A-D0F6-2288-1B5D-CC00C27660A0}"/>
          </ac:picMkLst>
        </pc:picChg>
        <pc:picChg chg="add mod">
          <ac:chgData name="Gareth Thomson | Football Queensland" userId="45505d28-f665-4546-80c4-7c2d16b5a302" providerId="ADAL" clId="{9EE9DDEA-72AD-4867-A7F7-8B4754F6DD2C}" dt="2024-11-04T12:18:27.016" v="2281" actId="1076"/>
          <ac:picMkLst>
            <pc:docMk/>
            <pc:sldMk cId="1948147583" sldId="1155"/>
            <ac:picMk id="40" creationId="{E23DC903-6BFE-2644-C6B1-1FC9F8DA21ED}"/>
          </ac:picMkLst>
        </pc:picChg>
        <pc:picChg chg="add del mod">
          <ac:chgData name="Gareth Thomson | Football Queensland" userId="45505d28-f665-4546-80c4-7c2d16b5a302" providerId="ADAL" clId="{9EE9DDEA-72AD-4867-A7F7-8B4754F6DD2C}" dt="2024-11-04T12:17:05.965" v="2272" actId="478"/>
          <ac:picMkLst>
            <pc:docMk/>
            <pc:sldMk cId="1948147583" sldId="1155"/>
            <ac:picMk id="43" creationId="{76837546-35FD-C940-67B8-725228B3EABF}"/>
          </ac:picMkLst>
        </pc:picChg>
        <pc:picChg chg="add mod">
          <ac:chgData name="Gareth Thomson | Football Queensland" userId="45505d28-f665-4546-80c4-7c2d16b5a302" providerId="ADAL" clId="{9EE9DDEA-72AD-4867-A7F7-8B4754F6DD2C}" dt="2024-11-04T12:18:31.444" v="2282" actId="1076"/>
          <ac:picMkLst>
            <pc:docMk/>
            <pc:sldMk cId="1948147583" sldId="1155"/>
            <ac:picMk id="45" creationId="{F4098E2E-9554-BF02-A623-C39640B29D8E}"/>
          </ac:picMkLst>
        </pc:picChg>
        <pc:picChg chg="add mod">
          <ac:chgData name="Gareth Thomson | Football Queensland" userId="45505d28-f665-4546-80c4-7c2d16b5a302" providerId="ADAL" clId="{9EE9DDEA-72AD-4867-A7F7-8B4754F6DD2C}" dt="2024-11-04T22:54:53.814" v="4371"/>
          <ac:picMkLst>
            <pc:docMk/>
            <pc:sldMk cId="1948147583" sldId="1155"/>
            <ac:picMk id="55" creationId="{3013B561-FAE5-A471-5103-35A44F791105}"/>
          </ac:picMkLst>
        </pc:picChg>
        <pc:picChg chg="add mod">
          <ac:chgData name="Gareth Thomson | Football Queensland" userId="45505d28-f665-4546-80c4-7c2d16b5a302" providerId="ADAL" clId="{9EE9DDEA-72AD-4867-A7F7-8B4754F6DD2C}" dt="2024-11-04T22:55:10.372" v="4377" actId="1076"/>
          <ac:picMkLst>
            <pc:docMk/>
            <pc:sldMk cId="1948147583" sldId="1155"/>
            <ac:picMk id="56" creationId="{2051649B-0F19-EB82-7698-B457B252CF43}"/>
          </ac:picMkLst>
        </pc:picChg>
        <pc:picChg chg="add mod modCrop">
          <ac:chgData name="Gareth Thomson | Football Queensland" userId="45505d28-f665-4546-80c4-7c2d16b5a302" providerId="ADAL" clId="{9EE9DDEA-72AD-4867-A7F7-8B4754F6DD2C}" dt="2024-11-04T23:01:12.795" v="4459" actId="1037"/>
          <ac:picMkLst>
            <pc:docMk/>
            <pc:sldMk cId="1948147583" sldId="1155"/>
            <ac:picMk id="58" creationId="{DB1296A8-1A95-7B2D-8FF7-1911D27763C8}"/>
          </ac:picMkLst>
        </pc:picChg>
        <pc:picChg chg="add mod">
          <ac:chgData name="Gareth Thomson | Football Queensland" userId="45505d28-f665-4546-80c4-7c2d16b5a302" providerId="ADAL" clId="{9EE9DDEA-72AD-4867-A7F7-8B4754F6DD2C}" dt="2024-11-04T23:00:00.286" v="4394" actId="14826"/>
          <ac:picMkLst>
            <pc:docMk/>
            <pc:sldMk cId="1948147583" sldId="1155"/>
            <ac:picMk id="59" creationId="{91AD0E57-5058-7E04-4468-52662D655D05}"/>
          </ac:picMkLst>
        </pc:picChg>
      </pc:sldChg>
      <pc:sldChg chg="modSp add mod">
        <pc:chgData name="Gareth Thomson | Football Queensland" userId="45505d28-f665-4546-80c4-7c2d16b5a302" providerId="ADAL" clId="{9EE9DDEA-72AD-4867-A7F7-8B4754F6DD2C}" dt="2024-11-05T03:39:59.420" v="6046" actId="20577"/>
        <pc:sldMkLst>
          <pc:docMk/>
          <pc:sldMk cId="782902624" sldId="1156"/>
        </pc:sldMkLst>
        <pc:spChg chg="mod">
          <ac:chgData name="Gareth Thomson | Football Queensland" userId="45505d28-f665-4546-80c4-7c2d16b5a302" providerId="ADAL" clId="{9EE9DDEA-72AD-4867-A7F7-8B4754F6DD2C}" dt="2024-11-05T03:39:59.420" v="6046" actId="20577"/>
          <ac:spMkLst>
            <pc:docMk/>
            <pc:sldMk cId="782902624" sldId="1156"/>
            <ac:spMk id="17" creationId="{4DCAF3A1-AE73-1465-97E4-B074F48EB427}"/>
          </ac:spMkLst>
        </pc:spChg>
      </pc:sldChg>
    </pc:docChg>
  </pc:docChgLst>
  <pc:docChgLst>
    <pc:chgData name="Gareth Thomson | Football Queensland" userId="45505d28-f665-4546-80c4-7c2d16b5a302" providerId="ADAL" clId="{8A3072E5-DD52-41DC-80F8-9E82E886F1EA}"/>
    <pc:docChg chg="undo custSel delSld modSld">
      <pc:chgData name="Gareth Thomson | Football Queensland" userId="45505d28-f665-4546-80c4-7c2d16b5a302" providerId="ADAL" clId="{8A3072E5-DD52-41DC-80F8-9E82E886F1EA}" dt="2024-11-13T02:01:35.209" v="230" actId="1076"/>
      <pc:docMkLst>
        <pc:docMk/>
      </pc:docMkLst>
      <pc:sldChg chg="del">
        <pc:chgData name="Gareth Thomson | Football Queensland" userId="45505d28-f665-4546-80c4-7c2d16b5a302" providerId="ADAL" clId="{8A3072E5-DD52-41DC-80F8-9E82E886F1EA}" dt="2024-11-13T01:57:43.898" v="0" actId="47"/>
        <pc:sldMkLst>
          <pc:docMk/>
          <pc:sldMk cId="2249587282" sldId="257"/>
        </pc:sldMkLst>
      </pc:sldChg>
      <pc:sldChg chg="addSp delSp modSp mod">
        <pc:chgData name="Gareth Thomson | Football Queensland" userId="45505d28-f665-4546-80c4-7c2d16b5a302" providerId="ADAL" clId="{8A3072E5-DD52-41DC-80F8-9E82E886F1EA}" dt="2024-11-13T02:01:35.209" v="230" actId="1076"/>
        <pc:sldMkLst>
          <pc:docMk/>
          <pc:sldMk cId="2257159162" sldId="1131"/>
        </pc:sldMkLst>
        <pc:spChg chg="add mod">
          <ac:chgData name="Gareth Thomson | Football Queensland" userId="45505d28-f665-4546-80c4-7c2d16b5a302" providerId="ADAL" clId="{8A3072E5-DD52-41DC-80F8-9E82E886F1EA}" dt="2024-11-13T01:59:44.444" v="186" actId="1076"/>
          <ac:spMkLst>
            <pc:docMk/>
            <pc:sldMk cId="2257159162" sldId="1131"/>
            <ac:spMk id="2" creationId="{BDDE9C1A-FF27-1A79-C5EC-5205E1EA64A6}"/>
          </ac:spMkLst>
        </pc:spChg>
        <pc:spChg chg="mod">
          <ac:chgData name="Gareth Thomson | Football Queensland" userId="45505d28-f665-4546-80c4-7c2d16b5a302" providerId="ADAL" clId="{8A3072E5-DD52-41DC-80F8-9E82E886F1EA}" dt="2024-11-13T01:58:05.484" v="44" actId="20577"/>
          <ac:spMkLst>
            <pc:docMk/>
            <pc:sldMk cId="2257159162" sldId="1131"/>
            <ac:spMk id="3" creationId="{2CB09D16-8929-D682-7F80-576F2A75C990}"/>
          </ac:spMkLst>
        </pc:spChg>
        <pc:spChg chg="mod">
          <ac:chgData name="Gareth Thomson | Football Queensland" userId="45505d28-f665-4546-80c4-7c2d16b5a302" providerId="ADAL" clId="{8A3072E5-DD52-41DC-80F8-9E82E886F1EA}" dt="2024-11-13T01:57:54.581" v="18" actId="20577"/>
          <ac:spMkLst>
            <pc:docMk/>
            <pc:sldMk cId="2257159162" sldId="1131"/>
            <ac:spMk id="4" creationId="{CD8A4C7C-8D9D-68AA-EDB7-2A564E4014B5}"/>
          </ac:spMkLst>
        </pc:spChg>
        <pc:spChg chg="mod">
          <ac:chgData name="Gareth Thomson | Football Queensland" userId="45505d28-f665-4546-80c4-7c2d16b5a302" providerId="ADAL" clId="{8A3072E5-DD52-41DC-80F8-9E82E886F1EA}" dt="2024-11-13T01:59:54.857" v="190" actId="207"/>
          <ac:spMkLst>
            <pc:docMk/>
            <pc:sldMk cId="2257159162" sldId="1131"/>
            <ac:spMk id="6" creationId="{E4F20541-9DC3-B088-9332-B07F810B695F}"/>
          </ac:spMkLst>
        </pc:spChg>
        <pc:spChg chg="mod">
          <ac:chgData name="Gareth Thomson | Football Queensland" userId="45505d28-f665-4546-80c4-7c2d16b5a302" providerId="ADAL" clId="{8A3072E5-DD52-41DC-80F8-9E82E886F1EA}" dt="2024-11-13T01:59:54.857" v="190" actId="207"/>
          <ac:spMkLst>
            <pc:docMk/>
            <pc:sldMk cId="2257159162" sldId="1131"/>
            <ac:spMk id="10" creationId="{B36E5E23-37B8-5F0D-880F-91A43C0C5B9E}"/>
          </ac:spMkLst>
        </pc:spChg>
        <pc:spChg chg="mod">
          <ac:chgData name="Gareth Thomson | Football Queensland" userId="45505d28-f665-4546-80c4-7c2d16b5a302" providerId="ADAL" clId="{8A3072E5-DD52-41DC-80F8-9E82E886F1EA}" dt="2024-11-13T01:59:54.857" v="190" actId="207"/>
          <ac:spMkLst>
            <pc:docMk/>
            <pc:sldMk cId="2257159162" sldId="1131"/>
            <ac:spMk id="11" creationId="{0BEFE4C7-194E-F6DE-A298-812F384F0DD6}"/>
          </ac:spMkLst>
        </pc:spChg>
        <pc:spChg chg="mod">
          <ac:chgData name="Gareth Thomson | Football Queensland" userId="45505d28-f665-4546-80c4-7c2d16b5a302" providerId="ADAL" clId="{8A3072E5-DD52-41DC-80F8-9E82E886F1EA}" dt="2024-11-13T01:59:54.857" v="190" actId="207"/>
          <ac:spMkLst>
            <pc:docMk/>
            <pc:sldMk cId="2257159162" sldId="1131"/>
            <ac:spMk id="12" creationId="{0E497268-F8EA-1B4E-D5CE-9C62069B6EEC}"/>
          </ac:spMkLst>
        </pc:spChg>
        <pc:spChg chg="mod">
          <ac:chgData name="Gareth Thomson | Football Queensland" userId="45505d28-f665-4546-80c4-7c2d16b5a302" providerId="ADAL" clId="{8A3072E5-DD52-41DC-80F8-9E82E886F1EA}" dt="2024-11-13T02:00:04.604" v="195"/>
          <ac:spMkLst>
            <pc:docMk/>
            <pc:sldMk cId="2257159162" sldId="1131"/>
            <ac:spMk id="14" creationId="{13A206F4-29EE-EF4F-14BF-7FC3DC654B6B}"/>
          </ac:spMkLst>
        </pc:spChg>
        <pc:spChg chg="mod">
          <ac:chgData name="Gareth Thomson | Football Queensland" userId="45505d28-f665-4546-80c4-7c2d16b5a302" providerId="ADAL" clId="{8A3072E5-DD52-41DC-80F8-9E82E886F1EA}" dt="2024-11-13T02:00:04.604" v="195"/>
          <ac:spMkLst>
            <pc:docMk/>
            <pc:sldMk cId="2257159162" sldId="1131"/>
            <ac:spMk id="15" creationId="{BE3BAD72-2CB3-2BFE-049C-1969D4C06A2B}"/>
          </ac:spMkLst>
        </pc:spChg>
        <pc:spChg chg="mod">
          <ac:chgData name="Gareth Thomson | Football Queensland" userId="45505d28-f665-4546-80c4-7c2d16b5a302" providerId="ADAL" clId="{8A3072E5-DD52-41DC-80F8-9E82E886F1EA}" dt="2024-11-13T02:00:18.299" v="198" actId="207"/>
          <ac:spMkLst>
            <pc:docMk/>
            <pc:sldMk cId="2257159162" sldId="1131"/>
            <ac:spMk id="17" creationId="{94F6BDE8-A2E7-C79B-7078-5421C299EA31}"/>
          </ac:spMkLst>
        </pc:spChg>
        <pc:spChg chg="mod">
          <ac:chgData name="Gareth Thomson | Football Queensland" userId="45505d28-f665-4546-80c4-7c2d16b5a302" providerId="ADAL" clId="{8A3072E5-DD52-41DC-80F8-9E82E886F1EA}" dt="2024-11-13T02:00:15.994" v="197" actId="207"/>
          <ac:spMkLst>
            <pc:docMk/>
            <pc:sldMk cId="2257159162" sldId="1131"/>
            <ac:spMk id="20" creationId="{C547871E-9EAD-2480-5112-4C2A4410FDC9}"/>
          </ac:spMkLst>
        </pc:spChg>
        <pc:spChg chg="add mod">
          <ac:chgData name="Gareth Thomson | Football Queensland" userId="45505d28-f665-4546-80c4-7c2d16b5a302" providerId="ADAL" clId="{8A3072E5-DD52-41DC-80F8-9E82E886F1EA}" dt="2024-11-13T02:00:25.540" v="200" actId="1076"/>
          <ac:spMkLst>
            <pc:docMk/>
            <pc:sldMk cId="2257159162" sldId="1131"/>
            <ac:spMk id="21" creationId="{7486B76E-7921-B8D5-CA6C-846258873386}"/>
          </ac:spMkLst>
        </pc:spChg>
        <pc:spChg chg="add mod">
          <ac:chgData name="Gareth Thomson | Football Queensland" userId="45505d28-f665-4546-80c4-7c2d16b5a302" providerId="ADAL" clId="{8A3072E5-DD52-41DC-80F8-9E82E886F1EA}" dt="2024-11-13T02:01:11.090" v="224" actId="692"/>
          <ac:spMkLst>
            <pc:docMk/>
            <pc:sldMk cId="2257159162" sldId="1131"/>
            <ac:spMk id="24" creationId="{35740E29-1630-641C-38CF-723F80D69A24}"/>
          </ac:spMkLst>
        </pc:spChg>
        <pc:spChg chg="mod">
          <ac:chgData name="Gareth Thomson | Football Queensland" userId="45505d28-f665-4546-80c4-7c2d16b5a302" providerId="ADAL" clId="{8A3072E5-DD52-41DC-80F8-9E82E886F1EA}" dt="2024-11-13T01:59:19.732" v="181" actId="20577"/>
          <ac:spMkLst>
            <pc:docMk/>
            <pc:sldMk cId="2257159162" sldId="1131"/>
            <ac:spMk id="26" creationId="{670469CD-0714-F1E4-322B-5FC0633C4F51}"/>
          </ac:spMkLst>
        </pc:spChg>
        <pc:spChg chg="mod">
          <ac:chgData name="Gareth Thomson | Football Queensland" userId="45505d28-f665-4546-80c4-7c2d16b5a302" providerId="ADAL" clId="{8A3072E5-DD52-41DC-80F8-9E82E886F1EA}" dt="2024-11-13T01:58:49.135" v="115" actId="20577"/>
          <ac:spMkLst>
            <pc:docMk/>
            <pc:sldMk cId="2257159162" sldId="1131"/>
            <ac:spMk id="27" creationId="{82D734CB-A704-B3EC-5992-FAFFE6D3F046}"/>
          </ac:spMkLst>
        </pc:spChg>
        <pc:spChg chg="mod">
          <ac:chgData name="Gareth Thomson | Football Queensland" userId="45505d28-f665-4546-80c4-7c2d16b5a302" providerId="ADAL" clId="{8A3072E5-DD52-41DC-80F8-9E82E886F1EA}" dt="2024-11-13T01:59:10.647" v="167" actId="20577"/>
          <ac:spMkLst>
            <pc:docMk/>
            <pc:sldMk cId="2257159162" sldId="1131"/>
            <ac:spMk id="28" creationId="{87AE45DA-BE70-5403-4C97-3CC8251C51E7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497" creationId="{67989D7B-29DB-E3BC-04FF-F4E5E62CE534}"/>
          </ac:spMkLst>
        </pc:spChg>
        <pc:spChg chg="mod">
          <ac:chgData name="Gareth Thomson | Football Queensland" userId="45505d28-f665-4546-80c4-7c2d16b5a302" providerId="ADAL" clId="{8A3072E5-DD52-41DC-80F8-9E82E886F1EA}" dt="2024-11-13T02:00:03.969" v="194" actId="207"/>
          <ac:spMkLst>
            <pc:docMk/>
            <pc:sldMk cId="2257159162" sldId="1131"/>
            <ac:spMk id="1504" creationId="{0A006E99-CBE2-D3A6-3B11-2C5090AD3847}"/>
          </ac:spMkLst>
        </pc:spChg>
        <pc:spChg chg="mod">
          <ac:chgData name="Gareth Thomson | Football Queensland" userId="45505d28-f665-4546-80c4-7c2d16b5a302" providerId="ADAL" clId="{8A3072E5-DD52-41DC-80F8-9E82E886F1EA}" dt="2024-11-13T02:00:03.969" v="194" actId="207"/>
          <ac:spMkLst>
            <pc:docMk/>
            <pc:sldMk cId="2257159162" sldId="1131"/>
            <ac:spMk id="1505" creationId="{4E7E12F4-24D0-D9D1-53B6-95974B2C17F2}"/>
          </ac:spMkLst>
        </pc:spChg>
        <pc:spChg chg="mod">
          <ac:chgData name="Gareth Thomson | Football Queensland" userId="45505d28-f665-4546-80c4-7c2d16b5a302" providerId="ADAL" clId="{8A3072E5-DD52-41DC-80F8-9E82E886F1EA}" dt="2024-11-13T02:00:03.969" v="194" actId="207"/>
          <ac:spMkLst>
            <pc:docMk/>
            <pc:sldMk cId="2257159162" sldId="1131"/>
            <ac:spMk id="1506" creationId="{E8E2FAE4-64EE-8913-A345-4B8475B33419}"/>
          </ac:spMkLst>
        </pc:spChg>
        <pc:spChg chg="mod">
          <ac:chgData name="Gareth Thomson | Football Queensland" userId="45505d28-f665-4546-80c4-7c2d16b5a302" providerId="ADAL" clId="{8A3072E5-DD52-41DC-80F8-9E82E886F1EA}" dt="2024-11-13T02:00:03.969" v="194" actId="207"/>
          <ac:spMkLst>
            <pc:docMk/>
            <pc:sldMk cId="2257159162" sldId="1131"/>
            <ac:spMk id="1507" creationId="{23802F88-CB6E-D77F-9F6A-B8D7651CD1E2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46" creationId="{55A7D18C-AD10-CCD3-33FB-19A3D704389A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47" creationId="{6E3499AE-7ADC-F5A6-DC77-2BABE9A40948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48" creationId="{6ED3861E-E4A4-E833-4103-4F7A40731F32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49" creationId="{A8D8FC98-73E1-F4B8-9835-2353A1D18D79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50" creationId="{7D6D3636-A536-76AB-9FEE-C6872A4F7B99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51" creationId="{0AD6AAA1-345B-5AF1-FF01-7516CAF449F8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53" creationId="{D649D792-1937-CD55-C568-E3A93A3ABCB1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556" creationId="{9F5F3652-AC70-8E36-19A7-8CB4E4051E42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559" creationId="{429109FB-A480-DED7-1E86-F8A95C97F30E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05" creationId="{38774047-9727-9DBE-B870-E76B5E881518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07" creationId="{4623C776-07CB-D6D7-D9CB-C1CB3F9B55FD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08" creationId="{0DFA53AF-E46F-E40B-F248-268067036DE0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09" creationId="{84EC03C3-A755-0D3E-56E6-79AEBE5B52B6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10" creationId="{1330A2B8-4389-FF1D-DC3B-A8F1468FBBDE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11" creationId="{C8862F70-B76F-0CEA-0F55-52C98ABEE4B0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12" creationId="{ECE80D00-3C33-CA96-E7AE-C73D1592DCC9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613" creationId="{EE3AAA2F-EEB9-B0BC-64DE-15DC2FB4C9E7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26" creationId="{F1E00AC9-9664-3474-6997-BC98140EF8FC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27" creationId="{8FFFC2D5-2894-4B06-45DE-BFF168B47B4B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2" creationId="{1D4627DF-2CC7-90B3-9D43-07DD28BC989E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3" creationId="{E8AC5443-F874-DF33-D722-56A1B1372259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4" creationId="{6D3A3B46-1C02-F607-799C-592F14EEEA20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5" creationId="{5CA67362-6634-8CB8-0233-703BDA49161E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6" creationId="{2F7E195D-B827-F7EA-C1DC-646D94A0E187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7" creationId="{98AC3267-2D84-346A-E9C0-00FE2E8FEE59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8" creationId="{8E4D6724-0710-CECB-D5D1-DF7AB9990B2C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79" creationId="{7D56C02B-8439-4390-31D2-896762BC24BC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80" creationId="{9EE33485-EC92-87AE-35D3-27C22CFD340E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81" creationId="{39D302D4-0A1B-C474-6A47-EEC3438EFB0C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82" creationId="{DEF330B7-BC2D-6E3D-23E1-DA66E108958A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83" creationId="{4754742B-1728-4EFA-5021-C69C44D5D24A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784" creationId="{DF7E56CF-A24F-5A41-5062-618D48245CC3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05" creationId="{235553DB-B9E4-D34B-EA90-8360037FD2A7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11" creationId="{50200A42-A6FE-E1C6-B1EE-2A1EFEC51506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12" creationId="{A9E66601-8D1A-C578-A827-10847BF600CD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13" creationId="{9CE05314-0911-D1BA-DB70-8DB73979401F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14" creationId="{369BF276-0D1D-9C83-9EF3-7CFBA4819908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15" creationId="{A272BFFA-A118-3BBE-E0CD-33B8F3FE14B6}"/>
          </ac:spMkLst>
        </pc:spChg>
        <pc:spChg chg="del">
          <ac:chgData name="Gareth Thomson | Football Queensland" userId="45505d28-f665-4546-80c4-7c2d16b5a302" providerId="ADAL" clId="{8A3072E5-DD52-41DC-80F8-9E82E886F1EA}" dt="2024-11-13T01:59:30.313" v="183" actId="478"/>
          <ac:spMkLst>
            <pc:docMk/>
            <pc:sldMk cId="2257159162" sldId="1131"/>
            <ac:spMk id="1847" creationId="{0FF213B0-BC30-F555-36B2-1C26ABF0BCE2}"/>
          </ac:spMkLst>
        </pc:spChg>
        <pc:spChg chg="del">
          <ac:chgData name="Gareth Thomson | Football Queensland" userId="45505d28-f665-4546-80c4-7c2d16b5a302" providerId="ADAL" clId="{8A3072E5-DD52-41DC-80F8-9E82E886F1EA}" dt="2024-11-13T01:59:33.263" v="184" actId="478"/>
          <ac:spMkLst>
            <pc:docMk/>
            <pc:sldMk cId="2257159162" sldId="1131"/>
            <ac:spMk id="1848" creationId="{7B441C65-04E6-D934-29FF-F17790485F6D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49" creationId="{464032C1-1D61-5570-68CF-2CAAA7275C36}"/>
          </ac:spMkLst>
        </pc:spChg>
        <pc:spChg chg="del">
          <ac:chgData name="Gareth Thomson | Football Queensland" userId="45505d28-f665-4546-80c4-7c2d16b5a302" providerId="ADAL" clId="{8A3072E5-DD52-41DC-80F8-9E82E886F1EA}" dt="2024-11-13T01:59:27.704" v="182" actId="478"/>
          <ac:spMkLst>
            <pc:docMk/>
            <pc:sldMk cId="2257159162" sldId="1131"/>
            <ac:spMk id="1850" creationId="{44400077-6567-45A1-FCD6-16DFE003FF55}"/>
          </ac:spMkLst>
        </pc:spChg>
        <pc:spChg chg="del">
          <ac:chgData name="Gareth Thomson | Football Queensland" userId="45505d28-f665-4546-80c4-7c2d16b5a302" providerId="ADAL" clId="{8A3072E5-DD52-41DC-80F8-9E82E886F1EA}" dt="2024-11-13T02:00:53.588" v="211" actId="478"/>
          <ac:spMkLst>
            <pc:docMk/>
            <pc:sldMk cId="2257159162" sldId="1131"/>
            <ac:spMk id="1851" creationId="{A503BF27-36EB-7628-793A-8FDA795D8544}"/>
          </ac:spMkLst>
        </pc:spChg>
        <pc:spChg chg="del">
          <ac:chgData name="Gareth Thomson | Football Queensland" userId="45505d28-f665-4546-80c4-7c2d16b5a302" providerId="ADAL" clId="{8A3072E5-DD52-41DC-80F8-9E82E886F1EA}" dt="2024-11-13T02:00:52.002" v="210" actId="478"/>
          <ac:spMkLst>
            <pc:docMk/>
            <pc:sldMk cId="2257159162" sldId="1131"/>
            <ac:spMk id="1852" creationId="{5DEFAE8D-8E27-DD87-94E1-C2628C9002CB}"/>
          </ac:spMkLst>
        </pc:spChg>
        <pc:grpChg chg="add mod">
          <ac:chgData name="Gareth Thomson | Football Queensland" userId="45505d28-f665-4546-80c4-7c2d16b5a302" providerId="ADAL" clId="{8A3072E5-DD52-41DC-80F8-9E82E886F1EA}" dt="2024-11-13T01:59:52.810" v="189" actId="688"/>
          <ac:grpSpMkLst>
            <pc:docMk/>
            <pc:sldMk cId="2257159162" sldId="1131"/>
            <ac:grpSpMk id="5" creationId="{AF62A982-EF87-A15A-CCA6-C542422EC321}"/>
          </ac:grpSpMkLst>
        </pc:grpChg>
        <pc:grpChg chg="add mod">
          <ac:chgData name="Gareth Thomson | Football Queensland" userId="45505d28-f665-4546-80c4-7c2d16b5a302" providerId="ADAL" clId="{8A3072E5-DD52-41DC-80F8-9E82E886F1EA}" dt="2024-11-13T02:00:08.944" v="196" actId="1076"/>
          <ac:grpSpMkLst>
            <pc:docMk/>
            <pc:sldMk cId="2257159162" sldId="1131"/>
            <ac:grpSpMk id="13" creationId="{CE87FAC3-939F-A19E-BB6F-6D00BA497C9B}"/>
          </ac:grpSpMkLst>
        </pc:grpChg>
        <pc:grpChg chg="mod">
          <ac:chgData name="Gareth Thomson | Football Queensland" userId="45505d28-f665-4546-80c4-7c2d16b5a302" providerId="ADAL" clId="{8A3072E5-DD52-41DC-80F8-9E82E886F1EA}" dt="2024-11-13T02:00:02.543" v="193" actId="1076"/>
          <ac:grpSpMkLst>
            <pc:docMk/>
            <pc:sldMk cId="2257159162" sldId="1131"/>
            <ac:grpSpMk id="1503" creationId="{6D04B09D-FF80-9994-EEF0-E641763C846E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08" creationId="{A771B99A-126F-A5FD-FAEC-109C1E17AD12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13" creationId="{0FC11E5F-F57B-0320-4C16-00E922E87F36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18" creationId="{D0F1366A-BE1B-64C1-0603-700BCD74BAEF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23" creationId="{7C950939-5A1D-7AEA-E514-2A48FD6D5DE4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28" creationId="{6AB068ED-E889-4DF0-AF77-17A992529488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33" creationId="{C41B78E1-AD5D-656E-3053-13AB30049FFF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538" creationId="{2ADD1FAD-A602-8F5F-7E09-44446D087C66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570" creationId="{5D331735-2B4D-5997-5E66-2238D5C71939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580" creationId="{86D673DF-DC71-81C0-16C2-2620CFFAD301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590" creationId="{B2D4A8E7-4754-3011-667A-CCF307758000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595" creationId="{394879A6-08BC-EC23-8095-13CEB6E00AF0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600" creationId="{BD1CDAF8-E92D-508B-1D9D-8BC8F981D05E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32" creationId="{009B7078-0D28-A88A-A8B2-83B23233A078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37" creationId="{977CB976-D9CF-9A4E-7096-5A9578A4F963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42" creationId="{B1044ADC-97CE-F42C-9E58-904DB8F987A6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47" creationId="{6EDC87B4-2F81-3880-54F0-E770B7CBBBA9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52" creationId="{AF5F4A88-2141-62AA-6BDC-38F168E2F8E3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57" creationId="{8E61F4C0-054E-CA18-89EE-AC58AF5C4ADE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62" creationId="{6D2E630B-A36E-3FDF-BC2D-F697D8B1CF30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67" creationId="{7EC6A072-0483-00E4-180D-926B302A1A28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85" creationId="{FF9967B8-74E0-12E0-D362-0DECF77286C2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90" creationId="{4EDA0392-3E6E-91B7-FB5E-11DCA8415E69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795" creationId="{157DD53B-C3ED-73FF-3A6F-8CE8D316F1BE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800" creationId="{9948478B-1F66-58B2-9EC5-B36392E49D22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806" creationId="{D992FA08-1BC2-16B6-BE3D-D0B2485691C0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816" creationId="{7C7DBB39-3673-D35A-B4FE-7507CC9D9C5A}"/>
          </ac:grpSpMkLst>
        </pc:grpChg>
        <pc:grpChg chg="del">
          <ac:chgData name="Gareth Thomson | Football Queensland" userId="45505d28-f665-4546-80c4-7c2d16b5a302" providerId="ADAL" clId="{8A3072E5-DD52-41DC-80F8-9E82E886F1EA}" dt="2024-11-13T02:00:52.002" v="210" actId="478"/>
          <ac:grpSpMkLst>
            <pc:docMk/>
            <pc:sldMk cId="2257159162" sldId="1131"/>
            <ac:grpSpMk id="1821" creationId="{1DE7A9EE-E8C6-2BFA-E1DC-A7B7AA4EE244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826" creationId="{E36B7D14-F029-A6A6-E342-78739A3EC7CA}"/>
          </ac:grpSpMkLst>
        </pc:grpChg>
        <pc:grpChg chg="del">
          <ac:chgData name="Gareth Thomson | Football Queensland" userId="45505d28-f665-4546-80c4-7c2d16b5a302" providerId="ADAL" clId="{8A3072E5-DD52-41DC-80F8-9E82E886F1EA}" dt="2024-11-13T01:59:27.704" v="182" actId="478"/>
          <ac:grpSpMkLst>
            <pc:docMk/>
            <pc:sldMk cId="2257159162" sldId="1131"/>
            <ac:grpSpMk id="1831" creationId="{EE977CD5-D6AB-34E9-34B7-57CB59FBFA85}"/>
          </ac:grpSpMkLst>
        </pc:grpChg>
        <pc:picChg chg="add mod">
          <ac:chgData name="Gareth Thomson | Football Queensland" userId="45505d28-f665-4546-80c4-7c2d16b5a302" providerId="ADAL" clId="{8A3072E5-DD52-41DC-80F8-9E82E886F1EA}" dt="2024-11-13T02:00:29.159" v="202" actId="1076"/>
          <ac:picMkLst>
            <pc:docMk/>
            <pc:sldMk cId="2257159162" sldId="1131"/>
            <ac:picMk id="22" creationId="{FD8D4499-1CCE-B300-2A6D-CFE1DCC8134E}"/>
          </ac:picMkLst>
        </pc:picChg>
        <pc:picChg chg="add mod">
          <ac:chgData name="Gareth Thomson | Football Queensland" userId="45505d28-f665-4546-80c4-7c2d16b5a302" providerId="ADAL" clId="{8A3072E5-DD52-41DC-80F8-9E82E886F1EA}" dt="2024-11-13T02:00:38.026" v="206" actId="1076"/>
          <ac:picMkLst>
            <pc:docMk/>
            <pc:sldMk cId="2257159162" sldId="1131"/>
            <ac:picMk id="23" creationId="{179D2062-E6E0-CA5E-25B6-BC212E95B4F1}"/>
          </ac:picMkLst>
        </pc:picChg>
        <pc:picChg chg="del">
          <ac:chgData name="Gareth Thomson | Football Queensland" userId="45505d28-f665-4546-80c4-7c2d16b5a302" providerId="ADAL" clId="{8A3072E5-DD52-41DC-80F8-9E82E886F1EA}" dt="2024-11-13T02:00:52.002" v="210" actId="478"/>
          <ac:picMkLst>
            <pc:docMk/>
            <pc:sldMk cId="2257159162" sldId="1131"/>
            <ac:picMk id="1499" creationId="{CEE2FEEA-2A8C-3F3D-43C9-5CBA93B15453}"/>
          </ac:picMkLst>
        </pc:picChg>
        <pc:picChg chg="del">
          <ac:chgData name="Gareth Thomson | Football Queensland" userId="45505d28-f665-4546-80c4-7c2d16b5a302" providerId="ADAL" clId="{8A3072E5-DD52-41DC-80F8-9E82E886F1EA}" dt="2024-11-13T02:00:52.002" v="210" actId="478"/>
          <ac:picMkLst>
            <pc:docMk/>
            <pc:sldMk cId="2257159162" sldId="1131"/>
            <ac:picMk id="1500" creationId="{B3DB2F46-2EFE-3A23-3F48-75BF5DCC2903}"/>
          </ac:picMkLst>
        </pc:picChg>
        <pc:picChg chg="del">
          <ac:chgData name="Gareth Thomson | Football Queensland" userId="45505d28-f665-4546-80c4-7c2d16b5a302" providerId="ADAL" clId="{8A3072E5-DD52-41DC-80F8-9E82E886F1EA}" dt="2024-11-13T02:00:52.002" v="210" actId="478"/>
          <ac:picMkLst>
            <pc:docMk/>
            <pc:sldMk cId="2257159162" sldId="1131"/>
            <ac:picMk id="1501" creationId="{20F3C41D-FC7F-19BF-8426-8BFA6C0A506E}"/>
          </ac:picMkLst>
        </pc:picChg>
        <pc:picChg chg="del">
          <ac:chgData name="Gareth Thomson | Football Queensland" userId="45505d28-f665-4546-80c4-7c2d16b5a302" providerId="ADAL" clId="{8A3072E5-DD52-41DC-80F8-9E82E886F1EA}" dt="2024-11-13T02:00:52.002" v="210" actId="478"/>
          <ac:picMkLst>
            <pc:docMk/>
            <pc:sldMk cId="2257159162" sldId="1131"/>
            <ac:picMk id="1502" creationId="{75C4B7E3-497C-A686-FB4A-EBC988CB2C3B}"/>
          </ac:picMkLst>
        </pc:picChg>
        <pc:picChg chg="del">
          <ac:chgData name="Gareth Thomson | Football Queensland" userId="45505d28-f665-4546-80c4-7c2d16b5a302" providerId="ADAL" clId="{8A3072E5-DD52-41DC-80F8-9E82E886F1EA}" dt="2024-11-13T01:59:27.704" v="182" actId="478"/>
          <ac:picMkLst>
            <pc:docMk/>
            <pc:sldMk cId="2257159162" sldId="1131"/>
            <ac:picMk id="1728" creationId="{A8688A53-C550-327E-30BB-FE7EE27D7C6A}"/>
          </ac:picMkLst>
        </pc:picChg>
        <pc:picChg chg="del">
          <ac:chgData name="Gareth Thomson | Football Queensland" userId="45505d28-f665-4546-80c4-7c2d16b5a302" providerId="ADAL" clId="{8A3072E5-DD52-41DC-80F8-9E82E886F1EA}" dt="2024-11-13T01:59:27.704" v="182" actId="478"/>
          <ac:picMkLst>
            <pc:docMk/>
            <pc:sldMk cId="2257159162" sldId="1131"/>
            <ac:picMk id="1729" creationId="{DC2AE0E5-4ACB-4ABF-4952-C263F4819516}"/>
          </ac:picMkLst>
        </pc:picChg>
        <pc:picChg chg="del">
          <ac:chgData name="Gareth Thomson | Football Queensland" userId="45505d28-f665-4546-80c4-7c2d16b5a302" providerId="ADAL" clId="{8A3072E5-DD52-41DC-80F8-9E82E886F1EA}" dt="2024-11-13T01:59:27.704" v="182" actId="478"/>
          <ac:picMkLst>
            <pc:docMk/>
            <pc:sldMk cId="2257159162" sldId="1131"/>
            <ac:picMk id="1730" creationId="{302FC7BA-0DC7-94F3-C046-AE50C1CD956B}"/>
          </ac:picMkLst>
        </pc:picChg>
        <pc:picChg chg="del">
          <ac:chgData name="Gareth Thomson | Football Queensland" userId="45505d28-f665-4546-80c4-7c2d16b5a302" providerId="ADAL" clId="{8A3072E5-DD52-41DC-80F8-9E82E886F1EA}" dt="2024-11-13T01:59:27.704" v="182" actId="478"/>
          <ac:picMkLst>
            <pc:docMk/>
            <pc:sldMk cId="2257159162" sldId="1131"/>
            <ac:picMk id="1731" creationId="{C5E2B3EE-0E62-078E-2DBB-1092B3910FBA}"/>
          </ac:picMkLst>
        </pc:picChg>
        <pc:cxnChg chg="add mod">
          <ac:chgData name="Gareth Thomson | Football Queensland" userId="45505d28-f665-4546-80c4-7c2d16b5a302" providerId="ADAL" clId="{8A3072E5-DD52-41DC-80F8-9E82E886F1EA}" dt="2024-11-13T02:01:18.850" v="225" actId="693"/>
          <ac:cxnSpMkLst>
            <pc:docMk/>
            <pc:sldMk cId="2257159162" sldId="1131"/>
            <ac:cxnSpMk id="31" creationId="{85FA7C1C-120E-B17F-6A8F-CF4DCBE92252}"/>
          </ac:cxnSpMkLst>
        </pc:cxnChg>
        <pc:cxnChg chg="add mod">
          <ac:chgData name="Gareth Thomson | Football Queensland" userId="45505d28-f665-4546-80c4-7c2d16b5a302" providerId="ADAL" clId="{8A3072E5-DD52-41DC-80F8-9E82E886F1EA}" dt="2024-11-13T02:01:35.209" v="230" actId="1076"/>
          <ac:cxnSpMkLst>
            <pc:docMk/>
            <pc:sldMk cId="2257159162" sldId="1131"/>
            <ac:cxnSpMk id="1024" creationId="{8BF201B1-D06C-6D6A-263B-AE1C3F868621}"/>
          </ac:cxnSpMkLst>
        </pc:cxnChg>
        <pc:cxnChg chg="del">
          <ac:chgData name="Gareth Thomson | Football Queensland" userId="45505d28-f665-4546-80c4-7c2d16b5a302" providerId="ADAL" clId="{8A3072E5-DD52-41DC-80F8-9E82E886F1EA}" dt="2024-11-13T02:00:52.002" v="210" actId="478"/>
          <ac:cxnSpMkLst>
            <pc:docMk/>
            <pc:sldMk cId="2257159162" sldId="1131"/>
            <ac:cxnSpMk id="1837" creationId="{00C830F0-2BFA-7DC5-6689-D52FFD3E5CA4}"/>
          </ac:cxnSpMkLst>
        </pc:cxnChg>
        <pc:cxnChg chg="del">
          <ac:chgData name="Gareth Thomson | Football Queensland" userId="45505d28-f665-4546-80c4-7c2d16b5a302" providerId="ADAL" clId="{8A3072E5-DD52-41DC-80F8-9E82E886F1EA}" dt="2024-11-13T02:00:52.002" v="210" actId="478"/>
          <ac:cxnSpMkLst>
            <pc:docMk/>
            <pc:sldMk cId="2257159162" sldId="1131"/>
            <ac:cxnSpMk id="1838" creationId="{2FED3BDC-94B6-86DD-DDE4-A13DF27814E9}"/>
          </ac:cxnSpMkLst>
        </pc:cxnChg>
        <pc:cxnChg chg="del">
          <ac:chgData name="Gareth Thomson | Football Queensland" userId="45505d28-f665-4546-80c4-7c2d16b5a302" providerId="ADAL" clId="{8A3072E5-DD52-41DC-80F8-9E82E886F1EA}" dt="2024-11-13T01:59:27.704" v="182" actId="478"/>
          <ac:cxnSpMkLst>
            <pc:docMk/>
            <pc:sldMk cId="2257159162" sldId="1131"/>
            <ac:cxnSpMk id="1842" creationId="{B6EF549C-26EC-BF18-CAE9-D1BAF8E67C62}"/>
          </ac:cxnSpMkLst>
        </pc:cxnChg>
        <pc:cxnChg chg="del">
          <ac:chgData name="Gareth Thomson | Football Queensland" userId="45505d28-f665-4546-80c4-7c2d16b5a302" providerId="ADAL" clId="{8A3072E5-DD52-41DC-80F8-9E82E886F1EA}" dt="2024-11-13T01:59:27.704" v="182" actId="478"/>
          <ac:cxnSpMkLst>
            <pc:docMk/>
            <pc:sldMk cId="2257159162" sldId="1131"/>
            <ac:cxnSpMk id="1844" creationId="{F70364A8-294F-18BD-2487-C24040DEC44B}"/>
          </ac:cxnSpMkLst>
        </pc:cxnChg>
        <pc:cxnChg chg="del">
          <ac:chgData name="Gareth Thomson | Football Queensland" userId="45505d28-f665-4546-80c4-7c2d16b5a302" providerId="ADAL" clId="{8A3072E5-DD52-41DC-80F8-9E82E886F1EA}" dt="2024-11-13T01:59:27.704" v="182" actId="478"/>
          <ac:cxnSpMkLst>
            <pc:docMk/>
            <pc:sldMk cId="2257159162" sldId="1131"/>
            <ac:cxnSpMk id="1845" creationId="{57D983EC-7105-25D2-194C-177235394A4A}"/>
          </ac:cxnSpMkLst>
        </pc:cxnChg>
        <pc:cxnChg chg="del">
          <ac:chgData name="Gareth Thomson | Football Queensland" userId="45505d28-f665-4546-80c4-7c2d16b5a302" providerId="ADAL" clId="{8A3072E5-DD52-41DC-80F8-9E82E886F1EA}" dt="2024-11-13T01:59:27.704" v="182" actId="478"/>
          <ac:cxnSpMkLst>
            <pc:docMk/>
            <pc:sldMk cId="2257159162" sldId="1131"/>
            <ac:cxnSpMk id="1846" creationId="{274BB865-561B-00F3-6033-35954C0A0F60}"/>
          </ac:cxnSpMkLst>
        </pc:cxnChg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644873091" sldId="1154"/>
        </pc:sldMkLst>
      </pc:sldChg>
      <pc:sldChg chg="del">
        <pc:chgData name="Gareth Thomson | Football Queensland" userId="45505d28-f665-4546-80c4-7c2d16b5a302" providerId="ADAL" clId="{8A3072E5-DD52-41DC-80F8-9E82E886F1EA}" dt="2024-11-13T01:57:43.898" v="0" actId="47"/>
        <pc:sldMkLst>
          <pc:docMk/>
          <pc:sldMk cId="1948147583" sldId="1155"/>
        </pc:sldMkLst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3652683717" sldId="1156"/>
        </pc:sldMkLst>
      </pc:sldChg>
      <pc:sldChg chg="del">
        <pc:chgData name="Gareth Thomson | Football Queensland" userId="45505d28-f665-4546-80c4-7c2d16b5a302" providerId="ADAL" clId="{8A3072E5-DD52-41DC-80F8-9E82E886F1EA}" dt="2024-11-13T01:57:43.898" v="0" actId="47"/>
        <pc:sldMkLst>
          <pc:docMk/>
          <pc:sldMk cId="4273686803" sldId="1159"/>
        </pc:sldMkLst>
      </pc:sldChg>
      <pc:sldChg chg="del">
        <pc:chgData name="Gareth Thomson | Football Queensland" userId="45505d28-f665-4546-80c4-7c2d16b5a302" providerId="ADAL" clId="{8A3072E5-DD52-41DC-80F8-9E82E886F1EA}" dt="2024-11-13T01:57:43.898" v="0" actId="47"/>
        <pc:sldMkLst>
          <pc:docMk/>
          <pc:sldMk cId="2950283758" sldId="1160"/>
        </pc:sldMkLst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1430297798" sldId="1161"/>
        </pc:sldMkLst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2287691880" sldId="1163"/>
        </pc:sldMkLst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2162075049" sldId="1164"/>
        </pc:sldMkLst>
      </pc:sldChg>
      <pc:sldChg chg="del">
        <pc:chgData name="Gareth Thomson | Football Queensland" userId="45505d28-f665-4546-80c4-7c2d16b5a302" providerId="ADAL" clId="{8A3072E5-DD52-41DC-80F8-9E82E886F1EA}" dt="2024-11-13T01:57:48.279" v="1" actId="47"/>
        <pc:sldMkLst>
          <pc:docMk/>
          <pc:sldMk cId="292908991" sldId="1165"/>
        </pc:sldMkLst>
      </pc:sldChg>
    </pc:docChg>
  </pc:docChgLst>
  <pc:docChgLst>
    <pc:chgData name="Gareth Thomson | Football Queensland" userId="S::garetht@footballqueensland.com.au::45505d28-f665-4546-80c4-7c2d16b5a302" providerId="AD" clId="Web-{727DEA75-62F9-B3E9-D580-F98150C1E718}"/>
    <pc:docChg chg="modSld">
      <pc:chgData name="Gareth Thomson | Football Queensland" userId="S::garetht@footballqueensland.com.au::45505d28-f665-4546-80c4-7c2d16b5a302" providerId="AD" clId="Web-{727DEA75-62F9-B3E9-D580-F98150C1E718}" dt="2024-11-08T01:49:41.450" v="3" actId="1076"/>
      <pc:docMkLst>
        <pc:docMk/>
      </pc:docMkLst>
      <pc:sldChg chg="modSp">
        <pc:chgData name="Gareth Thomson | Football Queensland" userId="S::garetht@footballqueensland.com.au::45505d28-f665-4546-80c4-7c2d16b5a302" providerId="AD" clId="Web-{727DEA75-62F9-B3E9-D580-F98150C1E718}" dt="2024-11-08T01:49:34.183" v="2" actId="20577"/>
        <pc:sldMkLst>
          <pc:docMk/>
          <pc:sldMk cId="2249587282" sldId="257"/>
        </pc:sldMkLst>
        <pc:spChg chg="mod">
          <ac:chgData name="Gareth Thomson | Football Queensland" userId="S::garetht@footballqueensland.com.au::45505d28-f665-4546-80c4-7c2d16b5a302" providerId="AD" clId="Web-{727DEA75-62F9-B3E9-D580-F98150C1E718}" dt="2024-11-08T01:49:34.183" v="2" actId="20577"/>
          <ac:spMkLst>
            <pc:docMk/>
            <pc:sldMk cId="2249587282" sldId="257"/>
            <ac:spMk id="5" creationId="{B609970A-9B7B-6632-2E94-A1E5E9E9B562}"/>
          </ac:spMkLst>
        </pc:spChg>
      </pc:sldChg>
      <pc:sldChg chg="modSp">
        <pc:chgData name="Gareth Thomson | Football Queensland" userId="S::garetht@footballqueensland.com.au::45505d28-f665-4546-80c4-7c2d16b5a302" providerId="AD" clId="Web-{727DEA75-62F9-B3E9-D580-F98150C1E718}" dt="2024-11-08T01:49:41.450" v="3" actId="1076"/>
        <pc:sldMkLst>
          <pc:docMk/>
          <pc:sldMk cId="2950283758" sldId="1160"/>
        </pc:sldMkLst>
        <pc:spChg chg="mod">
          <ac:chgData name="Gareth Thomson | Football Queensland" userId="S::garetht@footballqueensland.com.au::45505d28-f665-4546-80c4-7c2d16b5a302" providerId="AD" clId="Web-{727DEA75-62F9-B3E9-D580-F98150C1E718}" dt="2024-11-08T01:49:41.450" v="3" actId="1076"/>
          <ac:spMkLst>
            <pc:docMk/>
            <pc:sldMk cId="2950283758" sldId="1160"/>
            <ac:spMk id="295" creationId="{5D2442F5-FE7D-082A-7C06-F584AD476333}"/>
          </ac:spMkLst>
        </pc:spChg>
      </pc:sldChg>
    </pc:docChg>
  </pc:docChgLst>
  <pc:docChgLst>
    <pc:chgData name="Gareth Thomson | Football Queensland" userId="45505d28-f665-4546-80c4-7c2d16b5a302" providerId="ADAL" clId="{554FE7FD-D18D-4BB5-A4B8-9C51F228B7BB}"/>
    <pc:docChg chg="undo custSel addSld delSld modSld sldOrd">
      <pc:chgData name="Gareth Thomson | Football Queensland" userId="45505d28-f665-4546-80c4-7c2d16b5a302" providerId="ADAL" clId="{554FE7FD-D18D-4BB5-A4B8-9C51F228B7BB}" dt="2024-11-04T11:43:53.743" v="8124" actId="20577"/>
      <pc:docMkLst>
        <pc:docMk/>
      </pc:docMkLst>
      <pc:sldChg chg="modSp add mod ord modNotesTx">
        <pc:chgData name="Gareth Thomson | Football Queensland" userId="45505d28-f665-4546-80c4-7c2d16b5a302" providerId="ADAL" clId="{554FE7FD-D18D-4BB5-A4B8-9C51F228B7BB}" dt="2024-11-04T06:16:04.176" v="3364" actId="20577"/>
        <pc:sldMkLst>
          <pc:docMk/>
          <pc:sldMk cId="2249587282" sldId="257"/>
        </pc:sldMkLst>
        <pc:spChg chg="mod">
          <ac:chgData name="Gareth Thomson | Football Queensland" userId="45505d28-f665-4546-80c4-7c2d16b5a302" providerId="ADAL" clId="{554FE7FD-D18D-4BB5-A4B8-9C51F228B7BB}" dt="2024-11-04T06:16:04.176" v="3364" actId="20577"/>
          <ac:spMkLst>
            <pc:docMk/>
            <pc:sldMk cId="2249587282" sldId="257"/>
            <ac:spMk id="5" creationId="{B609970A-9B7B-6632-2E94-A1E5E9E9B562}"/>
          </ac:spMkLst>
        </pc:spChg>
        <pc:picChg chg="mod modCrop">
          <ac:chgData name="Gareth Thomson | Football Queensland" userId="45505d28-f665-4546-80c4-7c2d16b5a302" providerId="ADAL" clId="{554FE7FD-D18D-4BB5-A4B8-9C51F228B7BB}" dt="2024-11-04T06:15:43.688" v="3344" actId="732"/>
          <ac:picMkLst>
            <pc:docMk/>
            <pc:sldMk cId="2249587282" sldId="257"/>
            <ac:picMk id="2" creationId="{62A3D9B5-3872-17FF-7DDE-986E6825DE74}"/>
          </ac:picMkLst>
        </pc:picChg>
        <pc:picChg chg="mod modCrop">
          <ac:chgData name="Gareth Thomson | Football Queensland" userId="45505d28-f665-4546-80c4-7c2d16b5a302" providerId="ADAL" clId="{554FE7FD-D18D-4BB5-A4B8-9C51F228B7BB}" dt="2024-11-04T06:15:56.976" v="3348" actId="732"/>
          <ac:picMkLst>
            <pc:docMk/>
            <pc:sldMk cId="2249587282" sldId="257"/>
            <ac:picMk id="7" creationId="{612C8FF5-3537-AD88-5AF3-5041CB3E0C27}"/>
          </ac:picMkLst>
        </pc:picChg>
      </pc:sldChg>
      <pc:sldChg chg="addSp delSp modSp mod">
        <pc:chgData name="Gareth Thomson | Football Queensland" userId="45505d28-f665-4546-80c4-7c2d16b5a302" providerId="ADAL" clId="{554FE7FD-D18D-4BB5-A4B8-9C51F228B7BB}" dt="2024-11-04T11:43:53.743" v="8124" actId="20577"/>
        <pc:sldMkLst>
          <pc:docMk/>
          <pc:sldMk cId="1030907932" sldId="1130"/>
        </pc:sldMkLst>
        <pc:spChg chg="del mod ord">
          <ac:chgData name="Gareth Thomson | Football Queensland" userId="45505d28-f665-4546-80c4-7c2d16b5a302" providerId="ADAL" clId="{554FE7FD-D18D-4BB5-A4B8-9C51F228B7BB}" dt="2024-11-04T11:42:12.664" v="8097" actId="478"/>
          <ac:spMkLst>
            <pc:docMk/>
            <pc:sldMk cId="1030907932" sldId="1130"/>
            <ac:spMk id="3" creationId="{FD6FB4E3-5F09-FFE4-AC04-391CEA39E6ED}"/>
          </ac:spMkLst>
        </pc:spChg>
        <pc:spChg chg="mod">
          <ac:chgData name="Gareth Thomson | Football Queensland" userId="45505d28-f665-4546-80c4-7c2d16b5a302" providerId="ADAL" clId="{554FE7FD-D18D-4BB5-A4B8-9C51F228B7BB}" dt="2024-11-04T07:09:03.008" v="4591" actId="20577"/>
          <ac:spMkLst>
            <pc:docMk/>
            <pc:sldMk cId="1030907932" sldId="1130"/>
            <ac:spMk id="4" creationId="{6E5BDF99-E40E-9737-3266-372C2F6EF65E}"/>
          </ac:spMkLst>
        </pc:spChg>
        <pc:spChg chg="mod">
          <ac:chgData name="Gareth Thomson | Football Queensland" userId="45505d28-f665-4546-80c4-7c2d16b5a302" providerId="ADAL" clId="{554FE7FD-D18D-4BB5-A4B8-9C51F228B7BB}" dt="2024-11-04T01:02:54.524" v="66"/>
          <ac:spMkLst>
            <pc:docMk/>
            <pc:sldMk cId="1030907932" sldId="1130"/>
            <ac:spMk id="5" creationId="{80DF44FC-54B5-C419-FD63-1C404E5F1E6D}"/>
          </ac:spMkLst>
        </pc:spChg>
        <pc:spChg chg="mod ord">
          <ac:chgData name="Gareth Thomson | Football Queensland" userId="45505d28-f665-4546-80c4-7c2d16b5a302" providerId="ADAL" clId="{554FE7FD-D18D-4BB5-A4B8-9C51F228B7BB}" dt="2024-11-04T11:27:14.382" v="7866" actId="113"/>
          <ac:spMkLst>
            <pc:docMk/>
            <pc:sldMk cId="1030907932" sldId="1130"/>
            <ac:spMk id="6" creationId="{E1AC0E8F-378B-8885-B8AF-6642B8D0FBE3}"/>
          </ac:spMkLst>
        </pc:spChg>
        <pc:spChg chg="mod ord">
          <ac:chgData name="Gareth Thomson | Football Queensland" userId="45505d28-f665-4546-80c4-7c2d16b5a302" providerId="ADAL" clId="{554FE7FD-D18D-4BB5-A4B8-9C51F228B7BB}" dt="2024-11-04T11:42:40.199" v="8107" actId="20577"/>
          <ac:spMkLst>
            <pc:docMk/>
            <pc:sldMk cId="1030907932" sldId="1130"/>
            <ac:spMk id="7" creationId="{4DDB8BA3-9FBB-7448-79CB-53D22E9093D9}"/>
          </ac:spMkLst>
        </pc:spChg>
        <pc:spChg chg="del mod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0" creationId="{C5C7FAF4-3F84-2C30-F81E-3F23DFCD3526}"/>
          </ac:spMkLst>
        </pc:spChg>
        <pc:spChg chg="mod">
          <ac:chgData name="Gareth Thomson | Football Queensland" userId="45505d28-f665-4546-80c4-7c2d16b5a302" providerId="ADAL" clId="{554FE7FD-D18D-4BB5-A4B8-9C51F228B7BB}" dt="2024-11-04T01:02:54.524" v="66"/>
          <ac:spMkLst>
            <pc:docMk/>
            <pc:sldMk cId="1030907932" sldId="1130"/>
            <ac:spMk id="11" creationId="{18C31FF5-8D3B-91FD-5F7E-34EFC04F72BA}"/>
          </ac:spMkLst>
        </pc:spChg>
        <pc:spChg chg="del mod">
          <ac:chgData name="Gareth Thomson | Football Queensland" userId="45505d28-f665-4546-80c4-7c2d16b5a302" providerId="ADAL" clId="{554FE7FD-D18D-4BB5-A4B8-9C51F228B7BB}" dt="2024-11-04T01:05:20.417" v="102" actId="478"/>
          <ac:spMkLst>
            <pc:docMk/>
            <pc:sldMk cId="1030907932" sldId="1130"/>
            <ac:spMk id="12" creationId="{166F0DC2-4F1E-0731-B07C-893E246FFF74}"/>
          </ac:spMkLst>
        </pc:spChg>
        <pc:spChg chg="mod">
          <ac:chgData name="Gareth Thomson | Football Queensland" userId="45505d28-f665-4546-80c4-7c2d16b5a302" providerId="ADAL" clId="{554FE7FD-D18D-4BB5-A4B8-9C51F228B7BB}" dt="2024-11-04T01:02:54.524" v="66"/>
          <ac:spMkLst>
            <pc:docMk/>
            <pc:sldMk cId="1030907932" sldId="1130"/>
            <ac:spMk id="13" creationId="{BE5D5592-E81C-22CD-97BF-7E0DFFD3D24E}"/>
          </ac:spMkLst>
        </pc:spChg>
        <pc:spChg chg="mod">
          <ac:chgData name="Gareth Thomson | Football Queensland" userId="45505d28-f665-4546-80c4-7c2d16b5a302" providerId="ADAL" clId="{554FE7FD-D18D-4BB5-A4B8-9C51F228B7BB}" dt="2024-11-04T01:02:54.524" v="66"/>
          <ac:spMkLst>
            <pc:docMk/>
            <pc:sldMk cId="1030907932" sldId="1130"/>
            <ac:spMk id="14" creationId="{9D95A694-D31F-DC13-C389-607B724C1BD8}"/>
          </ac:spMkLst>
        </pc:spChg>
        <pc:spChg chg="add del mod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5" creationId="{B8D42A73-7857-DF39-C5CA-3A13020B9392}"/>
          </ac:spMkLst>
        </pc:spChg>
        <pc:spChg chg="add mod ord">
          <ac:chgData name="Gareth Thomson | Football Queensland" userId="45505d28-f665-4546-80c4-7c2d16b5a302" providerId="ADAL" clId="{554FE7FD-D18D-4BB5-A4B8-9C51F228B7BB}" dt="2024-11-04T02:34:24.089" v="1497" actId="34135"/>
          <ac:spMkLst>
            <pc:docMk/>
            <pc:sldMk cId="1030907932" sldId="1130"/>
            <ac:spMk id="16" creationId="{81E93192-FBC8-0679-0B32-BE06F5B68983}"/>
          </ac:spMkLst>
        </pc:spChg>
        <pc:spChg chg="del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7" creationId="{146BE012-CFE5-9EE7-A1C8-7446A62D4762}"/>
          </ac:spMkLst>
        </pc:spChg>
        <pc:spChg chg="add mod ord">
          <ac:chgData name="Gareth Thomson | Football Queensland" userId="45505d28-f665-4546-80c4-7c2d16b5a302" providerId="ADAL" clId="{554FE7FD-D18D-4BB5-A4B8-9C51F228B7BB}" dt="2024-11-04T01:13:15.508" v="296" actId="34135"/>
          <ac:spMkLst>
            <pc:docMk/>
            <pc:sldMk cId="1030907932" sldId="1130"/>
            <ac:spMk id="18" creationId="{BD441858-6B44-386C-A21B-2683E5220777}"/>
          </ac:spMkLst>
        </pc:spChg>
        <pc:spChg chg="add mod ord">
          <ac:chgData name="Gareth Thomson | Football Queensland" userId="45505d28-f665-4546-80c4-7c2d16b5a302" providerId="ADAL" clId="{554FE7FD-D18D-4BB5-A4B8-9C51F228B7BB}" dt="2024-11-04T01:13:13.525" v="295" actId="34135"/>
          <ac:spMkLst>
            <pc:docMk/>
            <pc:sldMk cId="1030907932" sldId="1130"/>
            <ac:spMk id="19" creationId="{10255D7A-9C83-8B45-BA82-68C98830830E}"/>
          </ac:spMkLst>
        </pc:spChg>
        <pc:spChg chg="add mod ord">
          <ac:chgData name="Gareth Thomson | Football Queensland" userId="45505d28-f665-4546-80c4-7c2d16b5a302" providerId="ADAL" clId="{554FE7FD-D18D-4BB5-A4B8-9C51F228B7BB}" dt="2024-11-04T11:43:53.743" v="8124" actId="20577"/>
          <ac:spMkLst>
            <pc:docMk/>
            <pc:sldMk cId="1030907932" sldId="1130"/>
            <ac:spMk id="20" creationId="{84C1C66C-B418-0672-A281-2F14419018B8}"/>
          </ac:spMkLst>
        </pc:spChg>
        <pc:spChg chg="add del mod">
          <ac:chgData name="Gareth Thomson | Football Queensland" userId="45505d28-f665-4546-80c4-7c2d16b5a302" providerId="ADAL" clId="{554FE7FD-D18D-4BB5-A4B8-9C51F228B7BB}" dt="2024-11-04T01:08:30.546" v="168" actId="478"/>
          <ac:spMkLst>
            <pc:docMk/>
            <pc:sldMk cId="1030907932" sldId="1130"/>
            <ac:spMk id="21" creationId="{4F24425E-3FE6-DD94-9667-AF0AB01659BD}"/>
          </ac:spMkLst>
        </pc:spChg>
        <pc:spChg chg="add del mod">
          <ac:chgData name="Gareth Thomson | Football Queensland" userId="45505d28-f665-4546-80c4-7c2d16b5a302" providerId="ADAL" clId="{554FE7FD-D18D-4BB5-A4B8-9C51F228B7BB}" dt="2024-11-04T01:08:32.607" v="170" actId="478"/>
          <ac:spMkLst>
            <pc:docMk/>
            <pc:sldMk cId="1030907932" sldId="1130"/>
            <ac:spMk id="22" creationId="{2481E2F0-FF5F-858B-8633-9A20383A4E20}"/>
          </ac:spMkLst>
        </pc:spChg>
        <pc:spChg chg="mod">
          <ac:chgData name="Gareth Thomson | Football Queensland" userId="45505d28-f665-4546-80c4-7c2d16b5a302" providerId="ADAL" clId="{554FE7FD-D18D-4BB5-A4B8-9C51F228B7BB}" dt="2024-11-04T01:08:46.088" v="171"/>
          <ac:spMkLst>
            <pc:docMk/>
            <pc:sldMk cId="1030907932" sldId="1130"/>
            <ac:spMk id="26" creationId="{540BFAE5-F146-445B-3999-8FB486E230AE}"/>
          </ac:spMkLst>
        </pc:spChg>
        <pc:spChg chg="mod">
          <ac:chgData name="Gareth Thomson | Football Queensland" userId="45505d28-f665-4546-80c4-7c2d16b5a302" providerId="ADAL" clId="{554FE7FD-D18D-4BB5-A4B8-9C51F228B7BB}" dt="2024-11-04T01:08:46.088" v="171"/>
          <ac:spMkLst>
            <pc:docMk/>
            <pc:sldMk cId="1030907932" sldId="1130"/>
            <ac:spMk id="27" creationId="{45D80347-F517-788A-4508-6DC14B7D7760}"/>
          </ac:spMkLst>
        </pc:spChg>
        <pc:spChg chg="mod">
          <ac:chgData name="Gareth Thomson | Football Queensland" userId="45505d28-f665-4546-80c4-7c2d16b5a302" providerId="ADAL" clId="{554FE7FD-D18D-4BB5-A4B8-9C51F228B7BB}" dt="2024-11-04T01:08:46.088" v="171"/>
          <ac:spMkLst>
            <pc:docMk/>
            <pc:sldMk cId="1030907932" sldId="1130"/>
            <ac:spMk id="28" creationId="{C9958423-B2A4-3EF7-BB18-666B5E397269}"/>
          </ac:spMkLst>
        </pc:spChg>
        <pc:spChg chg="mod">
          <ac:chgData name="Gareth Thomson | Football Queensland" userId="45505d28-f665-4546-80c4-7c2d16b5a302" providerId="ADAL" clId="{554FE7FD-D18D-4BB5-A4B8-9C51F228B7BB}" dt="2024-11-04T01:08:46.088" v="171"/>
          <ac:spMkLst>
            <pc:docMk/>
            <pc:sldMk cId="1030907932" sldId="1130"/>
            <ac:spMk id="29" creationId="{FA5CE04B-45D2-1E96-AF0F-8E62182CC24E}"/>
          </ac:spMkLst>
        </pc:spChg>
        <pc:spChg chg="add mod">
          <ac:chgData name="Gareth Thomson | Football Queensland" userId="45505d28-f665-4546-80c4-7c2d16b5a302" providerId="ADAL" clId="{554FE7FD-D18D-4BB5-A4B8-9C51F228B7BB}" dt="2024-11-04T01:08:58.254" v="175" actId="1076"/>
          <ac:spMkLst>
            <pc:docMk/>
            <pc:sldMk cId="1030907932" sldId="1130"/>
            <ac:spMk id="30" creationId="{0B3D20DC-24F8-857B-FBA6-3A8627794053}"/>
          </ac:spMkLst>
        </pc:spChg>
        <pc:spChg chg="mod">
          <ac:chgData name="Gareth Thomson | Football Queensland" userId="45505d28-f665-4546-80c4-7c2d16b5a302" providerId="ADAL" clId="{554FE7FD-D18D-4BB5-A4B8-9C51F228B7BB}" dt="2024-11-04T01:09:41.567" v="192"/>
          <ac:spMkLst>
            <pc:docMk/>
            <pc:sldMk cId="1030907932" sldId="1130"/>
            <ac:spMk id="1032" creationId="{64831581-ABF3-F15C-0F05-9AF660974532}"/>
          </ac:spMkLst>
        </pc:spChg>
        <pc:spChg chg="mod">
          <ac:chgData name="Gareth Thomson | Football Queensland" userId="45505d28-f665-4546-80c4-7c2d16b5a302" providerId="ADAL" clId="{554FE7FD-D18D-4BB5-A4B8-9C51F228B7BB}" dt="2024-11-04T01:09:41.567" v="192"/>
          <ac:spMkLst>
            <pc:docMk/>
            <pc:sldMk cId="1030907932" sldId="1130"/>
            <ac:spMk id="1034" creationId="{B56D1547-4D4B-BD39-0C03-36410FCF033D}"/>
          </ac:spMkLst>
        </pc:spChg>
        <pc:spChg chg="del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065" creationId="{7C669C78-DD8F-DF81-A426-726CC6567E23}"/>
          </ac:spMkLst>
        </pc:spChg>
        <pc:spChg chg="del mod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070" creationId="{4F832C7B-D6A4-FA61-CA3D-AB13BBBDDBC3}"/>
          </ac:spMkLst>
        </pc:spChg>
        <pc:spChg chg="del mod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071" creationId="{6D6A9D4F-8800-87F4-2F1C-55A5713CAC0F}"/>
          </ac:spMkLst>
        </pc:spChg>
        <pc:spChg chg="del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072" creationId="{2124A2B8-0D69-387E-DFDF-A62E4F9139F1}"/>
          </ac:spMkLst>
        </pc:spChg>
        <pc:spChg chg="del mod ord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073" creationId="{68541178-93E9-AD3C-F19F-6D24795D1C6C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074" creationId="{944DEDEA-7728-BD9B-D13E-B8E1329B0838}"/>
          </ac:spMkLst>
        </pc:spChg>
        <pc:spChg chg="del">
          <ac:chgData name="Gareth Thomson | Football Queensland" userId="45505d28-f665-4546-80c4-7c2d16b5a302" providerId="ADAL" clId="{554FE7FD-D18D-4BB5-A4B8-9C51F228B7BB}" dt="2024-11-04T01:05:23.355" v="103" actId="478"/>
          <ac:spMkLst>
            <pc:docMk/>
            <pc:sldMk cId="1030907932" sldId="1130"/>
            <ac:spMk id="1075" creationId="{319A37BC-8A13-4385-6846-75B91E50731E}"/>
          </ac:spMkLst>
        </pc:spChg>
        <pc:spChg chg="del">
          <ac:chgData name="Gareth Thomson | Football Queensland" userId="45505d28-f665-4546-80c4-7c2d16b5a302" providerId="ADAL" clId="{554FE7FD-D18D-4BB5-A4B8-9C51F228B7BB}" dt="2024-11-04T01:02:51.582" v="65" actId="478"/>
          <ac:spMkLst>
            <pc:docMk/>
            <pc:sldMk cId="1030907932" sldId="1130"/>
            <ac:spMk id="1096" creationId="{24B1422D-037D-5C7B-58CD-3BF3FEEA4382}"/>
          </ac:spMkLst>
        </pc:spChg>
        <pc:spChg chg="mod">
          <ac:chgData name="Gareth Thomson | Football Queensland" userId="45505d28-f665-4546-80c4-7c2d16b5a302" providerId="ADAL" clId="{554FE7FD-D18D-4BB5-A4B8-9C51F228B7BB}" dt="2024-11-04T01:09:41.567" v="192"/>
          <ac:spMkLst>
            <pc:docMk/>
            <pc:sldMk cId="1030907932" sldId="1130"/>
            <ac:spMk id="1102" creationId="{FC853F8F-D9D7-1D75-4D79-DE574E32EA14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08" creationId="{D7DAA023-A0EF-5372-C63D-EBAD78384CC6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14" creationId="{99E3800E-6900-8991-8490-B27493003CDA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20" creationId="{C0345A1C-5098-2D97-C0D4-A5AF9AA22714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26" creationId="{3D71F813-5147-B922-F0F1-BBE879A24D93}"/>
          </ac:spMkLst>
        </pc:spChg>
        <pc:spChg chg="add mod">
          <ac:chgData name="Gareth Thomson | Football Queensland" userId="45505d28-f665-4546-80c4-7c2d16b5a302" providerId="ADAL" clId="{554FE7FD-D18D-4BB5-A4B8-9C51F228B7BB}" dt="2024-11-04T01:09:24.703" v="181" actId="1076"/>
          <ac:spMkLst>
            <pc:docMk/>
            <pc:sldMk cId="1030907932" sldId="1130"/>
            <ac:spMk id="1127" creationId="{FFC5E9DD-D827-D221-E15E-C3E40DEB161F}"/>
          </ac:spMkLst>
        </pc:spChg>
        <pc:spChg chg="mod">
          <ac:chgData name="Gareth Thomson | Football Queensland" userId="45505d28-f665-4546-80c4-7c2d16b5a302" providerId="ADAL" clId="{554FE7FD-D18D-4BB5-A4B8-9C51F228B7BB}" dt="2024-11-04T01:09:29.234" v="182"/>
          <ac:spMkLst>
            <pc:docMk/>
            <pc:sldMk cId="1030907932" sldId="1130"/>
            <ac:spMk id="1129" creationId="{8D5FA81E-6AA8-56AB-E1B8-75B1E4FB21EE}"/>
          </ac:spMkLst>
        </pc:spChg>
        <pc:spChg chg="mod">
          <ac:chgData name="Gareth Thomson | Football Queensland" userId="45505d28-f665-4546-80c4-7c2d16b5a302" providerId="ADAL" clId="{554FE7FD-D18D-4BB5-A4B8-9C51F228B7BB}" dt="2024-11-04T01:09:29.234" v="182"/>
          <ac:spMkLst>
            <pc:docMk/>
            <pc:sldMk cId="1030907932" sldId="1130"/>
            <ac:spMk id="1130" creationId="{5923F138-EB65-1BE2-CEB7-15D2A4598F75}"/>
          </ac:spMkLst>
        </pc:spChg>
        <pc:spChg chg="mod">
          <ac:chgData name="Gareth Thomson | Football Queensland" userId="45505d28-f665-4546-80c4-7c2d16b5a302" providerId="ADAL" clId="{554FE7FD-D18D-4BB5-A4B8-9C51F228B7BB}" dt="2024-11-04T01:09:29.234" v="182"/>
          <ac:spMkLst>
            <pc:docMk/>
            <pc:sldMk cId="1030907932" sldId="1130"/>
            <ac:spMk id="1131" creationId="{56DF5FB3-A11F-1280-8C2D-FDFAA8135C91}"/>
          </ac:spMkLst>
        </pc:spChg>
        <pc:spChg chg="mod">
          <ac:chgData name="Gareth Thomson | Football Queensland" userId="45505d28-f665-4546-80c4-7c2d16b5a302" providerId="ADAL" clId="{554FE7FD-D18D-4BB5-A4B8-9C51F228B7BB}" dt="2024-11-04T01:09:29.234" v="182"/>
          <ac:spMkLst>
            <pc:docMk/>
            <pc:sldMk cId="1030907932" sldId="1130"/>
            <ac:spMk id="1132" creationId="{4C25D062-D4B0-B631-2466-10A89A361EBE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48" creationId="{2E806EC6-1F23-5E4E-BFBC-AEFBC2202387}"/>
          </ac:spMkLst>
        </pc:spChg>
        <pc:spChg chg="del">
          <ac:chgData name="Gareth Thomson | Football Queensland" userId="45505d28-f665-4546-80c4-7c2d16b5a302" providerId="ADAL" clId="{554FE7FD-D18D-4BB5-A4B8-9C51F228B7BB}" dt="2024-11-04T01:05:16.530" v="100" actId="478"/>
          <ac:spMkLst>
            <pc:docMk/>
            <pc:sldMk cId="1030907932" sldId="1130"/>
            <ac:spMk id="1149" creationId="{3A3007A9-61D1-7A53-589F-7781DD3473F8}"/>
          </ac:spMkLst>
        </pc:spChg>
        <pc:spChg chg="del">
          <ac:chgData name="Gareth Thomson | Football Queensland" userId="45505d28-f665-4546-80c4-7c2d16b5a302" providerId="ADAL" clId="{554FE7FD-D18D-4BB5-A4B8-9C51F228B7BB}" dt="2024-11-04T01:02:51.582" v="65" actId="478"/>
          <ac:spMkLst>
            <pc:docMk/>
            <pc:sldMk cId="1030907932" sldId="1130"/>
            <ac:spMk id="1151" creationId="{D14FDACF-DDB8-D99B-74A5-B62EE7DAB893}"/>
          </ac:spMkLst>
        </pc:spChg>
        <pc:spChg chg="del">
          <ac:chgData name="Gareth Thomson | Football Queensland" userId="45505d28-f665-4546-80c4-7c2d16b5a302" providerId="ADAL" clId="{554FE7FD-D18D-4BB5-A4B8-9C51F228B7BB}" dt="2024-11-04T01:02:51.582" v="65" actId="478"/>
          <ac:spMkLst>
            <pc:docMk/>
            <pc:sldMk cId="1030907932" sldId="1130"/>
            <ac:spMk id="1152" creationId="{FBCED89A-BD71-B716-7171-3E048E8FEF9F}"/>
          </ac:spMkLst>
        </pc:spChg>
        <pc:spChg chg="del mod">
          <ac:chgData name="Gareth Thomson | Football Queensland" userId="45505d28-f665-4546-80c4-7c2d16b5a302" providerId="ADAL" clId="{554FE7FD-D18D-4BB5-A4B8-9C51F228B7BB}" dt="2024-11-04T01:08:31.224" v="169" actId="478"/>
          <ac:spMkLst>
            <pc:docMk/>
            <pc:sldMk cId="1030907932" sldId="1130"/>
            <ac:spMk id="1153" creationId="{17ED933C-E25C-71E2-88E3-C5E2C240969C}"/>
          </ac:spMkLst>
        </pc:spChg>
        <pc:spChg chg="del">
          <ac:chgData name="Gareth Thomson | Football Queensland" userId="45505d28-f665-4546-80c4-7c2d16b5a302" providerId="ADAL" clId="{554FE7FD-D18D-4BB5-A4B8-9C51F228B7BB}" dt="2024-11-04T01:06:39.414" v="127" actId="478"/>
          <ac:spMkLst>
            <pc:docMk/>
            <pc:sldMk cId="1030907932" sldId="1130"/>
            <ac:spMk id="1154" creationId="{E82E21AA-47FC-2E6D-F11F-F69BC185116C}"/>
          </ac:spMkLst>
        </pc:spChg>
        <pc:spChg chg="add mod">
          <ac:chgData name="Gareth Thomson | Football Queensland" userId="45505d28-f665-4546-80c4-7c2d16b5a302" providerId="ADAL" clId="{554FE7FD-D18D-4BB5-A4B8-9C51F228B7BB}" dt="2024-11-04T01:09:30.799" v="183" actId="1076"/>
          <ac:spMkLst>
            <pc:docMk/>
            <pc:sldMk cId="1030907932" sldId="1130"/>
            <ac:spMk id="1155" creationId="{523BEF9E-BA41-4321-3A92-4F5E30B14980}"/>
          </ac:spMkLst>
        </pc:spChg>
        <pc:spChg chg="mod">
          <ac:chgData name="Gareth Thomson | Football Queensland" userId="45505d28-f665-4546-80c4-7c2d16b5a302" providerId="ADAL" clId="{554FE7FD-D18D-4BB5-A4B8-9C51F228B7BB}" dt="2024-11-04T01:09:31.262" v="184"/>
          <ac:spMkLst>
            <pc:docMk/>
            <pc:sldMk cId="1030907932" sldId="1130"/>
            <ac:spMk id="1160" creationId="{E1FC1236-FCA1-5DBB-E816-41C3AD52E3C8}"/>
          </ac:spMkLst>
        </pc:spChg>
        <pc:spChg chg="mod">
          <ac:chgData name="Gareth Thomson | Football Queensland" userId="45505d28-f665-4546-80c4-7c2d16b5a302" providerId="ADAL" clId="{554FE7FD-D18D-4BB5-A4B8-9C51F228B7BB}" dt="2024-11-04T01:09:31.262" v="184"/>
          <ac:spMkLst>
            <pc:docMk/>
            <pc:sldMk cId="1030907932" sldId="1130"/>
            <ac:spMk id="1161" creationId="{BA196EB4-225D-CC01-10F8-AAE3CC1E4528}"/>
          </ac:spMkLst>
        </pc:spChg>
        <pc:spChg chg="mod">
          <ac:chgData name="Gareth Thomson | Football Queensland" userId="45505d28-f665-4546-80c4-7c2d16b5a302" providerId="ADAL" clId="{554FE7FD-D18D-4BB5-A4B8-9C51F228B7BB}" dt="2024-11-04T01:09:31.262" v="184"/>
          <ac:spMkLst>
            <pc:docMk/>
            <pc:sldMk cId="1030907932" sldId="1130"/>
            <ac:spMk id="1163" creationId="{4CB48536-BF66-913A-557B-E671AEB94E79}"/>
          </ac:spMkLst>
        </pc:spChg>
        <pc:spChg chg="mod">
          <ac:chgData name="Gareth Thomson | Football Queensland" userId="45505d28-f665-4546-80c4-7c2d16b5a302" providerId="ADAL" clId="{554FE7FD-D18D-4BB5-A4B8-9C51F228B7BB}" dt="2024-11-04T01:09:31.262" v="184"/>
          <ac:spMkLst>
            <pc:docMk/>
            <pc:sldMk cId="1030907932" sldId="1130"/>
            <ac:spMk id="1164" creationId="{5F2C153B-9C97-E539-7A2F-A788443C2AA5}"/>
          </ac:spMkLst>
        </pc:spChg>
        <pc:spChg chg="add mod">
          <ac:chgData name="Gareth Thomson | Football Queensland" userId="45505d28-f665-4546-80c4-7c2d16b5a302" providerId="ADAL" clId="{554FE7FD-D18D-4BB5-A4B8-9C51F228B7BB}" dt="2024-11-04T01:10:05.079" v="204" actId="1076"/>
          <ac:spMkLst>
            <pc:docMk/>
            <pc:sldMk cId="1030907932" sldId="1130"/>
            <ac:spMk id="1165" creationId="{EED1EF6F-B8CC-6D4A-1ACD-58628DE13485}"/>
          </ac:spMkLst>
        </pc:spChg>
        <pc:spChg chg="mod">
          <ac:chgData name="Gareth Thomson | Football Queensland" userId="45505d28-f665-4546-80c4-7c2d16b5a302" providerId="ADAL" clId="{554FE7FD-D18D-4BB5-A4B8-9C51F228B7BB}" dt="2024-11-04T01:09:33.380" v="186"/>
          <ac:spMkLst>
            <pc:docMk/>
            <pc:sldMk cId="1030907932" sldId="1130"/>
            <ac:spMk id="1167" creationId="{3D14005E-84AF-E92A-4D62-975458BAAB0E}"/>
          </ac:spMkLst>
        </pc:spChg>
        <pc:spChg chg="mod">
          <ac:chgData name="Gareth Thomson | Football Queensland" userId="45505d28-f665-4546-80c4-7c2d16b5a302" providerId="ADAL" clId="{554FE7FD-D18D-4BB5-A4B8-9C51F228B7BB}" dt="2024-11-04T01:09:33.380" v="186"/>
          <ac:spMkLst>
            <pc:docMk/>
            <pc:sldMk cId="1030907932" sldId="1130"/>
            <ac:spMk id="1168" creationId="{776D12E4-197E-138D-06CD-1F4EB4DA55A9}"/>
          </ac:spMkLst>
        </pc:spChg>
        <pc:spChg chg="mod">
          <ac:chgData name="Gareth Thomson | Football Queensland" userId="45505d28-f665-4546-80c4-7c2d16b5a302" providerId="ADAL" clId="{554FE7FD-D18D-4BB5-A4B8-9C51F228B7BB}" dt="2024-11-04T01:09:33.380" v="186"/>
          <ac:spMkLst>
            <pc:docMk/>
            <pc:sldMk cId="1030907932" sldId="1130"/>
            <ac:spMk id="1169" creationId="{0E028E70-CE48-6D33-04AC-2E564BFCD1AE}"/>
          </ac:spMkLst>
        </pc:spChg>
        <pc:spChg chg="mod">
          <ac:chgData name="Gareth Thomson | Football Queensland" userId="45505d28-f665-4546-80c4-7c2d16b5a302" providerId="ADAL" clId="{554FE7FD-D18D-4BB5-A4B8-9C51F228B7BB}" dt="2024-11-04T01:09:33.380" v="186"/>
          <ac:spMkLst>
            <pc:docMk/>
            <pc:sldMk cId="1030907932" sldId="1130"/>
            <ac:spMk id="1170" creationId="{9CD64E6A-7EF4-B0FE-DBB9-E34D0385C37F}"/>
          </ac:spMkLst>
        </pc:spChg>
        <pc:spChg chg="add mod">
          <ac:chgData name="Gareth Thomson | Football Queensland" userId="45505d28-f665-4546-80c4-7c2d16b5a302" providerId="ADAL" clId="{554FE7FD-D18D-4BB5-A4B8-9C51F228B7BB}" dt="2024-11-04T01:09:59.767" v="201" actId="1076"/>
          <ac:spMkLst>
            <pc:docMk/>
            <pc:sldMk cId="1030907932" sldId="1130"/>
            <ac:spMk id="1171" creationId="{CAAFE156-84D4-6E7B-41C8-387EDE0082E9}"/>
          </ac:spMkLst>
        </pc:spChg>
        <pc:spChg chg="mod">
          <ac:chgData name="Gareth Thomson | Football Queensland" userId="45505d28-f665-4546-80c4-7c2d16b5a302" providerId="ADAL" clId="{554FE7FD-D18D-4BB5-A4B8-9C51F228B7BB}" dt="2024-11-04T01:09:35.287" v="188"/>
          <ac:spMkLst>
            <pc:docMk/>
            <pc:sldMk cId="1030907932" sldId="1130"/>
            <ac:spMk id="1173" creationId="{E0AC2D0B-B600-1847-75BB-5DF051B42ACD}"/>
          </ac:spMkLst>
        </pc:spChg>
        <pc:spChg chg="mod">
          <ac:chgData name="Gareth Thomson | Football Queensland" userId="45505d28-f665-4546-80c4-7c2d16b5a302" providerId="ADAL" clId="{554FE7FD-D18D-4BB5-A4B8-9C51F228B7BB}" dt="2024-11-04T01:09:35.287" v="188"/>
          <ac:spMkLst>
            <pc:docMk/>
            <pc:sldMk cId="1030907932" sldId="1130"/>
            <ac:spMk id="1174" creationId="{7B513BA6-F51E-0A81-D85A-BAB5AE02B097}"/>
          </ac:spMkLst>
        </pc:spChg>
        <pc:spChg chg="mod">
          <ac:chgData name="Gareth Thomson | Football Queensland" userId="45505d28-f665-4546-80c4-7c2d16b5a302" providerId="ADAL" clId="{554FE7FD-D18D-4BB5-A4B8-9C51F228B7BB}" dt="2024-11-04T01:09:35.287" v="188"/>
          <ac:spMkLst>
            <pc:docMk/>
            <pc:sldMk cId="1030907932" sldId="1130"/>
            <ac:spMk id="1175" creationId="{17E20901-5018-0995-B3C1-08AA9BEA5110}"/>
          </ac:spMkLst>
        </pc:spChg>
        <pc:spChg chg="mod">
          <ac:chgData name="Gareth Thomson | Football Queensland" userId="45505d28-f665-4546-80c4-7c2d16b5a302" providerId="ADAL" clId="{554FE7FD-D18D-4BB5-A4B8-9C51F228B7BB}" dt="2024-11-04T01:09:35.287" v="188"/>
          <ac:spMkLst>
            <pc:docMk/>
            <pc:sldMk cId="1030907932" sldId="1130"/>
            <ac:spMk id="1176" creationId="{DD696D88-5F89-487B-A786-29F021D0FDF2}"/>
          </ac:spMkLst>
        </pc:spChg>
        <pc:spChg chg="add mod">
          <ac:chgData name="Gareth Thomson | Football Queensland" userId="45505d28-f665-4546-80c4-7c2d16b5a302" providerId="ADAL" clId="{554FE7FD-D18D-4BB5-A4B8-9C51F228B7BB}" dt="2024-11-04T01:09:36.977" v="189" actId="1076"/>
          <ac:spMkLst>
            <pc:docMk/>
            <pc:sldMk cId="1030907932" sldId="1130"/>
            <ac:spMk id="1177" creationId="{385B37CF-0114-DCDD-B09F-036EAB49D52C}"/>
          </ac:spMkLst>
        </pc:spChg>
        <pc:spChg chg="mod">
          <ac:chgData name="Gareth Thomson | Football Queensland" userId="45505d28-f665-4546-80c4-7c2d16b5a302" providerId="ADAL" clId="{554FE7FD-D18D-4BB5-A4B8-9C51F228B7BB}" dt="2024-11-04T01:09:37.221" v="190"/>
          <ac:spMkLst>
            <pc:docMk/>
            <pc:sldMk cId="1030907932" sldId="1130"/>
            <ac:spMk id="1179" creationId="{ACCD7E58-3683-1A13-E3D9-E5170E3E4FE3}"/>
          </ac:spMkLst>
        </pc:spChg>
        <pc:spChg chg="mod">
          <ac:chgData name="Gareth Thomson | Football Queensland" userId="45505d28-f665-4546-80c4-7c2d16b5a302" providerId="ADAL" clId="{554FE7FD-D18D-4BB5-A4B8-9C51F228B7BB}" dt="2024-11-04T01:09:37.221" v="190"/>
          <ac:spMkLst>
            <pc:docMk/>
            <pc:sldMk cId="1030907932" sldId="1130"/>
            <ac:spMk id="1180" creationId="{E41B65F2-3D9C-9754-AA6F-67CCE003DB89}"/>
          </ac:spMkLst>
        </pc:spChg>
        <pc:spChg chg="mod">
          <ac:chgData name="Gareth Thomson | Football Queensland" userId="45505d28-f665-4546-80c4-7c2d16b5a302" providerId="ADAL" clId="{554FE7FD-D18D-4BB5-A4B8-9C51F228B7BB}" dt="2024-11-04T01:09:37.221" v="190"/>
          <ac:spMkLst>
            <pc:docMk/>
            <pc:sldMk cId="1030907932" sldId="1130"/>
            <ac:spMk id="1181" creationId="{07DC06F2-9D48-37FE-C712-8A22EBDBD801}"/>
          </ac:spMkLst>
        </pc:spChg>
        <pc:spChg chg="mod">
          <ac:chgData name="Gareth Thomson | Football Queensland" userId="45505d28-f665-4546-80c4-7c2d16b5a302" providerId="ADAL" clId="{554FE7FD-D18D-4BB5-A4B8-9C51F228B7BB}" dt="2024-11-04T01:09:37.221" v="190"/>
          <ac:spMkLst>
            <pc:docMk/>
            <pc:sldMk cId="1030907932" sldId="1130"/>
            <ac:spMk id="1182" creationId="{A255671F-8ABE-9529-BE2B-FAB122F23A52}"/>
          </ac:spMkLst>
        </pc:spChg>
        <pc:spChg chg="add mod">
          <ac:chgData name="Gareth Thomson | Football Queensland" userId="45505d28-f665-4546-80c4-7c2d16b5a302" providerId="ADAL" clId="{554FE7FD-D18D-4BB5-A4B8-9C51F228B7BB}" dt="2024-11-04T01:09:39.087" v="191" actId="1076"/>
          <ac:spMkLst>
            <pc:docMk/>
            <pc:sldMk cId="1030907932" sldId="1130"/>
            <ac:spMk id="1183" creationId="{0F3A3EC8-D03B-CD57-BB90-9A59DB968816}"/>
          </ac:spMkLst>
        </pc:spChg>
        <pc:spChg chg="mod">
          <ac:chgData name="Gareth Thomson | Football Queensland" userId="45505d28-f665-4546-80c4-7c2d16b5a302" providerId="ADAL" clId="{554FE7FD-D18D-4BB5-A4B8-9C51F228B7BB}" dt="2024-11-04T01:09:41.567" v="192"/>
          <ac:spMkLst>
            <pc:docMk/>
            <pc:sldMk cId="1030907932" sldId="1130"/>
            <ac:spMk id="1184" creationId="{6BBDA604-EF26-18D6-B6AA-CB9DC9C61DDF}"/>
          </ac:spMkLst>
        </pc:spChg>
        <pc:spChg chg="add mod">
          <ac:chgData name="Gareth Thomson | Football Queensland" userId="45505d28-f665-4546-80c4-7c2d16b5a302" providerId="ADAL" clId="{554FE7FD-D18D-4BB5-A4B8-9C51F228B7BB}" dt="2024-11-04T01:09:42.777" v="193" actId="1076"/>
          <ac:spMkLst>
            <pc:docMk/>
            <pc:sldMk cId="1030907932" sldId="1130"/>
            <ac:spMk id="1185" creationId="{8D6000E2-F3EB-77AE-1E81-B75A81D52CBD}"/>
          </ac:spMkLst>
        </pc:spChg>
        <pc:spChg chg="mod">
          <ac:chgData name="Gareth Thomson | Football Queensland" userId="45505d28-f665-4546-80c4-7c2d16b5a302" providerId="ADAL" clId="{554FE7FD-D18D-4BB5-A4B8-9C51F228B7BB}" dt="2024-11-04T01:09:43.302" v="194"/>
          <ac:spMkLst>
            <pc:docMk/>
            <pc:sldMk cId="1030907932" sldId="1130"/>
            <ac:spMk id="1187" creationId="{0A2EDB3B-E2E7-0BFD-6D6A-C01A16A7168E}"/>
          </ac:spMkLst>
        </pc:spChg>
        <pc:spChg chg="mod">
          <ac:chgData name="Gareth Thomson | Football Queensland" userId="45505d28-f665-4546-80c4-7c2d16b5a302" providerId="ADAL" clId="{554FE7FD-D18D-4BB5-A4B8-9C51F228B7BB}" dt="2024-11-04T01:09:43.302" v="194"/>
          <ac:spMkLst>
            <pc:docMk/>
            <pc:sldMk cId="1030907932" sldId="1130"/>
            <ac:spMk id="1188" creationId="{6D00ED05-E74E-51AE-A12F-EDC1A1670E90}"/>
          </ac:spMkLst>
        </pc:spChg>
        <pc:spChg chg="mod">
          <ac:chgData name="Gareth Thomson | Football Queensland" userId="45505d28-f665-4546-80c4-7c2d16b5a302" providerId="ADAL" clId="{554FE7FD-D18D-4BB5-A4B8-9C51F228B7BB}" dt="2024-11-04T01:09:43.302" v="194"/>
          <ac:spMkLst>
            <pc:docMk/>
            <pc:sldMk cId="1030907932" sldId="1130"/>
            <ac:spMk id="1189" creationId="{BF77FC33-5B9B-8D65-72EA-AA2C2FC8046F}"/>
          </ac:spMkLst>
        </pc:spChg>
        <pc:spChg chg="mod">
          <ac:chgData name="Gareth Thomson | Football Queensland" userId="45505d28-f665-4546-80c4-7c2d16b5a302" providerId="ADAL" clId="{554FE7FD-D18D-4BB5-A4B8-9C51F228B7BB}" dt="2024-11-04T01:09:43.302" v="194"/>
          <ac:spMkLst>
            <pc:docMk/>
            <pc:sldMk cId="1030907932" sldId="1130"/>
            <ac:spMk id="1190" creationId="{FE9D743F-30F4-2AA2-2D53-3F81E08DF450}"/>
          </ac:spMkLst>
        </pc:spChg>
        <pc:spChg chg="add mod">
          <ac:chgData name="Gareth Thomson | Football Queensland" userId="45505d28-f665-4546-80c4-7c2d16b5a302" providerId="ADAL" clId="{554FE7FD-D18D-4BB5-A4B8-9C51F228B7BB}" dt="2024-11-04T01:09:44.912" v="195" actId="1076"/>
          <ac:spMkLst>
            <pc:docMk/>
            <pc:sldMk cId="1030907932" sldId="1130"/>
            <ac:spMk id="1191" creationId="{8EB32266-6ED2-9947-057E-F7726AE6A19F}"/>
          </ac:spMkLst>
        </pc:spChg>
        <pc:spChg chg="add mod">
          <ac:chgData name="Gareth Thomson | Football Queensland" userId="45505d28-f665-4546-80c4-7c2d16b5a302" providerId="ADAL" clId="{554FE7FD-D18D-4BB5-A4B8-9C51F228B7BB}" dt="2024-11-04T01:10:51.116" v="223" actId="20577"/>
          <ac:spMkLst>
            <pc:docMk/>
            <pc:sldMk cId="1030907932" sldId="1130"/>
            <ac:spMk id="1192" creationId="{D5FA92C3-1E07-BCC5-D3D1-B0BC15772BA5}"/>
          </ac:spMkLst>
        </pc:spChg>
        <pc:spChg chg="add del mod">
          <ac:chgData name="Gareth Thomson | Football Queensland" userId="45505d28-f665-4546-80c4-7c2d16b5a302" providerId="ADAL" clId="{554FE7FD-D18D-4BB5-A4B8-9C51F228B7BB}" dt="2024-11-04T01:20:47.974" v="795" actId="478"/>
          <ac:spMkLst>
            <pc:docMk/>
            <pc:sldMk cId="1030907932" sldId="1130"/>
            <ac:spMk id="1193" creationId="{130135F1-43E6-211D-9DDE-915AF7B19BAC}"/>
          </ac:spMkLst>
        </pc:spChg>
        <pc:spChg chg="add del">
          <ac:chgData name="Gareth Thomson | Football Queensland" userId="45505d28-f665-4546-80c4-7c2d16b5a302" providerId="ADAL" clId="{554FE7FD-D18D-4BB5-A4B8-9C51F228B7BB}" dt="2024-11-04T01:13:08.611" v="294" actId="478"/>
          <ac:spMkLst>
            <pc:docMk/>
            <pc:sldMk cId="1030907932" sldId="1130"/>
            <ac:spMk id="1194" creationId="{C3A105FE-3DE7-0336-C09C-F700BB60B120}"/>
          </ac:spMkLst>
        </pc:spChg>
        <pc:spChg chg="add mod">
          <ac:chgData name="Gareth Thomson | Football Queensland" userId="45505d28-f665-4546-80c4-7c2d16b5a302" providerId="ADAL" clId="{554FE7FD-D18D-4BB5-A4B8-9C51F228B7BB}" dt="2024-11-04T01:13:35.772" v="299"/>
          <ac:spMkLst>
            <pc:docMk/>
            <pc:sldMk cId="1030907932" sldId="1130"/>
            <ac:spMk id="1195" creationId="{FC44CE30-1AFF-C728-0513-377432C5566E}"/>
          </ac:spMkLst>
        </pc:spChg>
        <pc:spChg chg="add mod">
          <ac:chgData name="Gareth Thomson | Football Queensland" userId="45505d28-f665-4546-80c4-7c2d16b5a302" providerId="ADAL" clId="{554FE7FD-D18D-4BB5-A4B8-9C51F228B7BB}" dt="2024-11-04T01:13:44.919" v="303" actId="1076"/>
          <ac:spMkLst>
            <pc:docMk/>
            <pc:sldMk cId="1030907932" sldId="1130"/>
            <ac:spMk id="1196" creationId="{6B142A17-65A4-3257-5F79-2D9CD1A36A27}"/>
          </ac:spMkLst>
        </pc:spChg>
        <pc:spChg chg="add mod">
          <ac:chgData name="Gareth Thomson | Football Queensland" userId="45505d28-f665-4546-80c4-7c2d16b5a302" providerId="ADAL" clId="{554FE7FD-D18D-4BB5-A4B8-9C51F228B7BB}" dt="2024-11-04T01:13:55.199" v="307" actId="1076"/>
          <ac:spMkLst>
            <pc:docMk/>
            <pc:sldMk cId="1030907932" sldId="1130"/>
            <ac:spMk id="1197" creationId="{F2F30E3F-DFEC-5719-95D1-12DE0F6BA662}"/>
          </ac:spMkLst>
        </pc:spChg>
        <pc:spChg chg="add mod">
          <ac:chgData name="Gareth Thomson | Football Queensland" userId="45505d28-f665-4546-80c4-7c2d16b5a302" providerId="ADAL" clId="{554FE7FD-D18D-4BB5-A4B8-9C51F228B7BB}" dt="2024-11-04T01:14:01.486" v="310" actId="1076"/>
          <ac:spMkLst>
            <pc:docMk/>
            <pc:sldMk cId="1030907932" sldId="1130"/>
            <ac:spMk id="1198" creationId="{0B5D4B87-CB47-5385-DF57-48BFB9DED582}"/>
          </ac:spMkLst>
        </pc:spChg>
        <pc:spChg chg="add mod">
          <ac:chgData name="Gareth Thomson | Football Queensland" userId="45505d28-f665-4546-80c4-7c2d16b5a302" providerId="ADAL" clId="{554FE7FD-D18D-4BB5-A4B8-9C51F228B7BB}" dt="2024-11-04T01:14:09.678" v="314" actId="1076"/>
          <ac:spMkLst>
            <pc:docMk/>
            <pc:sldMk cId="1030907932" sldId="1130"/>
            <ac:spMk id="1199" creationId="{6A161C5E-B3C8-7EAB-B741-ED7F5AE9CBBB}"/>
          </ac:spMkLst>
        </pc:spChg>
        <pc:spChg chg="add mod">
          <ac:chgData name="Gareth Thomson | Football Queensland" userId="45505d28-f665-4546-80c4-7c2d16b5a302" providerId="ADAL" clId="{554FE7FD-D18D-4BB5-A4B8-9C51F228B7BB}" dt="2024-11-04T01:19:49.159" v="753" actId="1076"/>
          <ac:spMkLst>
            <pc:docMk/>
            <pc:sldMk cId="1030907932" sldId="1130"/>
            <ac:spMk id="1200" creationId="{07CC3A69-E14C-1315-E3C8-5D6C333FDFF6}"/>
          </ac:spMkLst>
        </pc:spChg>
        <pc:spChg chg="add mod">
          <ac:chgData name="Gareth Thomson | Football Queensland" userId="45505d28-f665-4546-80c4-7c2d16b5a302" providerId="ADAL" clId="{554FE7FD-D18D-4BB5-A4B8-9C51F228B7BB}" dt="2024-11-04T01:14:22.246" v="321" actId="1076"/>
          <ac:spMkLst>
            <pc:docMk/>
            <pc:sldMk cId="1030907932" sldId="1130"/>
            <ac:spMk id="1201" creationId="{3A954F94-62EB-85B6-C2FA-AA6A6F0E1FDD}"/>
          </ac:spMkLst>
        </pc:spChg>
        <pc:spChg chg="add mod">
          <ac:chgData name="Gareth Thomson | Football Queensland" userId="45505d28-f665-4546-80c4-7c2d16b5a302" providerId="ADAL" clId="{554FE7FD-D18D-4BB5-A4B8-9C51F228B7BB}" dt="2024-11-04T01:14:33.799" v="327" actId="1076"/>
          <ac:spMkLst>
            <pc:docMk/>
            <pc:sldMk cId="1030907932" sldId="1130"/>
            <ac:spMk id="1202" creationId="{9CCDAF46-3FE8-0ADE-0C62-ADAAA8704BC2}"/>
          </ac:spMkLst>
        </pc:spChg>
        <pc:spChg chg="add mod">
          <ac:chgData name="Gareth Thomson | Football Queensland" userId="45505d28-f665-4546-80c4-7c2d16b5a302" providerId="ADAL" clId="{554FE7FD-D18D-4BB5-A4B8-9C51F228B7BB}" dt="2024-11-04T01:14:45.672" v="330" actId="1076"/>
          <ac:spMkLst>
            <pc:docMk/>
            <pc:sldMk cId="1030907932" sldId="1130"/>
            <ac:spMk id="1203" creationId="{0DAC0BED-56D0-A31E-E70A-1899AB0BB1C4}"/>
          </ac:spMkLst>
        </pc:spChg>
        <pc:spChg chg="add mod">
          <ac:chgData name="Gareth Thomson | Football Queensland" userId="45505d28-f665-4546-80c4-7c2d16b5a302" providerId="ADAL" clId="{554FE7FD-D18D-4BB5-A4B8-9C51F228B7BB}" dt="2024-11-04T01:18:03.857" v="717" actId="1582"/>
          <ac:spMkLst>
            <pc:docMk/>
            <pc:sldMk cId="1030907932" sldId="1130"/>
            <ac:spMk id="1204" creationId="{18EA88C3-7024-4767-88A4-35EE102432ED}"/>
          </ac:spMkLst>
        </pc:spChg>
        <pc:spChg chg="add mod">
          <ac:chgData name="Gareth Thomson | Football Queensland" userId="45505d28-f665-4546-80c4-7c2d16b5a302" providerId="ADAL" clId="{554FE7FD-D18D-4BB5-A4B8-9C51F228B7BB}" dt="2024-11-04T01:18:08.211" v="719" actId="1076"/>
          <ac:spMkLst>
            <pc:docMk/>
            <pc:sldMk cId="1030907932" sldId="1130"/>
            <ac:spMk id="1205" creationId="{B7D06F27-0044-3F6F-E382-46859863947D}"/>
          </ac:spMkLst>
        </pc:spChg>
        <pc:spChg chg="add mod">
          <ac:chgData name="Gareth Thomson | Football Queensland" userId="45505d28-f665-4546-80c4-7c2d16b5a302" providerId="ADAL" clId="{554FE7FD-D18D-4BB5-A4B8-9C51F228B7BB}" dt="2024-11-04T01:19:08.086" v="747" actId="1076"/>
          <ac:spMkLst>
            <pc:docMk/>
            <pc:sldMk cId="1030907932" sldId="1130"/>
            <ac:spMk id="1206" creationId="{AC67F9A2-5DCE-D272-2DDC-623ECD3D7E7B}"/>
          </ac:spMkLst>
        </pc:spChg>
        <pc:spChg chg="add mod">
          <ac:chgData name="Gareth Thomson | Football Queensland" userId="45505d28-f665-4546-80c4-7c2d16b5a302" providerId="ADAL" clId="{554FE7FD-D18D-4BB5-A4B8-9C51F228B7BB}" dt="2024-11-04T01:19:06.560" v="746" actId="1076"/>
          <ac:spMkLst>
            <pc:docMk/>
            <pc:sldMk cId="1030907932" sldId="1130"/>
            <ac:spMk id="1207" creationId="{9BF8FA4B-67D2-857F-B039-C441B0A2A4D6}"/>
          </ac:spMkLst>
        </pc:spChg>
        <pc:spChg chg="add mod">
          <ac:chgData name="Gareth Thomson | Football Queensland" userId="45505d28-f665-4546-80c4-7c2d16b5a302" providerId="ADAL" clId="{554FE7FD-D18D-4BB5-A4B8-9C51F228B7BB}" dt="2024-11-04T01:18:26.798" v="729" actId="1076"/>
          <ac:spMkLst>
            <pc:docMk/>
            <pc:sldMk cId="1030907932" sldId="1130"/>
            <ac:spMk id="1208" creationId="{7C16A296-15EC-93D1-951D-C9426424C7D2}"/>
          </ac:spMkLst>
        </pc:spChg>
        <pc:spChg chg="add mod">
          <ac:chgData name="Gareth Thomson | Football Queensland" userId="45505d28-f665-4546-80c4-7c2d16b5a302" providerId="ADAL" clId="{554FE7FD-D18D-4BB5-A4B8-9C51F228B7BB}" dt="2024-11-04T01:18:30.023" v="731" actId="1076"/>
          <ac:spMkLst>
            <pc:docMk/>
            <pc:sldMk cId="1030907932" sldId="1130"/>
            <ac:spMk id="1209" creationId="{B6F24DA9-D6F9-86C9-5FBE-D43B52ED1A47}"/>
          </ac:spMkLst>
        </pc:spChg>
        <pc:spChg chg="add mod">
          <ac:chgData name="Gareth Thomson | Football Queensland" userId="45505d28-f665-4546-80c4-7c2d16b5a302" providerId="ADAL" clId="{554FE7FD-D18D-4BB5-A4B8-9C51F228B7BB}" dt="2024-11-04T01:18:32.975" v="733" actId="1076"/>
          <ac:spMkLst>
            <pc:docMk/>
            <pc:sldMk cId="1030907932" sldId="1130"/>
            <ac:spMk id="1210" creationId="{8452C360-0D1B-C505-A3F0-D61F36222769}"/>
          </ac:spMkLst>
        </pc:spChg>
        <pc:spChg chg="add mod">
          <ac:chgData name="Gareth Thomson | Football Queensland" userId="45505d28-f665-4546-80c4-7c2d16b5a302" providerId="ADAL" clId="{554FE7FD-D18D-4BB5-A4B8-9C51F228B7BB}" dt="2024-11-04T01:18:35.144" v="735" actId="1076"/>
          <ac:spMkLst>
            <pc:docMk/>
            <pc:sldMk cId="1030907932" sldId="1130"/>
            <ac:spMk id="1211" creationId="{CE87848D-4D37-8CAB-DC1D-DEC8AF6EEF77}"/>
          </ac:spMkLst>
        </pc:spChg>
        <pc:spChg chg="add mod">
          <ac:chgData name="Gareth Thomson | Football Queensland" userId="45505d28-f665-4546-80c4-7c2d16b5a302" providerId="ADAL" clId="{554FE7FD-D18D-4BB5-A4B8-9C51F228B7BB}" dt="2024-11-04T01:18:46.454" v="738" actId="1076"/>
          <ac:spMkLst>
            <pc:docMk/>
            <pc:sldMk cId="1030907932" sldId="1130"/>
            <ac:spMk id="1212" creationId="{6204CF7C-B3E4-40EF-3564-6A92C52A63AC}"/>
          </ac:spMkLst>
        </pc:spChg>
        <pc:spChg chg="add mod">
          <ac:chgData name="Gareth Thomson | Football Queensland" userId="45505d28-f665-4546-80c4-7c2d16b5a302" providerId="ADAL" clId="{554FE7FD-D18D-4BB5-A4B8-9C51F228B7BB}" dt="2024-11-04T01:18:48.320" v="740" actId="1076"/>
          <ac:spMkLst>
            <pc:docMk/>
            <pc:sldMk cId="1030907932" sldId="1130"/>
            <ac:spMk id="1213" creationId="{871F08A0-773C-DD78-70B1-3A65DFBB0FD2}"/>
          </ac:spMkLst>
        </pc:spChg>
        <pc:spChg chg="add mod">
          <ac:chgData name="Gareth Thomson | Football Queensland" userId="45505d28-f665-4546-80c4-7c2d16b5a302" providerId="ADAL" clId="{554FE7FD-D18D-4BB5-A4B8-9C51F228B7BB}" dt="2024-11-04T01:18:51.286" v="742" actId="1076"/>
          <ac:spMkLst>
            <pc:docMk/>
            <pc:sldMk cId="1030907932" sldId="1130"/>
            <ac:spMk id="1214" creationId="{1EB865D0-B946-D8BF-B934-DE64BF853DDB}"/>
          </ac:spMkLst>
        </pc:spChg>
        <pc:spChg chg="add mod">
          <ac:chgData name="Gareth Thomson | Football Queensland" userId="45505d28-f665-4546-80c4-7c2d16b5a302" providerId="ADAL" clId="{554FE7FD-D18D-4BB5-A4B8-9C51F228B7BB}" dt="2024-11-04T01:18:54" v="744" actId="1076"/>
          <ac:spMkLst>
            <pc:docMk/>
            <pc:sldMk cId="1030907932" sldId="1130"/>
            <ac:spMk id="1215" creationId="{7848A28C-DA15-347D-C3B3-AE18467A680D}"/>
          </ac:spMkLst>
        </pc:spChg>
        <pc:spChg chg="add mod">
          <ac:chgData name="Gareth Thomson | Football Queensland" userId="45505d28-f665-4546-80c4-7c2d16b5a302" providerId="ADAL" clId="{554FE7FD-D18D-4BB5-A4B8-9C51F228B7BB}" dt="2024-11-04T01:19:44.023" v="750" actId="1076"/>
          <ac:spMkLst>
            <pc:docMk/>
            <pc:sldMk cId="1030907932" sldId="1130"/>
            <ac:spMk id="1216" creationId="{8AAC7C72-89AE-4B4F-4F7B-831630178D32}"/>
          </ac:spMkLst>
        </pc:spChg>
        <pc:spChg chg="add mod">
          <ac:chgData name="Gareth Thomson | Football Queensland" userId="45505d28-f665-4546-80c4-7c2d16b5a302" providerId="ADAL" clId="{554FE7FD-D18D-4BB5-A4B8-9C51F228B7BB}" dt="2024-11-04T01:19:51.055" v="754" actId="1076"/>
          <ac:spMkLst>
            <pc:docMk/>
            <pc:sldMk cId="1030907932" sldId="1130"/>
            <ac:spMk id="1217" creationId="{96A7586C-02BD-D083-0873-5FB62F5D5856}"/>
          </ac:spMkLst>
        </pc:spChg>
        <pc:spChg chg="add del mod">
          <ac:chgData name="Gareth Thomson | Football Queensland" userId="45505d28-f665-4546-80c4-7c2d16b5a302" providerId="ADAL" clId="{554FE7FD-D18D-4BB5-A4B8-9C51F228B7BB}" dt="2024-11-04T02:28:13.993" v="847" actId="478"/>
          <ac:spMkLst>
            <pc:docMk/>
            <pc:sldMk cId="1030907932" sldId="1130"/>
            <ac:spMk id="1218" creationId="{E617E234-6D20-35BD-2EB4-C7F7CBF7FA8B}"/>
          </ac:spMkLst>
        </pc:spChg>
        <pc:spChg chg="add mod">
          <ac:chgData name="Gareth Thomson | Football Queensland" userId="45505d28-f665-4546-80c4-7c2d16b5a302" providerId="ADAL" clId="{554FE7FD-D18D-4BB5-A4B8-9C51F228B7BB}" dt="2024-11-04T01:19:54.968" v="756" actId="571"/>
          <ac:spMkLst>
            <pc:docMk/>
            <pc:sldMk cId="1030907932" sldId="1130"/>
            <ac:spMk id="1219" creationId="{2ACB60D7-EA28-A027-7E50-C567EB180900}"/>
          </ac:spMkLst>
        </pc:spChg>
        <pc:spChg chg="add mod">
          <ac:chgData name="Gareth Thomson | Football Queensland" userId="45505d28-f665-4546-80c4-7c2d16b5a302" providerId="ADAL" clId="{554FE7FD-D18D-4BB5-A4B8-9C51F228B7BB}" dt="2024-11-04T01:19:57.193" v="758" actId="1076"/>
          <ac:spMkLst>
            <pc:docMk/>
            <pc:sldMk cId="1030907932" sldId="1130"/>
            <ac:spMk id="1220" creationId="{213B4DC2-8669-ACCB-6A14-53A3BE15D341}"/>
          </ac:spMkLst>
        </pc:spChg>
        <pc:spChg chg="mod">
          <ac:chgData name="Gareth Thomson | Football Queensland" userId="45505d28-f665-4546-80c4-7c2d16b5a302" providerId="ADAL" clId="{554FE7FD-D18D-4BB5-A4B8-9C51F228B7BB}" dt="2024-11-04T02:27:28.838" v="842" actId="404"/>
          <ac:spMkLst>
            <pc:docMk/>
            <pc:sldMk cId="1030907932" sldId="1130"/>
            <ac:spMk id="1222" creationId="{ADB5F236-43A0-748E-1F0D-29ECC4D796EA}"/>
          </ac:spMkLst>
        </pc:spChg>
        <pc:spChg chg="mod">
          <ac:chgData name="Gareth Thomson | Football Queensland" userId="45505d28-f665-4546-80c4-7c2d16b5a302" providerId="ADAL" clId="{554FE7FD-D18D-4BB5-A4B8-9C51F228B7BB}" dt="2024-11-04T02:27:28.838" v="842" actId="404"/>
          <ac:spMkLst>
            <pc:docMk/>
            <pc:sldMk cId="1030907932" sldId="1130"/>
            <ac:spMk id="1223" creationId="{DD64CDF6-B7E6-CE20-E6D1-425CE2420B2E}"/>
          </ac:spMkLst>
        </pc:spChg>
        <pc:spChg chg="mod">
          <ac:chgData name="Gareth Thomson | Football Queensland" userId="45505d28-f665-4546-80c4-7c2d16b5a302" providerId="ADAL" clId="{554FE7FD-D18D-4BB5-A4B8-9C51F228B7BB}" dt="2024-11-04T02:27:28.838" v="842" actId="404"/>
          <ac:spMkLst>
            <pc:docMk/>
            <pc:sldMk cId="1030907932" sldId="1130"/>
            <ac:spMk id="1224" creationId="{854F1EA1-C226-F54E-52ED-35619F9903B7}"/>
          </ac:spMkLst>
        </pc:spChg>
        <pc:spChg chg="mod">
          <ac:chgData name="Gareth Thomson | Football Queensland" userId="45505d28-f665-4546-80c4-7c2d16b5a302" providerId="ADAL" clId="{554FE7FD-D18D-4BB5-A4B8-9C51F228B7BB}" dt="2024-11-04T02:27:28.838" v="842" actId="404"/>
          <ac:spMkLst>
            <pc:docMk/>
            <pc:sldMk cId="1030907932" sldId="1130"/>
            <ac:spMk id="1225" creationId="{995AE3B9-94F9-8DCE-E968-4D4A754188A5}"/>
          </ac:spMkLst>
        </pc:spChg>
        <pc:spChg chg="add del mod">
          <ac:chgData name="Gareth Thomson | Football Queensland" userId="45505d28-f665-4546-80c4-7c2d16b5a302" providerId="ADAL" clId="{554FE7FD-D18D-4BB5-A4B8-9C51F228B7BB}" dt="2024-11-04T01:22:34.561" v="838" actId="478"/>
          <ac:spMkLst>
            <pc:docMk/>
            <pc:sldMk cId="1030907932" sldId="1130"/>
            <ac:spMk id="1226" creationId="{9127C60C-8289-1564-2ABF-EEA164C6F78B}"/>
          </ac:spMkLst>
        </pc:spChg>
        <pc:spChg chg="add mod">
          <ac:chgData name="Gareth Thomson | Football Queensland" userId="45505d28-f665-4546-80c4-7c2d16b5a302" providerId="ADAL" clId="{554FE7FD-D18D-4BB5-A4B8-9C51F228B7BB}" dt="2024-11-04T02:28:02.313" v="844" actId="1076"/>
          <ac:spMkLst>
            <pc:docMk/>
            <pc:sldMk cId="1030907932" sldId="1130"/>
            <ac:spMk id="1227" creationId="{B70AE908-E2C2-D060-7767-FAEF0762887E}"/>
          </ac:spMkLst>
        </pc:spChg>
        <pc:spChg chg="add mod">
          <ac:chgData name="Gareth Thomson | Football Queensland" userId="45505d28-f665-4546-80c4-7c2d16b5a302" providerId="ADAL" clId="{554FE7FD-D18D-4BB5-A4B8-9C51F228B7BB}" dt="2024-11-04T02:28:10.722" v="846" actId="1076"/>
          <ac:spMkLst>
            <pc:docMk/>
            <pc:sldMk cId="1030907932" sldId="1130"/>
            <ac:spMk id="1228" creationId="{57205D12-3A78-2A9F-EC28-8DF9DB52585E}"/>
          </ac:spMkLst>
        </pc:spChg>
        <pc:spChg chg="add mod">
          <ac:chgData name="Gareth Thomson | Football Queensland" userId="45505d28-f665-4546-80c4-7c2d16b5a302" providerId="ADAL" clId="{554FE7FD-D18D-4BB5-A4B8-9C51F228B7BB}" dt="2024-11-04T02:28:10.722" v="846" actId="1076"/>
          <ac:spMkLst>
            <pc:docMk/>
            <pc:sldMk cId="1030907932" sldId="1130"/>
            <ac:spMk id="1229" creationId="{74E43114-0D0C-C7B5-5DB8-EF3E4BFE8019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1" creationId="{00BB0BCB-DC06-E574-856D-409FA3354946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2" creationId="{AD068E10-6BB0-DE6E-6E57-2E557A7436BC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3" creationId="{D1EEFA00-58A8-E31C-473E-A60F67B56648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4" creationId="{81F98371-30CD-F02F-6777-5CAD95C15992}"/>
          </ac:spMkLst>
        </pc:spChg>
        <pc:spChg chg="add mod">
          <ac:chgData name="Gareth Thomson | Football Queensland" userId="45505d28-f665-4546-80c4-7c2d16b5a302" providerId="ADAL" clId="{554FE7FD-D18D-4BB5-A4B8-9C51F228B7BB}" dt="2024-11-04T02:28:32.683" v="849" actId="1076"/>
          <ac:spMkLst>
            <pc:docMk/>
            <pc:sldMk cId="1030907932" sldId="1130"/>
            <ac:spMk id="1235" creationId="{7723B003-914F-9B51-FC1B-0B99BCBD9A0A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7" creationId="{F7AA9CC9-A62A-758C-D698-5F4EF4D1ABEA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8" creationId="{92EA7F8F-0926-260F-EBD7-D8316FF18254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39" creationId="{30BCE32A-B102-F141-2868-3FAC9943586C}"/>
          </ac:spMkLst>
        </pc:spChg>
        <pc:spChg chg="mod">
          <ac:chgData name="Gareth Thomson | Football Queensland" userId="45505d28-f665-4546-80c4-7c2d16b5a302" providerId="ADAL" clId="{554FE7FD-D18D-4BB5-A4B8-9C51F228B7BB}" dt="2024-11-04T02:28:30.533" v="848"/>
          <ac:spMkLst>
            <pc:docMk/>
            <pc:sldMk cId="1030907932" sldId="1130"/>
            <ac:spMk id="1240" creationId="{2336E50F-0AFD-317D-EB18-FF6AAD0F9853}"/>
          </ac:spMkLst>
        </pc:spChg>
        <pc:spChg chg="add mod">
          <ac:chgData name="Gareth Thomson | Football Queensland" userId="45505d28-f665-4546-80c4-7c2d16b5a302" providerId="ADAL" clId="{554FE7FD-D18D-4BB5-A4B8-9C51F228B7BB}" dt="2024-11-04T02:28:32.683" v="849" actId="1076"/>
          <ac:spMkLst>
            <pc:docMk/>
            <pc:sldMk cId="1030907932" sldId="1130"/>
            <ac:spMk id="1241" creationId="{D57AD2D2-6C4D-2D7E-8C95-A08D829DD6B8}"/>
          </ac:spMkLst>
        </pc:spChg>
        <pc:spChg chg="mod">
          <ac:chgData name="Gareth Thomson | Football Queensland" userId="45505d28-f665-4546-80c4-7c2d16b5a302" providerId="ADAL" clId="{554FE7FD-D18D-4BB5-A4B8-9C51F228B7BB}" dt="2024-11-04T02:28:42.570" v="852"/>
          <ac:spMkLst>
            <pc:docMk/>
            <pc:sldMk cId="1030907932" sldId="1130"/>
            <ac:spMk id="1243" creationId="{A77D90E0-C818-FD14-A5F3-4227B2D3A5C4}"/>
          </ac:spMkLst>
        </pc:spChg>
        <pc:spChg chg="mod">
          <ac:chgData name="Gareth Thomson | Football Queensland" userId="45505d28-f665-4546-80c4-7c2d16b5a302" providerId="ADAL" clId="{554FE7FD-D18D-4BB5-A4B8-9C51F228B7BB}" dt="2024-11-04T02:28:42.570" v="852"/>
          <ac:spMkLst>
            <pc:docMk/>
            <pc:sldMk cId="1030907932" sldId="1130"/>
            <ac:spMk id="1244" creationId="{862956A9-0AE6-3989-C2FE-EB07091EB705}"/>
          </ac:spMkLst>
        </pc:spChg>
        <pc:spChg chg="mod">
          <ac:chgData name="Gareth Thomson | Football Queensland" userId="45505d28-f665-4546-80c4-7c2d16b5a302" providerId="ADAL" clId="{554FE7FD-D18D-4BB5-A4B8-9C51F228B7BB}" dt="2024-11-04T02:28:54.957" v="856" actId="207"/>
          <ac:spMkLst>
            <pc:docMk/>
            <pc:sldMk cId="1030907932" sldId="1130"/>
            <ac:spMk id="1245" creationId="{3006AF9E-A6F9-89E4-E734-1F8DE909C9A2}"/>
          </ac:spMkLst>
        </pc:spChg>
        <pc:spChg chg="mod">
          <ac:chgData name="Gareth Thomson | Football Queensland" userId="45505d28-f665-4546-80c4-7c2d16b5a302" providerId="ADAL" clId="{554FE7FD-D18D-4BB5-A4B8-9C51F228B7BB}" dt="2024-11-04T02:29:05.475" v="863" actId="404"/>
          <ac:spMkLst>
            <pc:docMk/>
            <pc:sldMk cId="1030907932" sldId="1130"/>
            <ac:spMk id="1246" creationId="{C4F76F37-4DCD-AD49-0480-AC69EFABD18B}"/>
          </ac:spMkLst>
        </pc:spChg>
        <pc:spChg chg="add mod">
          <ac:chgData name="Gareth Thomson | Football Queensland" userId="45505d28-f665-4546-80c4-7c2d16b5a302" providerId="ADAL" clId="{554FE7FD-D18D-4BB5-A4B8-9C51F228B7BB}" dt="2024-11-04T02:29:10.303" v="865" actId="1076"/>
          <ac:spMkLst>
            <pc:docMk/>
            <pc:sldMk cId="1030907932" sldId="1130"/>
            <ac:spMk id="1247" creationId="{3C160137-FB81-38E0-080A-61B44A557093}"/>
          </ac:spMkLst>
        </pc:spChg>
        <pc:spChg chg="mod">
          <ac:chgData name="Gareth Thomson | Football Queensland" userId="45505d28-f665-4546-80c4-7c2d16b5a302" providerId="ADAL" clId="{554FE7FD-D18D-4BB5-A4B8-9C51F228B7BB}" dt="2024-11-04T02:29:13.252" v="866"/>
          <ac:spMkLst>
            <pc:docMk/>
            <pc:sldMk cId="1030907932" sldId="1130"/>
            <ac:spMk id="1249" creationId="{A9D5C37D-3806-6B63-0463-3479A7CA6483}"/>
          </ac:spMkLst>
        </pc:spChg>
        <pc:spChg chg="mod">
          <ac:chgData name="Gareth Thomson | Football Queensland" userId="45505d28-f665-4546-80c4-7c2d16b5a302" providerId="ADAL" clId="{554FE7FD-D18D-4BB5-A4B8-9C51F228B7BB}" dt="2024-11-04T02:29:13.252" v="866"/>
          <ac:spMkLst>
            <pc:docMk/>
            <pc:sldMk cId="1030907932" sldId="1130"/>
            <ac:spMk id="1250" creationId="{021B944C-E306-3CC3-D2ED-B025D0215083}"/>
          </ac:spMkLst>
        </pc:spChg>
        <pc:spChg chg="mod">
          <ac:chgData name="Gareth Thomson | Football Queensland" userId="45505d28-f665-4546-80c4-7c2d16b5a302" providerId="ADAL" clId="{554FE7FD-D18D-4BB5-A4B8-9C51F228B7BB}" dt="2024-11-04T02:29:13.252" v="866"/>
          <ac:spMkLst>
            <pc:docMk/>
            <pc:sldMk cId="1030907932" sldId="1130"/>
            <ac:spMk id="1251" creationId="{936D910C-649C-DE4A-7C7F-45A28E4BC4DD}"/>
          </ac:spMkLst>
        </pc:spChg>
        <pc:spChg chg="mod">
          <ac:chgData name="Gareth Thomson | Football Queensland" userId="45505d28-f665-4546-80c4-7c2d16b5a302" providerId="ADAL" clId="{554FE7FD-D18D-4BB5-A4B8-9C51F228B7BB}" dt="2024-11-04T02:29:13.252" v="866"/>
          <ac:spMkLst>
            <pc:docMk/>
            <pc:sldMk cId="1030907932" sldId="1130"/>
            <ac:spMk id="1252" creationId="{BBA6791E-A215-32A7-1F9B-C3854A762FC9}"/>
          </ac:spMkLst>
        </pc:spChg>
        <pc:spChg chg="add mod">
          <ac:chgData name="Gareth Thomson | Football Queensland" userId="45505d28-f665-4546-80c4-7c2d16b5a302" providerId="ADAL" clId="{554FE7FD-D18D-4BB5-A4B8-9C51F228B7BB}" dt="2024-11-04T02:29:15.011" v="867" actId="1076"/>
          <ac:spMkLst>
            <pc:docMk/>
            <pc:sldMk cId="1030907932" sldId="1130"/>
            <ac:spMk id="1253" creationId="{68AB084C-09E9-D1E1-62C8-1B0404EAC7CE}"/>
          </ac:spMkLst>
        </pc:spChg>
        <pc:spChg chg="mod">
          <ac:chgData name="Gareth Thomson | Football Queensland" userId="45505d28-f665-4546-80c4-7c2d16b5a302" providerId="ADAL" clId="{554FE7FD-D18D-4BB5-A4B8-9C51F228B7BB}" dt="2024-11-04T02:29:15.637" v="868"/>
          <ac:spMkLst>
            <pc:docMk/>
            <pc:sldMk cId="1030907932" sldId="1130"/>
            <ac:spMk id="1255" creationId="{5F4A90B9-60B5-9D17-0876-573D61F54DC8}"/>
          </ac:spMkLst>
        </pc:spChg>
        <pc:spChg chg="mod">
          <ac:chgData name="Gareth Thomson | Football Queensland" userId="45505d28-f665-4546-80c4-7c2d16b5a302" providerId="ADAL" clId="{554FE7FD-D18D-4BB5-A4B8-9C51F228B7BB}" dt="2024-11-04T02:29:15.637" v="868"/>
          <ac:spMkLst>
            <pc:docMk/>
            <pc:sldMk cId="1030907932" sldId="1130"/>
            <ac:spMk id="1256" creationId="{1E9BCC78-4F24-A5B5-49F4-9BCB4C6A5EBD}"/>
          </ac:spMkLst>
        </pc:spChg>
        <pc:spChg chg="mod">
          <ac:chgData name="Gareth Thomson | Football Queensland" userId="45505d28-f665-4546-80c4-7c2d16b5a302" providerId="ADAL" clId="{554FE7FD-D18D-4BB5-A4B8-9C51F228B7BB}" dt="2024-11-04T02:29:15.637" v="868"/>
          <ac:spMkLst>
            <pc:docMk/>
            <pc:sldMk cId="1030907932" sldId="1130"/>
            <ac:spMk id="1257" creationId="{0AB584B9-6049-BB30-CCBE-FBD966053DA9}"/>
          </ac:spMkLst>
        </pc:spChg>
        <pc:spChg chg="mod">
          <ac:chgData name="Gareth Thomson | Football Queensland" userId="45505d28-f665-4546-80c4-7c2d16b5a302" providerId="ADAL" clId="{554FE7FD-D18D-4BB5-A4B8-9C51F228B7BB}" dt="2024-11-04T02:29:15.637" v="868"/>
          <ac:spMkLst>
            <pc:docMk/>
            <pc:sldMk cId="1030907932" sldId="1130"/>
            <ac:spMk id="1258" creationId="{C453FB59-A2EA-9013-ECAA-1C0571647C5C}"/>
          </ac:spMkLst>
        </pc:spChg>
        <pc:spChg chg="add mod">
          <ac:chgData name="Gareth Thomson | Football Queensland" userId="45505d28-f665-4546-80c4-7c2d16b5a302" providerId="ADAL" clId="{554FE7FD-D18D-4BB5-A4B8-9C51F228B7BB}" dt="2024-11-04T02:29:26.297" v="872" actId="1076"/>
          <ac:spMkLst>
            <pc:docMk/>
            <pc:sldMk cId="1030907932" sldId="1130"/>
            <ac:spMk id="1259" creationId="{6FE753F7-35F6-79F9-95E5-A9CD22609D63}"/>
          </ac:spMkLst>
        </pc:spChg>
        <pc:spChg chg="mod">
          <ac:chgData name="Gareth Thomson | Football Queensland" userId="45505d28-f665-4546-80c4-7c2d16b5a302" providerId="ADAL" clId="{554FE7FD-D18D-4BB5-A4B8-9C51F228B7BB}" dt="2024-11-04T02:29:28.765" v="873"/>
          <ac:spMkLst>
            <pc:docMk/>
            <pc:sldMk cId="1030907932" sldId="1130"/>
            <ac:spMk id="1261" creationId="{89FCA4A8-665E-3254-76D4-37554D6DE3D4}"/>
          </ac:spMkLst>
        </pc:spChg>
        <pc:spChg chg="mod">
          <ac:chgData name="Gareth Thomson | Football Queensland" userId="45505d28-f665-4546-80c4-7c2d16b5a302" providerId="ADAL" clId="{554FE7FD-D18D-4BB5-A4B8-9C51F228B7BB}" dt="2024-11-04T02:29:28.765" v="873"/>
          <ac:spMkLst>
            <pc:docMk/>
            <pc:sldMk cId="1030907932" sldId="1130"/>
            <ac:spMk id="1262" creationId="{18DC3879-29A8-8E6C-C28B-ACC9813B244F}"/>
          </ac:spMkLst>
        </pc:spChg>
        <pc:spChg chg="mod">
          <ac:chgData name="Gareth Thomson | Football Queensland" userId="45505d28-f665-4546-80c4-7c2d16b5a302" providerId="ADAL" clId="{554FE7FD-D18D-4BB5-A4B8-9C51F228B7BB}" dt="2024-11-04T02:29:28.765" v="873"/>
          <ac:spMkLst>
            <pc:docMk/>
            <pc:sldMk cId="1030907932" sldId="1130"/>
            <ac:spMk id="1263" creationId="{07A6E92A-9022-38E6-6C22-92E478B51379}"/>
          </ac:spMkLst>
        </pc:spChg>
        <pc:spChg chg="mod">
          <ac:chgData name="Gareth Thomson | Football Queensland" userId="45505d28-f665-4546-80c4-7c2d16b5a302" providerId="ADAL" clId="{554FE7FD-D18D-4BB5-A4B8-9C51F228B7BB}" dt="2024-11-04T02:29:28.765" v="873"/>
          <ac:spMkLst>
            <pc:docMk/>
            <pc:sldMk cId="1030907932" sldId="1130"/>
            <ac:spMk id="1264" creationId="{99527550-00AC-5869-9BFC-95CD51F155D1}"/>
          </ac:spMkLst>
        </pc:spChg>
        <pc:spChg chg="add mod">
          <ac:chgData name="Gareth Thomson | Football Queensland" userId="45505d28-f665-4546-80c4-7c2d16b5a302" providerId="ADAL" clId="{554FE7FD-D18D-4BB5-A4B8-9C51F228B7BB}" dt="2024-11-04T02:29:30.307" v="874" actId="1076"/>
          <ac:spMkLst>
            <pc:docMk/>
            <pc:sldMk cId="1030907932" sldId="1130"/>
            <ac:spMk id="1265" creationId="{CFA3F9EA-A7E2-C85B-2A8E-87662BFC5AF9}"/>
          </ac:spMkLst>
        </pc:spChg>
        <pc:spChg chg="mod">
          <ac:chgData name="Gareth Thomson | Football Queensland" userId="45505d28-f665-4546-80c4-7c2d16b5a302" providerId="ADAL" clId="{554FE7FD-D18D-4BB5-A4B8-9C51F228B7BB}" dt="2024-11-04T02:29:30.826" v="875"/>
          <ac:spMkLst>
            <pc:docMk/>
            <pc:sldMk cId="1030907932" sldId="1130"/>
            <ac:spMk id="1267" creationId="{75E6BF6C-51E6-6DA2-7104-868EDA182516}"/>
          </ac:spMkLst>
        </pc:spChg>
        <pc:spChg chg="mod">
          <ac:chgData name="Gareth Thomson | Football Queensland" userId="45505d28-f665-4546-80c4-7c2d16b5a302" providerId="ADAL" clId="{554FE7FD-D18D-4BB5-A4B8-9C51F228B7BB}" dt="2024-11-04T02:29:30.826" v="875"/>
          <ac:spMkLst>
            <pc:docMk/>
            <pc:sldMk cId="1030907932" sldId="1130"/>
            <ac:spMk id="1268" creationId="{1D332EFF-C88F-297D-0832-C328AC53FF7A}"/>
          </ac:spMkLst>
        </pc:spChg>
        <pc:spChg chg="mod">
          <ac:chgData name="Gareth Thomson | Football Queensland" userId="45505d28-f665-4546-80c4-7c2d16b5a302" providerId="ADAL" clId="{554FE7FD-D18D-4BB5-A4B8-9C51F228B7BB}" dt="2024-11-04T02:29:30.826" v="875"/>
          <ac:spMkLst>
            <pc:docMk/>
            <pc:sldMk cId="1030907932" sldId="1130"/>
            <ac:spMk id="1269" creationId="{6808F05A-E96B-D021-0419-DEFD8CF25412}"/>
          </ac:spMkLst>
        </pc:spChg>
        <pc:spChg chg="mod">
          <ac:chgData name="Gareth Thomson | Football Queensland" userId="45505d28-f665-4546-80c4-7c2d16b5a302" providerId="ADAL" clId="{554FE7FD-D18D-4BB5-A4B8-9C51F228B7BB}" dt="2024-11-04T02:29:30.826" v="875"/>
          <ac:spMkLst>
            <pc:docMk/>
            <pc:sldMk cId="1030907932" sldId="1130"/>
            <ac:spMk id="1270" creationId="{B5161BE5-A2AB-3351-3245-9E730B8CCA07}"/>
          </ac:spMkLst>
        </pc:spChg>
        <pc:spChg chg="add mod">
          <ac:chgData name="Gareth Thomson | Football Queensland" userId="45505d28-f665-4546-80c4-7c2d16b5a302" providerId="ADAL" clId="{554FE7FD-D18D-4BB5-A4B8-9C51F228B7BB}" dt="2024-11-04T02:29:36.722" v="878" actId="1076"/>
          <ac:spMkLst>
            <pc:docMk/>
            <pc:sldMk cId="1030907932" sldId="1130"/>
            <ac:spMk id="1271" creationId="{46F17889-6A9D-6BD5-E0A4-7ABCF8E04EBB}"/>
          </ac:spMkLst>
        </pc:spChg>
        <pc:spChg chg="mod">
          <ac:chgData name="Gareth Thomson | Football Queensland" userId="45505d28-f665-4546-80c4-7c2d16b5a302" providerId="ADAL" clId="{554FE7FD-D18D-4BB5-A4B8-9C51F228B7BB}" dt="2024-11-04T02:29:38.461" v="879"/>
          <ac:spMkLst>
            <pc:docMk/>
            <pc:sldMk cId="1030907932" sldId="1130"/>
            <ac:spMk id="1273" creationId="{6E422B81-E020-6B9A-B839-B5CD54C01D02}"/>
          </ac:spMkLst>
        </pc:spChg>
        <pc:spChg chg="mod">
          <ac:chgData name="Gareth Thomson | Football Queensland" userId="45505d28-f665-4546-80c4-7c2d16b5a302" providerId="ADAL" clId="{554FE7FD-D18D-4BB5-A4B8-9C51F228B7BB}" dt="2024-11-04T02:29:38.461" v="879"/>
          <ac:spMkLst>
            <pc:docMk/>
            <pc:sldMk cId="1030907932" sldId="1130"/>
            <ac:spMk id="1274" creationId="{BB4CEC13-A91A-6FD8-78E0-7FD6D300793C}"/>
          </ac:spMkLst>
        </pc:spChg>
        <pc:spChg chg="mod">
          <ac:chgData name="Gareth Thomson | Football Queensland" userId="45505d28-f665-4546-80c4-7c2d16b5a302" providerId="ADAL" clId="{554FE7FD-D18D-4BB5-A4B8-9C51F228B7BB}" dt="2024-11-04T02:29:38.461" v="879"/>
          <ac:spMkLst>
            <pc:docMk/>
            <pc:sldMk cId="1030907932" sldId="1130"/>
            <ac:spMk id="1275" creationId="{C9C663E4-FB6E-AE9A-CBD7-AD31465B6429}"/>
          </ac:spMkLst>
        </pc:spChg>
        <pc:spChg chg="mod">
          <ac:chgData name="Gareth Thomson | Football Queensland" userId="45505d28-f665-4546-80c4-7c2d16b5a302" providerId="ADAL" clId="{554FE7FD-D18D-4BB5-A4B8-9C51F228B7BB}" dt="2024-11-04T02:29:38.461" v="879"/>
          <ac:spMkLst>
            <pc:docMk/>
            <pc:sldMk cId="1030907932" sldId="1130"/>
            <ac:spMk id="1276" creationId="{858E582A-7CEC-9CD1-6E40-03A2EAE2AA92}"/>
          </ac:spMkLst>
        </pc:spChg>
        <pc:spChg chg="add mod">
          <ac:chgData name="Gareth Thomson | Football Queensland" userId="45505d28-f665-4546-80c4-7c2d16b5a302" providerId="ADAL" clId="{554FE7FD-D18D-4BB5-A4B8-9C51F228B7BB}" dt="2024-11-04T02:29:40.266" v="880" actId="1076"/>
          <ac:spMkLst>
            <pc:docMk/>
            <pc:sldMk cId="1030907932" sldId="1130"/>
            <ac:spMk id="1277" creationId="{F6E9309E-A6F6-E002-867F-5D4112FC7771}"/>
          </ac:spMkLst>
        </pc:spChg>
        <pc:spChg chg="add del mod">
          <ac:chgData name="Gareth Thomson | Football Queensland" userId="45505d28-f665-4546-80c4-7c2d16b5a302" providerId="ADAL" clId="{554FE7FD-D18D-4BB5-A4B8-9C51F228B7BB}" dt="2024-11-04T02:30:43.113" v="911" actId="478"/>
          <ac:spMkLst>
            <pc:docMk/>
            <pc:sldMk cId="1030907932" sldId="1130"/>
            <ac:spMk id="1285" creationId="{BFBC99EA-6BB5-E831-F565-A5CDEFCA5A95}"/>
          </ac:spMkLst>
        </pc:spChg>
        <pc:spChg chg="add mod">
          <ac:chgData name="Gareth Thomson | Football Queensland" userId="45505d28-f665-4546-80c4-7c2d16b5a302" providerId="ADAL" clId="{554FE7FD-D18D-4BB5-A4B8-9C51F228B7BB}" dt="2024-11-04T02:30:48.985" v="914" actId="1076"/>
          <ac:spMkLst>
            <pc:docMk/>
            <pc:sldMk cId="1030907932" sldId="1130"/>
            <ac:spMk id="1286" creationId="{4C97AE3F-182E-26CB-33C3-6577F494490A}"/>
          </ac:spMkLst>
        </pc:spChg>
        <pc:spChg chg="add mod">
          <ac:chgData name="Gareth Thomson | Football Queensland" userId="45505d28-f665-4546-80c4-7c2d16b5a302" providerId="ADAL" clId="{554FE7FD-D18D-4BB5-A4B8-9C51F228B7BB}" dt="2024-11-04T02:30:52.173" v="916" actId="1076"/>
          <ac:spMkLst>
            <pc:docMk/>
            <pc:sldMk cId="1030907932" sldId="1130"/>
            <ac:spMk id="1287" creationId="{47148DE1-D5B8-EC5D-3BAE-298C65A6545F}"/>
          </ac:spMkLst>
        </pc:spChg>
        <pc:spChg chg="add mod">
          <ac:chgData name="Gareth Thomson | Football Queensland" userId="45505d28-f665-4546-80c4-7c2d16b5a302" providerId="ADAL" clId="{554FE7FD-D18D-4BB5-A4B8-9C51F228B7BB}" dt="2024-11-04T02:30:55.290" v="918" actId="1076"/>
          <ac:spMkLst>
            <pc:docMk/>
            <pc:sldMk cId="1030907932" sldId="1130"/>
            <ac:spMk id="1288" creationId="{E75AAB4F-00B0-2821-048C-FC27C2FB983E}"/>
          </ac:spMkLst>
        </pc:spChg>
        <pc:spChg chg="add mod">
          <ac:chgData name="Gareth Thomson | Football Queensland" userId="45505d28-f665-4546-80c4-7c2d16b5a302" providerId="ADAL" clId="{554FE7FD-D18D-4BB5-A4B8-9C51F228B7BB}" dt="2024-11-04T02:33:52.812" v="1496" actId="1076"/>
          <ac:spMkLst>
            <pc:docMk/>
            <pc:sldMk cId="1030907932" sldId="1130"/>
            <ac:spMk id="1289" creationId="{82902724-1A2E-BE97-97CB-CD93CC0FAC45}"/>
          </ac:spMkLst>
        </pc:spChg>
        <pc:spChg chg="mod">
          <ac:chgData name="Gareth Thomson | Football Queensland" userId="45505d28-f665-4546-80c4-7c2d16b5a302" providerId="ADAL" clId="{554FE7FD-D18D-4BB5-A4B8-9C51F228B7BB}" dt="2024-11-04T02:36:03.626" v="1515"/>
          <ac:spMkLst>
            <pc:docMk/>
            <pc:sldMk cId="1030907932" sldId="1130"/>
            <ac:spMk id="1293" creationId="{498DC15F-0185-6AB7-DB1F-1324C69BEC29}"/>
          </ac:spMkLst>
        </pc:spChg>
        <pc:spChg chg="mod">
          <ac:chgData name="Gareth Thomson | Football Queensland" userId="45505d28-f665-4546-80c4-7c2d16b5a302" providerId="ADAL" clId="{554FE7FD-D18D-4BB5-A4B8-9C51F228B7BB}" dt="2024-11-04T02:36:03.626" v="1515"/>
          <ac:spMkLst>
            <pc:docMk/>
            <pc:sldMk cId="1030907932" sldId="1130"/>
            <ac:spMk id="1294" creationId="{AE847BCC-3AD6-F227-426B-0495960685DD}"/>
          </ac:spMkLst>
        </pc:spChg>
        <pc:spChg chg="mod">
          <ac:chgData name="Gareth Thomson | Football Queensland" userId="45505d28-f665-4546-80c4-7c2d16b5a302" providerId="ADAL" clId="{554FE7FD-D18D-4BB5-A4B8-9C51F228B7BB}" dt="2024-11-04T02:36:03.626" v="1515"/>
          <ac:spMkLst>
            <pc:docMk/>
            <pc:sldMk cId="1030907932" sldId="1130"/>
            <ac:spMk id="1295" creationId="{6ED2624F-F774-2ECE-1D95-0FABA1F15F78}"/>
          </ac:spMkLst>
        </pc:spChg>
        <pc:spChg chg="mod">
          <ac:chgData name="Gareth Thomson | Football Queensland" userId="45505d28-f665-4546-80c4-7c2d16b5a302" providerId="ADAL" clId="{554FE7FD-D18D-4BB5-A4B8-9C51F228B7BB}" dt="2024-11-04T02:36:03.626" v="1515"/>
          <ac:spMkLst>
            <pc:docMk/>
            <pc:sldMk cId="1030907932" sldId="1130"/>
            <ac:spMk id="1296" creationId="{A0FB62D2-7357-1DFD-BA83-28EFC98B6503}"/>
          </ac:spMkLst>
        </pc:spChg>
        <pc:spChg chg="mod">
          <ac:chgData name="Gareth Thomson | Football Queensland" userId="45505d28-f665-4546-80c4-7c2d16b5a302" providerId="ADAL" clId="{554FE7FD-D18D-4BB5-A4B8-9C51F228B7BB}" dt="2024-11-04T02:36:08.965" v="1519"/>
          <ac:spMkLst>
            <pc:docMk/>
            <pc:sldMk cId="1030907932" sldId="1130"/>
            <ac:spMk id="1298" creationId="{6FA19825-FBB0-8D7F-B499-CF2882AB4B11}"/>
          </ac:spMkLst>
        </pc:spChg>
        <pc:spChg chg="mod">
          <ac:chgData name="Gareth Thomson | Football Queensland" userId="45505d28-f665-4546-80c4-7c2d16b5a302" providerId="ADAL" clId="{554FE7FD-D18D-4BB5-A4B8-9C51F228B7BB}" dt="2024-11-04T02:36:08.965" v="1519"/>
          <ac:spMkLst>
            <pc:docMk/>
            <pc:sldMk cId="1030907932" sldId="1130"/>
            <ac:spMk id="1299" creationId="{61A2A558-B4A4-F763-6870-9C13FAC41F47}"/>
          </ac:spMkLst>
        </pc:spChg>
        <pc:spChg chg="mod">
          <ac:chgData name="Gareth Thomson | Football Queensland" userId="45505d28-f665-4546-80c4-7c2d16b5a302" providerId="ADAL" clId="{554FE7FD-D18D-4BB5-A4B8-9C51F228B7BB}" dt="2024-11-04T02:36:08.965" v="1519"/>
          <ac:spMkLst>
            <pc:docMk/>
            <pc:sldMk cId="1030907932" sldId="1130"/>
            <ac:spMk id="1300" creationId="{EBB6F4C7-83E9-24FF-603E-46E889EB0B03}"/>
          </ac:spMkLst>
        </pc:spChg>
        <pc:spChg chg="mod">
          <ac:chgData name="Gareth Thomson | Football Queensland" userId="45505d28-f665-4546-80c4-7c2d16b5a302" providerId="ADAL" clId="{554FE7FD-D18D-4BB5-A4B8-9C51F228B7BB}" dt="2024-11-04T02:36:08.965" v="1519"/>
          <ac:spMkLst>
            <pc:docMk/>
            <pc:sldMk cId="1030907932" sldId="1130"/>
            <ac:spMk id="1301" creationId="{DC42B5F1-D0E4-CC5B-E0B2-1B38D55B2409}"/>
          </ac:spMkLst>
        </pc:spChg>
        <pc:spChg chg="mod">
          <ac:chgData name="Gareth Thomson | Football Queensland" userId="45505d28-f665-4546-80c4-7c2d16b5a302" providerId="ADAL" clId="{554FE7FD-D18D-4BB5-A4B8-9C51F228B7BB}" dt="2024-11-04T02:36:10.486" v="1521"/>
          <ac:spMkLst>
            <pc:docMk/>
            <pc:sldMk cId="1030907932" sldId="1130"/>
            <ac:spMk id="1303" creationId="{A0486132-C0C6-4B77-7694-A9478A3E5D41}"/>
          </ac:spMkLst>
        </pc:spChg>
        <pc:spChg chg="mod">
          <ac:chgData name="Gareth Thomson | Football Queensland" userId="45505d28-f665-4546-80c4-7c2d16b5a302" providerId="ADAL" clId="{554FE7FD-D18D-4BB5-A4B8-9C51F228B7BB}" dt="2024-11-04T02:36:10.486" v="1521"/>
          <ac:spMkLst>
            <pc:docMk/>
            <pc:sldMk cId="1030907932" sldId="1130"/>
            <ac:spMk id="1304" creationId="{5330C958-71DF-8FC5-B5D4-455E91F45321}"/>
          </ac:spMkLst>
        </pc:spChg>
        <pc:spChg chg="mod">
          <ac:chgData name="Gareth Thomson | Football Queensland" userId="45505d28-f665-4546-80c4-7c2d16b5a302" providerId="ADAL" clId="{554FE7FD-D18D-4BB5-A4B8-9C51F228B7BB}" dt="2024-11-04T02:36:10.486" v="1521"/>
          <ac:spMkLst>
            <pc:docMk/>
            <pc:sldMk cId="1030907932" sldId="1130"/>
            <ac:spMk id="1305" creationId="{8CFEB271-3E14-B108-818C-CE9CC4E8E75F}"/>
          </ac:spMkLst>
        </pc:spChg>
        <pc:spChg chg="mod">
          <ac:chgData name="Gareth Thomson | Football Queensland" userId="45505d28-f665-4546-80c4-7c2d16b5a302" providerId="ADAL" clId="{554FE7FD-D18D-4BB5-A4B8-9C51F228B7BB}" dt="2024-11-04T02:36:10.486" v="1521"/>
          <ac:spMkLst>
            <pc:docMk/>
            <pc:sldMk cId="1030907932" sldId="1130"/>
            <ac:spMk id="1306" creationId="{FAA93F1D-1D50-BFCE-8E16-FE52FCDD6A6F}"/>
          </ac:spMkLst>
        </pc:spChg>
        <pc:spChg chg="mod">
          <ac:chgData name="Gareth Thomson | Football Queensland" userId="45505d28-f665-4546-80c4-7c2d16b5a302" providerId="ADAL" clId="{554FE7FD-D18D-4BB5-A4B8-9C51F228B7BB}" dt="2024-11-04T02:36:12.709" v="1523"/>
          <ac:spMkLst>
            <pc:docMk/>
            <pc:sldMk cId="1030907932" sldId="1130"/>
            <ac:spMk id="1308" creationId="{6DB90827-C07A-01A6-18EF-65A06145AB0A}"/>
          </ac:spMkLst>
        </pc:spChg>
        <pc:spChg chg="mod">
          <ac:chgData name="Gareth Thomson | Football Queensland" userId="45505d28-f665-4546-80c4-7c2d16b5a302" providerId="ADAL" clId="{554FE7FD-D18D-4BB5-A4B8-9C51F228B7BB}" dt="2024-11-04T02:36:12.709" v="1523"/>
          <ac:spMkLst>
            <pc:docMk/>
            <pc:sldMk cId="1030907932" sldId="1130"/>
            <ac:spMk id="1309" creationId="{05C04C07-672D-77FE-574D-A600A80ED5ED}"/>
          </ac:spMkLst>
        </pc:spChg>
        <pc:spChg chg="mod">
          <ac:chgData name="Gareth Thomson | Football Queensland" userId="45505d28-f665-4546-80c4-7c2d16b5a302" providerId="ADAL" clId="{554FE7FD-D18D-4BB5-A4B8-9C51F228B7BB}" dt="2024-11-04T02:36:12.709" v="1523"/>
          <ac:spMkLst>
            <pc:docMk/>
            <pc:sldMk cId="1030907932" sldId="1130"/>
            <ac:spMk id="1310" creationId="{24662355-8BD1-6023-3FC2-567A1182B9F8}"/>
          </ac:spMkLst>
        </pc:spChg>
        <pc:spChg chg="mod">
          <ac:chgData name="Gareth Thomson | Football Queensland" userId="45505d28-f665-4546-80c4-7c2d16b5a302" providerId="ADAL" clId="{554FE7FD-D18D-4BB5-A4B8-9C51F228B7BB}" dt="2024-11-04T02:36:12.709" v="1523"/>
          <ac:spMkLst>
            <pc:docMk/>
            <pc:sldMk cId="1030907932" sldId="1130"/>
            <ac:spMk id="1311" creationId="{F4A23A27-5407-93CA-7321-162866F00107}"/>
          </ac:spMkLst>
        </pc:spChg>
        <pc:spChg chg="mod">
          <ac:chgData name="Gareth Thomson | Football Queensland" userId="45505d28-f665-4546-80c4-7c2d16b5a302" providerId="ADAL" clId="{554FE7FD-D18D-4BB5-A4B8-9C51F228B7BB}" dt="2024-11-04T02:36:21.567" v="1528"/>
          <ac:spMkLst>
            <pc:docMk/>
            <pc:sldMk cId="1030907932" sldId="1130"/>
            <ac:spMk id="1313" creationId="{95421B9E-AAA0-4887-C91A-A1F069AB5B17}"/>
          </ac:spMkLst>
        </pc:spChg>
        <pc:spChg chg="mod">
          <ac:chgData name="Gareth Thomson | Football Queensland" userId="45505d28-f665-4546-80c4-7c2d16b5a302" providerId="ADAL" clId="{554FE7FD-D18D-4BB5-A4B8-9C51F228B7BB}" dt="2024-11-04T02:36:21.567" v="1528"/>
          <ac:spMkLst>
            <pc:docMk/>
            <pc:sldMk cId="1030907932" sldId="1130"/>
            <ac:spMk id="1314" creationId="{540F767D-FD80-521F-7738-F5C32DB58747}"/>
          </ac:spMkLst>
        </pc:spChg>
        <pc:spChg chg="mod">
          <ac:chgData name="Gareth Thomson | Football Queensland" userId="45505d28-f665-4546-80c4-7c2d16b5a302" providerId="ADAL" clId="{554FE7FD-D18D-4BB5-A4B8-9C51F228B7BB}" dt="2024-11-04T02:36:21.567" v="1528"/>
          <ac:spMkLst>
            <pc:docMk/>
            <pc:sldMk cId="1030907932" sldId="1130"/>
            <ac:spMk id="1315" creationId="{71168AA9-ECCF-5A2F-A236-DFB385C19673}"/>
          </ac:spMkLst>
        </pc:spChg>
        <pc:spChg chg="mod">
          <ac:chgData name="Gareth Thomson | Football Queensland" userId="45505d28-f665-4546-80c4-7c2d16b5a302" providerId="ADAL" clId="{554FE7FD-D18D-4BB5-A4B8-9C51F228B7BB}" dt="2024-11-04T02:36:21.567" v="1528"/>
          <ac:spMkLst>
            <pc:docMk/>
            <pc:sldMk cId="1030907932" sldId="1130"/>
            <ac:spMk id="1316" creationId="{24DEA091-9240-566E-EDFD-3FC75175AF94}"/>
          </ac:spMkLst>
        </pc:spChg>
        <pc:spChg chg="mod">
          <ac:chgData name="Gareth Thomson | Football Queensland" userId="45505d28-f665-4546-80c4-7c2d16b5a302" providerId="ADAL" clId="{554FE7FD-D18D-4BB5-A4B8-9C51F228B7BB}" dt="2024-11-04T02:36:38.264" v="1535" actId="1076"/>
          <ac:spMkLst>
            <pc:docMk/>
            <pc:sldMk cId="1030907932" sldId="1130"/>
            <ac:spMk id="1318" creationId="{07B458F4-364D-1B22-72BE-8ECD5CC07731}"/>
          </ac:spMkLst>
        </pc:spChg>
        <pc:spChg chg="mod">
          <ac:chgData name="Gareth Thomson | Football Queensland" userId="45505d28-f665-4546-80c4-7c2d16b5a302" providerId="ADAL" clId="{554FE7FD-D18D-4BB5-A4B8-9C51F228B7BB}" dt="2024-11-04T02:36:26.750" v="1530"/>
          <ac:spMkLst>
            <pc:docMk/>
            <pc:sldMk cId="1030907932" sldId="1130"/>
            <ac:spMk id="1319" creationId="{F0FA3DC9-1E64-3D24-FCE1-4EB50AE8CA61}"/>
          </ac:spMkLst>
        </pc:spChg>
        <pc:spChg chg="mod">
          <ac:chgData name="Gareth Thomson | Football Queensland" userId="45505d28-f665-4546-80c4-7c2d16b5a302" providerId="ADAL" clId="{554FE7FD-D18D-4BB5-A4B8-9C51F228B7BB}" dt="2024-11-04T02:36:26.750" v="1530"/>
          <ac:spMkLst>
            <pc:docMk/>
            <pc:sldMk cId="1030907932" sldId="1130"/>
            <ac:spMk id="1320" creationId="{53409C8C-CA85-A068-1133-7BC8314CFC99}"/>
          </ac:spMkLst>
        </pc:spChg>
        <pc:spChg chg="mod">
          <ac:chgData name="Gareth Thomson | Football Queensland" userId="45505d28-f665-4546-80c4-7c2d16b5a302" providerId="ADAL" clId="{554FE7FD-D18D-4BB5-A4B8-9C51F228B7BB}" dt="2024-11-04T02:36:35.037" v="1533" actId="20577"/>
          <ac:spMkLst>
            <pc:docMk/>
            <pc:sldMk cId="1030907932" sldId="1130"/>
            <ac:spMk id="1321" creationId="{E888FFA5-9E91-F663-7DBE-6F6F22D563F5}"/>
          </ac:spMkLst>
        </pc:spChg>
        <pc:spChg chg="mod">
          <ac:chgData name="Gareth Thomson | Football Queensland" userId="45505d28-f665-4546-80c4-7c2d16b5a302" providerId="ADAL" clId="{554FE7FD-D18D-4BB5-A4B8-9C51F228B7BB}" dt="2024-11-04T02:36:40.830" v="1537"/>
          <ac:spMkLst>
            <pc:docMk/>
            <pc:sldMk cId="1030907932" sldId="1130"/>
            <ac:spMk id="1323" creationId="{191E94C7-E9C4-DACC-067D-9CFBFE72BE17}"/>
          </ac:spMkLst>
        </pc:spChg>
        <pc:spChg chg="mod">
          <ac:chgData name="Gareth Thomson | Football Queensland" userId="45505d28-f665-4546-80c4-7c2d16b5a302" providerId="ADAL" clId="{554FE7FD-D18D-4BB5-A4B8-9C51F228B7BB}" dt="2024-11-04T02:36:40.830" v="1537"/>
          <ac:spMkLst>
            <pc:docMk/>
            <pc:sldMk cId="1030907932" sldId="1130"/>
            <ac:spMk id="1324" creationId="{3E4C2E4C-0E6F-41BB-149E-5930EA7026A7}"/>
          </ac:spMkLst>
        </pc:spChg>
        <pc:spChg chg="mod">
          <ac:chgData name="Gareth Thomson | Football Queensland" userId="45505d28-f665-4546-80c4-7c2d16b5a302" providerId="ADAL" clId="{554FE7FD-D18D-4BB5-A4B8-9C51F228B7BB}" dt="2024-11-04T02:36:40.830" v="1537"/>
          <ac:spMkLst>
            <pc:docMk/>
            <pc:sldMk cId="1030907932" sldId="1130"/>
            <ac:spMk id="1325" creationId="{B0E2BB98-F892-2FBA-CE68-6665C145EE4B}"/>
          </ac:spMkLst>
        </pc:spChg>
        <pc:spChg chg="mod">
          <ac:chgData name="Gareth Thomson | Football Queensland" userId="45505d28-f665-4546-80c4-7c2d16b5a302" providerId="ADAL" clId="{554FE7FD-D18D-4BB5-A4B8-9C51F228B7BB}" dt="2024-11-04T02:36:40.830" v="1537"/>
          <ac:spMkLst>
            <pc:docMk/>
            <pc:sldMk cId="1030907932" sldId="1130"/>
            <ac:spMk id="1326" creationId="{2BDFF623-9DE7-9721-3F9E-F265303AEA84}"/>
          </ac:spMkLst>
        </pc:spChg>
        <pc:spChg chg="mod">
          <ac:chgData name="Gareth Thomson | Football Queensland" userId="45505d28-f665-4546-80c4-7c2d16b5a302" providerId="ADAL" clId="{554FE7FD-D18D-4BB5-A4B8-9C51F228B7BB}" dt="2024-11-04T02:36:43.322" v="1539"/>
          <ac:spMkLst>
            <pc:docMk/>
            <pc:sldMk cId="1030907932" sldId="1130"/>
            <ac:spMk id="1328" creationId="{DE9D32F5-7C6A-9ED5-42E1-160EB90F53D1}"/>
          </ac:spMkLst>
        </pc:spChg>
        <pc:spChg chg="mod">
          <ac:chgData name="Gareth Thomson | Football Queensland" userId="45505d28-f665-4546-80c4-7c2d16b5a302" providerId="ADAL" clId="{554FE7FD-D18D-4BB5-A4B8-9C51F228B7BB}" dt="2024-11-04T02:36:43.322" v="1539"/>
          <ac:spMkLst>
            <pc:docMk/>
            <pc:sldMk cId="1030907932" sldId="1130"/>
            <ac:spMk id="1329" creationId="{189D9E6B-CBEC-3830-96C7-6534A43FAE5F}"/>
          </ac:spMkLst>
        </pc:spChg>
        <pc:spChg chg="mod">
          <ac:chgData name="Gareth Thomson | Football Queensland" userId="45505d28-f665-4546-80c4-7c2d16b5a302" providerId="ADAL" clId="{554FE7FD-D18D-4BB5-A4B8-9C51F228B7BB}" dt="2024-11-04T02:36:43.322" v="1539"/>
          <ac:spMkLst>
            <pc:docMk/>
            <pc:sldMk cId="1030907932" sldId="1130"/>
            <ac:spMk id="1330" creationId="{3BF2E119-F231-FEB5-E206-F89249CE05C4}"/>
          </ac:spMkLst>
        </pc:spChg>
        <pc:spChg chg="mod">
          <ac:chgData name="Gareth Thomson | Football Queensland" userId="45505d28-f665-4546-80c4-7c2d16b5a302" providerId="ADAL" clId="{554FE7FD-D18D-4BB5-A4B8-9C51F228B7BB}" dt="2024-11-04T02:36:43.322" v="1539"/>
          <ac:spMkLst>
            <pc:docMk/>
            <pc:sldMk cId="1030907932" sldId="1130"/>
            <ac:spMk id="1331" creationId="{7D810877-9AA8-3D0A-4A11-543D43828460}"/>
          </ac:spMkLst>
        </pc:spChg>
        <pc:spChg chg="mod">
          <ac:chgData name="Gareth Thomson | Football Queensland" userId="45505d28-f665-4546-80c4-7c2d16b5a302" providerId="ADAL" clId="{554FE7FD-D18D-4BB5-A4B8-9C51F228B7BB}" dt="2024-11-04T02:36:48.394" v="1542"/>
          <ac:spMkLst>
            <pc:docMk/>
            <pc:sldMk cId="1030907932" sldId="1130"/>
            <ac:spMk id="1333" creationId="{62451261-ECAE-A122-C70E-3B0765380236}"/>
          </ac:spMkLst>
        </pc:spChg>
        <pc:spChg chg="mod">
          <ac:chgData name="Gareth Thomson | Football Queensland" userId="45505d28-f665-4546-80c4-7c2d16b5a302" providerId="ADAL" clId="{554FE7FD-D18D-4BB5-A4B8-9C51F228B7BB}" dt="2024-11-04T02:36:48.394" v="1542"/>
          <ac:spMkLst>
            <pc:docMk/>
            <pc:sldMk cId="1030907932" sldId="1130"/>
            <ac:spMk id="1334" creationId="{D5F86B5D-910D-E557-5300-BC9CE3A953E5}"/>
          </ac:spMkLst>
        </pc:spChg>
        <pc:spChg chg="mod">
          <ac:chgData name="Gareth Thomson | Football Queensland" userId="45505d28-f665-4546-80c4-7c2d16b5a302" providerId="ADAL" clId="{554FE7FD-D18D-4BB5-A4B8-9C51F228B7BB}" dt="2024-11-04T02:36:48.394" v="1542"/>
          <ac:spMkLst>
            <pc:docMk/>
            <pc:sldMk cId="1030907932" sldId="1130"/>
            <ac:spMk id="1335" creationId="{BD2E3001-E6D4-4F87-9644-15EBE094ABC8}"/>
          </ac:spMkLst>
        </pc:spChg>
        <pc:spChg chg="mod">
          <ac:chgData name="Gareth Thomson | Football Queensland" userId="45505d28-f665-4546-80c4-7c2d16b5a302" providerId="ADAL" clId="{554FE7FD-D18D-4BB5-A4B8-9C51F228B7BB}" dt="2024-11-04T02:36:48.394" v="1542"/>
          <ac:spMkLst>
            <pc:docMk/>
            <pc:sldMk cId="1030907932" sldId="1130"/>
            <ac:spMk id="1336" creationId="{FA70268A-3F9E-A44F-B607-4408FC91C2CB}"/>
          </ac:spMkLst>
        </pc:spChg>
        <pc:spChg chg="add mod">
          <ac:chgData name="Gareth Thomson | Football Queensland" userId="45505d28-f665-4546-80c4-7c2d16b5a302" providerId="ADAL" clId="{554FE7FD-D18D-4BB5-A4B8-9C51F228B7BB}" dt="2024-11-04T02:36:54.026" v="1545" actId="1076"/>
          <ac:spMkLst>
            <pc:docMk/>
            <pc:sldMk cId="1030907932" sldId="1130"/>
            <ac:spMk id="1337" creationId="{3EB4F851-5B8E-6C59-8E4A-853CEE57BA53}"/>
          </ac:spMkLst>
        </pc:spChg>
        <pc:spChg chg="add mod">
          <ac:chgData name="Gareth Thomson | Football Queensland" userId="45505d28-f665-4546-80c4-7c2d16b5a302" providerId="ADAL" clId="{554FE7FD-D18D-4BB5-A4B8-9C51F228B7BB}" dt="2024-11-04T02:37:18.667" v="1557" actId="1076"/>
          <ac:spMkLst>
            <pc:docMk/>
            <pc:sldMk cId="1030907932" sldId="1130"/>
            <ac:spMk id="1338" creationId="{39A7289E-3723-156A-19FF-884DE9593409}"/>
          </ac:spMkLst>
        </pc:spChg>
        <pc:spChg chg="add mod">
          <ac:chgData name="Gareth Thomson | Football Queensland" userId="45505d28-f665-4546-80c4-7c2d16b5a302" providerId="ADAL" clId="{554FE7FD-D18D-4BB5-A4B8-9C51F228B7BB}" dt="2024-11-04T02:37:22.092" v="1559" actId="1076"/>
          <ac:spMkLst>
            <pc:docMk/>
            <pc:sldMk cId="1030907932" sldId="1130"/>
            <ac:spMk id="1339" creationId="{5066DF44-9D5E-1465-DB29-B931BC703AD4}"/>
          </ac:spMkLst>
        </pc:spChg>
        <pc:spChg chg="add mod">
          <ac:chgData name="Gareth Thomson | Football Queensland" userId="45505d28-f665-4546-80c4-7c2d16b5a302" providerId="ADAL" clId="{554FE7FD-D18D-4BB5-A4B8-9C51F228B7BB}" dt="2024-11-04T02:37:27.330" v="1561" actId="1076"/>
          <ac:spMkLst>
            <pc:docMk/>
            <pc:sldMk cId="1030907932" sldId="1130"/>
            <ac:spMk id="1340" creationId="{38ACEF79-0FA8-1207-4428-3AC8D50DC612}"/>
          </ac:spMkLst>
        </pc:spChg>
        <pc:spChg chg="add mod">
          <ac:chgData name="Gareth Thomson | Football Queensland" userId="45505d28-f665-4546-80c4-7c2d16b5a302" providerId="ADAL" clId="{554FE7FD-D18D-4BB5-A4B8-9C51F228B7BB}" dt="2024-11-04T02:37:33.513" v="1563" actId="1076"/>
          <ac:spMkLst>
            <pc:docMk/>
            <pc:sldMk cId="1030907932" sldId="1130"/>
            <ac:spMk id="1341" creationId="{FFA359BB-D9E7-DE7C-8568-5C5B07EDD22D}"/>
          </ac:spMkLst>
        </pc:spChg>
        <pc:spChg chg="add mod">
          <ac:chgData name="Gareth Thomson | Football Queensland" userId="45505d28-f665-4546-80c4-7c2d16b5a302" providerId="ADAL" clId="{554FE7FD-D18D-4BB5-A4B8-9C51F228B7BB}" dt="2024-11-04T02:37:38.246" v="1565" actId="1076"/>
          <ac:spMkLst>
            <pc:docMk/>
            <pc:sldMk cId="1030907932" sldId="1130"/>
            <ac:spMk id="1342" creationId="{6D7A6296-5CBD-0544-4CFF-EE7C5A73285F}"/>
          </ac:spMkLst>
        </pc:spChg>
        <pc:spChg chg="add mod">
          <ac:chgData name="Gareth Thomson | Football Queensland" userId="45505d28-f665-4546-80c4-7c2d16b5a302" providerId="ADAL" clId="{554FE7FD-D18D-4BB5-A4B8-9C51F228B7BB}" dt="2024-11-04T02:37:43.819" v="1567" actId="1076"/>
          <ac:spMkLst>
            <pc:docMk/>
            <pc:sldMk cId="1030907932" sldId="1130"/>
            <ac:spMk id="1343" creationId="{A8ED0092-06CD-3204-1FED-037EB0D38DE0}"/>
          </ac:spMkLst>
        </pc:spChg>
        <pc:spChg chg="add mod">
          <ac:chgData name="Gareth Thomson | Football Queensland" userId="45505d28-f665-4546-80c4-7c2d16b5a302" providerId="ADAL" clId="{554FE7FD-D18D-4BB5-A4B8-9C51F228B7BB}" dt="2024-11-04T02:37:51.969" v="1569" actId="1076"/>
          <ac:spMkLst>
            <pc:docMk/>
            <pc:sldMk cId="1030907932" sldId="1130"/>
            <ac:spMk id="1344" creationId="{996BDACD-896A-B634-BD74-91C1E8653746}"/>
          </ac:spMkLst>
        </pc:spChg>
        <pc:spChg chg="add mod">
          <ac:chgData name="Gareth Thomson | Football Queensland" userId="45505d28-f665-4546-80c4-7c2d16b5a302" providerId="ADAL" clId="{554FE7FD-D18D-4BB5-A4B8-9C51F228B7BB}" dt="2024-11-04T02:37:55.222" v="1571" actId="1076"/>
          <ac:spMkLst>
            <pc:docMk/>
            <pc:sldMk cId="1030907932" sldId="1130"/>
            <ac:spMk id="1345" creationId="{1B6E768B-597C-304A-0000-956F2FD84229}"/>
          </ac:spMkLst>
        </pc:spChg>
        <pc:spChg chg="add mod">
          <ac:chgData name="Gareth Thomson | Football Queensland" userId="45505d28-f665-4546-80c4-7c2d16b5a302" providerId="ADAL" clId="{554FE7FD-D18D-4BB5-A4B8-9C51F228B7BB}" dt="2024-11-04T02:37:59.259" v="1573" actId="1076"/>
          <ac:spMkLst>
            <pc:docMk/>
            <pc:sldMk cId="1030907932" sldId="1130"/>
            <ac:spMk id="1346" creationId="{C88B8799-F1EE-D845-3CFC-E1604CA271B0}"/>
          </ac:spMkLst>
        </pc:spChg>
        <pc:spChg chg="add mod">
          <ac:chgData name="Gareth Thomson | Football Queensland" userId="45505d28-f665-4546-80c4-7c2d16b5a302" providerId="ADAL" clId="{554FE7FD-D18D-4BB5-A4B8-9C51F228B7BB}" dt="2024-11-04T02:38:04.907" v="1575" actId="1076"/>
          <ac:spMkLst>
            <pc:docMk/>
            <pc:sldMk cId="1030907932" sldId="1130"/>
            <ac:spMk id="1347" creationId="{4E6697C4-1250-8857-E8A4-37100BBBC557}"/>
          </ac:spMkLst>
        </pc:spChg>
        <pc:spChg chg="add mod">
          <ac:chgData name="Gareth Thomson | Football Queensland" userId="45505d28-f665-4546-80c4-7c2d16b5a302" providerId="ADAL" clId="{554FE7FD-D18D-4BB5-A4B8-9C51F228B7BB}" dt="2024-11-04T02:38:04.907" v="1575" actId="1076"/>
          <ac:spMkLst>
            <pc:docMk/>
            <pc:sldMk cId="1030907932" sldId="1130"/>
            <ac:spMk id="1348" creationId="{4C0ECD61-76F1-95F7-A0E4-03C9C31F40DA}"/>
          </ac:spMkLst>
        </pc:spChg>
        <pc:spChg chg="add mod">
          <ac:chgData name="Gareth Thomson | Football Queensland" userId="45505d28-f665-4546-80c4-7c2d16b5a302" providerId="ADAL" clId="{554FE7FD-D18D-4BB5-A4B8-9C51F228B7BB}" dt="2024-11-04T02:38:10.555" v="1577" actId="1076"/>
          <ac:spMkLst>
            <pc:docMk/>
            <pc:sldMk cId="1030907932" sldId="1130"/>
            <ac:spMk id="1349" creationId="{DD6EEAA1-44CB-198C-84FB-1391E30FA788}"/>
          </ac:spMkLst>
        </pc:spChg>
        <pc:spChg chg="mod">
          <ac:chgData name="Gareth Thomson | Football Queensland" userId="45505d28-f665-4546-80c4-7c2d16b5a302" providerId="ADAL" clId="{554FE7FD-D18D-4BB5-A4B8-9C51F228B7BB}" dt="2024-11-04T03:02:01.921" v="2209"/>
          <ac:spMkLst>
            <pc:docMk/>
            <pc:sldMk cId="1030907932" sldId="1130"/>
            <ac:spMk id="1354" creationId="{9D5CDCE5-6EF8-BF7B-5CEE-734CC6F3BE9C}"/>
          </ac:spMkLst>
        </pc:spChg>
        <pc:spChg chg="mod">
          <ac:chgData name="Gareth Thomson | Football Queensland" userId="45505d28-f665-4546-80c4-7c2d16b5a302" providerId="ADAL" clId="{554FE7FD-D18D-4BB5-A4B8-9C51F228B7BB}" dt="2024-11-04T03:02:01.921" v="2209"/>
          <ac:spMkLst>
            <pc:docMk/>
            <pc:sldMk cId="1030907932" sldId="1130"/>
            <ac:spMk id="1355" creationId="{45FB8660-4C73-9FDB-0FBA-02F9F03E07C6}"/>
          </ac:spMkLst>
        </pc:spChg>
        <pc:spChg chg="mod">
          <ac:chgData name="Gareth Thomson | Football Queensland" userId="45505d28-f665-4546-80c4-7c2d16b5a302" providerId="ADAL" clId="{554FE7FD-D18D-4BB5-A4B8-9C51F228B7BB}" dt="2024-11-04T03:02:01.921" v="2209"/>
          <ac:spMkLst>
            <pc:docMk/>
            <pc:sldMk cId="1030907932" sldId="1130"/>
            <ac:spMk id="1356" creationId="{90F905E2-726F-1E8E-1743-79189077AAA3}"/>
          </ac:spMkLst>
        </pc:spChg>
        <pc:spChg chg="mod">
          <ac:chgData name="Gareth Thomson | Football Queensland" userId="45505d28-f665-4546-80c4-7c2d16b5a302" providerId="ADAL" clId="{554FE7FD-D18D-4BB5-A4B8-9C51F228B7BB}" dt="2024-11-04T03:02:01.921" v="2209"/>
          <ac:spMkLst>
            <pc:docMk/>
            <pc:sldMk cId="1030907932" sldId="1130"/>
            <ac:spMk id="1357" creationId="{D536135B-F54B-314F-0B00-C92AF39E965D}"/>
          </ac:spMkLst>
        </pc:spChg>
        <pc:spChg chg="mod">
          <ac:chgData name="Gareth Thomson | Football Queensland" userId="45505d28-f665-4546-80c4-7c2d16b5a302" providerId="ADAL" clId="{554FE7FD-D18D-4BB5-A4B8-9C51F228B7BB}" dt="2024-11-04T03:02:06.555" v="2211"/>
          <ac:spMkLst>
            <pc:docMk/>
            <pc:sldMk cId="1030907932" sldId="1130"/>
            <ac:spMk id="1359" creationId="{813FCAD3-BFE2-0678-A3BB-9EBFF686C0DC}"/>
          </ac:spMkLst>
        </pc:spChg>
        <pc:spChg chg="mod">
          <ac:chgData name="Gareth Thomson | Football Queensland" userId="45505d28-f665-4546-80c4-7c2d16b5a302" providerId="ADAL" clId="{554FE7FD-D18D-4BB5-A4B8-9C51F228B7BB}" dt="2024-11-04T03:02:06.555" v="2211"/>
          <ac:spMkLst>
            <pc:docMk/>
            <pc:sldMk cId="1030907932" sldId="1130"/>
            <ac:spMk id="1360" creationId="{C682FDB4-7470-5F07-351C-3C8EF8E5426B}"/>
          </ac:spMkLst>
        </pc:spChg>
        <pc:spChg chg="mod">
          <ac:chgData name="Gareth Thomson | Football Queensland" userId="45505d28-f665-4546-80c4-7c2d16b5a302" providerId="ADAL" clId="{554FE7FD-D18D-4BB5-A4B8-9C51F228B7BB}" dt="2024-11-04T03:02:06.555" v="2211"/>
          <ac:spMkLst>
            <pc:docMk/>
            <pc:sldMk cId="1030907932" sldId="1130"/>
            <ac:spMk id="1361" creationId="{49AD87DC-4F79-28B8-A505-8EDB270C88EF}"/>
          </ac:spMkLst>
        </pc:spChg>
        <pc:spChg chg="mod">
          <ac:chgData name="Gareth Thomson | Football Queensland" userId="45505d28-f665-4546-80c4-7c2d16b5a302" providerId="ADAL" clId="{554FE7FD-D18D-4BB5-A4B8-9C51F228B7BB}" dt="2024-11-04T03:02:06.555" v="2211"/>
          <ac:spMkLst>
            <pc:docMk/>
            <pc:sldMk cId="1030907932" sldId="1130"/>
            <ac:spMk id="1362" creationId="{D8A81DDD-2057-7F4C-87E7-E8296B385710}"/>
          </ac:spMkLst>
        </pc:spChg>
        <pc:spChg chg="add mod">
          <ac:chgData name="Gareth Thomson | Football Queensland" userId="45505d28-f665-4546-80c4-7c2d16b5a302" providerId="ADAL" clId="{554FE7FD-D18D-4BB5-A4B8-9C51F228B7BB}" dt="2024-11-04T03:02:37.120" v="2221" actId="1076"/>
          <ac:spMkLst>
            <pc:docMk/>
            <pc:sldMk cId="1030907932" sldId="1130"/>
            <ac:spMk id="1363" creationId="{6FD9C308-7C5C-6ADC-AD6B-C287E5306E12}"/>
          </ac:spMkLst>
        </pc:spChg>
        <pc:spChg chg="add mod">
          <ac:chgData name="Gareth Thomson | Football Queensland" userId="45505d28-f665-4546-80c4-7c2d16b5a302" providerId="ADAL" clId="{554FE7FD-D18D-4BB5-A4B8-9C51F228B7BB}" dt="2024-11-04T03:02:30.746" v="2220" actId="1076"/>
          <ac:spMkLst>
            <pc:docMk/>
            <pc:sldMk cId="1030907932" sldId="1130"/>
            <ac:spMk id="1364" creationId="{F966570A-4141-3512-7832-E4582857F601}"/>
          </ac:spMkLst>
        </pc:spChg>
        <pc:spChg chg="add del mod">
          <ac:chgData name="Gareth Thomson | Football Queensland" userId="45505d28-f665-4546-80c4-7c2d16b5a302" providerId="ADAL" clId="{554FE7FD-D18D-4BB5-A4B8-9C51F228B7BB}" dt="2024-11-04T11:42:19.905" v="8099" actId="478"/>
          <ac:spMkLst>
            <pc:docMk/>
            <pc:sldMk cId="1030907932" sldId="1130"/>
            <ac:spMk id="1365" creationId="{5A59667D-5BE9-BCA0-C0AA-B17D1A6251B4}"/>
          </ac:spMkLst>
        </pc:spChg>
        <pc:spChg chg="add mod">
          <ac:chgData name="Gareth Thomson | Football Queensland" userId="45505d28-f665-4546-80c4-7c2d16b5a302" providerId="ADAL" clId="{554FE7FD-D18D-4BB5-A4B8-9C51F228B7BB}" dt="2024-11-04T11:42:22.908" v="8100"/>
          <ac:spMkLst>
            <pc:docMk/>
            <pc:sldMk cId="1030907932" sldId="1130"/>
            <ac:spMk id="1366" creationId="{43401DFF-AA93-6AAD-E913-A8BF86D23497}"/>
          </ac:spMkLst>
        </pc:spChg>
        <pc:grpChg chg="add del mod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2" creationId="{2EDB22CD-B960-9C38-C29E-B04A773A962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14:35.837" v="328" actId="1076"/>
          <ac:grpSpMkLst>
            <pc:docMk/>
            <pc:sldMk cId="1030907932" sldId="1130"/>
            <ac:grpSpMk id="23" creationId="{39C17088-B24C-A728-6294-96BCE01DF42A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24" creationId="{D04D0D30-C130-FCC9-FAFC-E08992C7919C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25" creationId="{1659D360-CB2E-4E98-B88C-3D75065C108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10:14.151" v="208" actId="1076"/>
          <ac:grpSpMkLst>
            <pc:docMk/>
            <pc:sldMk cId="1030907932" sldId="1130"/>
            <ac:grpSpMk id="1026" creationId="{0F8A39C8-CD67-9A4B-344C-7713C26B4D25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35" creationId="{1EAE44AB-4153-FAC4-0096-F3182E4D7FC3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40" creationId="{2FA41563-DD13-7AD4-EA4D-93357D40363F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45" creationId="{5DEB0CB8-11F6-3BD4-6F6C-676442381813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50" creationId="{EA9FDD1C-EAF1-B0A9-09DD-F525BAE352DD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55" creationId="{2854BDBE-0EA0-D0E0-C166-A57BE9AB688D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60" creationId="{CC9F5948-8285-EE98-AB12-F94390B5EFE2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076" creationId="{1FDF11BA-8000-B024-9D2E-65EEDA0B08C4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081" creationId="{8D468F62-42AD-DE0F-71C8-E1FBAFE46B36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086" creationId="{355777F9-74FA-D038-176E-66DFBF014EA7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091" creationId="{674B839F-EDE9-2F2A-E425-C283F968DAB7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097" creationId="{7E31B3E6-286F-0869-9196-79CBDDF09A14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03" creationId="{9F310049-D472-8385-1C6B-04581039D8B8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09" creationId="{3926D4EA-8E71-0743-B60F-D9265CE62093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15" creationId="{93AA0111-C5C7-EB13-3D1A-58EA22EEFB11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21" creationId="{BC4457EB-64E0-B693-7120-BCD9464FB5B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10:09.702" v="206" actId="1076"/>
          <ac:grpSpMkLst>
            <pc:docMk/>
            <pc:sldMk cId="1030907932" sldId="1130"/>
            <ac:grpSpMk id="1128" creationId="{7379AF69-C6D2-298C-5F5D-2E71E90DF3D5}"/>
          </ac:grpSpMkLst>
        </pc:grpChg>
        <pc:grpChg chg="del">
          <ac:chgData name="Gareth Thomson | Football Queensland" userId="45505d28-f665-4546-80c4-7c2d16b5a302" providerId="ADAL" clId="{554FE7FD-D18D-4BB5-A4B8-9C51F228B7BB}" dt="2024-11-04T01:02:51.582" v="65" actId="478"/>
          <ac:grpSpMkLst>
            <pc:docMk/>
            <pc:sldMk cId="1030907932" sldId="1130"/>
            <ac:grpSpMk id="1133" creationId="{28AB53B2-6022-22D2-A302-7F481F54585C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38" creationId="{A2D5EC4A-E2A6-2BF8-814A-09D9BCFAF0C1}"/>
          </ac:grpSpMkLst>
        </pc:grpChg>
        <pc:grpChg chg="del">
          <ac:chgData name="Gareth Thomson | Football Queensland" userId="45505d28-f665-4546-80c4-7c2d16b5a302" providerId="ADAL" clId="{554FE7FD-D18D-4BB5-A4B8-9C51F228B7BB}" dt="2024-11-04T01:05:16.530" v="100" actId="478"/>
          <ac:grpSpMkLst>
            <pc:docMk/>
            <pc:sldMk cId="1030907932" sldId="1130"/>
            <ac:grpSpMk id="1143" creationId="{82B42161-D195-61D8-4533-FF42B769C84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10:02.239" v="203" actId="688"/>
          <ac:grpSpMkLst>
            <pc:docMk/>
            <pc:sldMk cId="1030907932" sldId="1130"/>
            <ac:grpSpMk id="1158" creationId="{A465FCDB-3C7B-944C-1C5C-A3895BCF34F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09:58.095" v="200" actId="688"/>
          <ac:grpSpMkLst>
            <pc:docMk/>
            <pc:sldMk cId="1030907932" sldId="1130"/>
            <ac:grpSpMk id="1166" creationId="{FE347B44-7C4B-54C6-D47C-8912E8DEF15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14:25.342" v="323" actId="1076"/>
          <ac:grpSpMkLst>
            <pc:docMk/>
            <pc:sldMk cId="1030907932" sldId="1130"/>
            <ac:grpSpMk id="1172" creationId="{F5589C14-1429-AA53-3D7E-36E9D27DAA1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09:39.087" v="191" actId="1076"/>
          <ac:grpSpMkLst>
            <pc:docMk/>
            <pc:sldMk cId="1030907932" sldId="1130"/>
            <ac:grpSpMk id="1178" creationId="{FFAE5E14-8212-36FA-5900-A8C74B05848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09:50.151" v="197" actId="1076"/>
          <ac:grpSpMkLst>
            <pc:docMk/>
            <pc:sldMk cId="1030907932" sldId="1130"/>
            <ac:grpSpMk id="1186" creationId="{BB81B625-77EE-ADEE-B9BB-33AF0B08801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1:21:08.784" v="804" actId="207"/>
          <ac:grpSpMkLst>
            <pc:docMk/>
            <pc:sldMk cId="1030907932" sldId="1130"/>
            <ac:grpSpMk id="1221" creationId="{3E08F28C-74F2-C679-65C4-98A28E54BC59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8:32.683" v="849" actId="1076"/>
          <ac:grpSpMkLst>
            <pc:docMk/>
            <pc:sldMk cId="1030907932" sldId="1130"/>
            <ac:grpSpMk id="1230" creationId="{DD4AC16C-B0CC-D65B-66DA-04200C7013D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8:41.832" v="851" actId="1076"/>
          <ac:grpSpMkLst>
            <pc:docMk/>
            <pc:sldMk cId="1030907932" sldId="1130"/>
            <ac:grpSpMk id="1236" creationId="{D5B94B67-E7E2-8D45-E9B3-0117DCECAAC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8:45.638" v="854" actId="688"/>
          <ac:grpSpMkLst>
            <pc:docMk/>
            <pc:sldMk cId="1030907932" sldId="1130"/>
            <ac:grpSpMk id="1242" creationId="{F7D8E76C-FB76-05E5-4494-84015BEB3C5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9:15.011" v="867" actId="1076"/>
          <ac:grpSpMkLst>
            <pc:docMk/>
            <pc:sldMk cId="1030907932" sldId="1130"/>
            <ac:grpSpMk id="1248" creationId="{F2BBF5DE-DBD4-751E-4721-15DE136399C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9:24.002" v="871" actId="688"/>
          <ac:grpSpMkLst>
            <pc:docMk/>
            <pc:sldMk cId="1030907932" sldId="1130"/>
            <ac:grpSpMk id="1254" creationId="{2C21F6F6-B780-F4D8-5734-EFA770B9312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9:30.307" v="874" actId="1076"/>
          <ac:grpSpMkLst>
            <pc:docMk/>
            <pc:sldMk cId="1030907932" sldId="1130"/>
            <ac:grpSpMk id="1260" creationId="{3A051DE3-F1C4-1A1E-7E71-CDC0C4F0740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9:34.208" v="877" actId="688"/>
          <ac:grpSpMkLst>
            <pc:docMk/>
            <pc:sldMk cId="1030907932" sldId="1130"/>
            <ac:grpSpMk id="1266" creationId="{024F5699-D42C-44E9-1D4F-C388495D49F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29:40.266" v="880" actId="1076"/>
          <ac:grpSpMkLst>
            <pc:docMk/>
            <pc:sldMk cId="1030907932" sldId="1130"/>
            <ac:grpSpMk id="1272" creationId="{DEE34965-079D-58A0-CD65-1C5666A3C31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6:57.994" v="1547" actId="688"/>
          <ac:grpSpMkLst>
            <pc:docMk/>
            <pc:sldMk cId="1030907932" sldId="1130"/>
            <ac:grpSpMk id="1292" creationId="{53646CD3-FE9A-999D-F374-32A286C7EEA0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7:07.839" v="1553" actId="688"/>
          <ac:grpSpMkLst>
            <pc:docMk/>
            <pc:sldMk cId="1030907932" sldId="1130"/>
            <ac:grpSpMk id="1297" creationId="{4F275A5E-6149-FA72-B778-435ADBD5E34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7:01.546" v="1549" actId="688"/>
          <ac:grpSpMkLst>
            <pc:docMk/>
            <pc:sldMk cId="1030907932" sldId="1130"/>
            <ac:grpSpMk id="1302" creationId="{3F0D0013-2C08-E85C-9FC7-4D2F7F892323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7:04.711" v="1551" actId="688"/>
          <ac:grpSpMkLst>
            <pc:docMk/>
            <pc:sldMk cId="1030907932" sldId="1130"/>
            <ac:grpSpMk id="1307" creationId="{000342E7-F979-70CA-33F2-498598923AF3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2:36:29.033" v="1532" actId="478"/>
          <ac:grpSpMkLst>
            <pc:docMk/>
            <pc:sldMk cId="1030907932" sldId="1130"/>
            <ac:grpSpMk id="1312" creationId="{F9755E41-1190-7919-1249-D9D09276E803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6:40.129" v="1536" actId="1076"/>
          <ac:grpSpMkLst>
            <pc:docMk/>
            <pc:sldMk cId="1030907932" sldId="1130"/>
            <ac:grpSpMk id="1317" creationId="{A5534155-DDF9-D576-793A-58C146C28A1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6:42.827" v="1538" actId="1076"/>
          <ac:grpSpMkLst>
            <pc:docMk/>
            <pc:sldMk cId="1030907932" sldId="1130"/>
            <ac:grpSpMk id="1322" creationId="{1E949FF8-C52E-E278-FD3B-B0F0F59A0BE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6:47.944" v="1541" actId="688"/>
          <ac:grpSpMkLst>
            <pc:docMk/>
            <pc:sldMk cId="1030907932" sldId="1130"/>
            <ac:grpSpMk id="1327" creationId="{9A5FC2C5-70B5-B960-2378-02103D07D931}"/>
          </ac:grpSpMkLst>
        </pc:grpChg>
        <pc:grpChg chg="add mod">
          <ac:chgData name="Gareth Thomson | Football Queensland" userId="45505d28-f665-4546-80c4-7c2d16b5a302" providerId="ADAL" clId="{554FE7FD-D18D-4BB5-A4B8-9C51F228B7BB}" dt="2024-11-04T02:37:11.169" v="1555" actId="688"/>
          <ac:grpSpMkLst>
            <pc:docMk/>
            <pc:sldMk cId="1030907932" sldId="1130"/>
            <ac:grpSpMk id="1332" creationId="{B19E7713-E0D2-9D18-61B4-E920F8EF7191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02:05.875" v="2210" actId="1076"/>
          <ac:grpSpMkLst>
            <pc:docMk/>
            <pc:sldMk cId="1030907932" sldId="1130"/>
            <ac:grpSpMk id="1353" creationId="{3D6CA2DE-EB7A-B934-7B1A-F1E533A63743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02:10.756" v="2212" actId="1076"/>
          <ac:grpSpMkLst>
            <pc:docMk/>
            <pc:sldMk cId="1030907932" sldId="1130"/>
            <ac:grpSpMk id="1358" creationId="{D98F6229-852F-9F1D-B116-3614177A805B}"/>
          </ac:grpSpMkLst>
        </pc:grpChg>
        <pc:picChg chg="mod">
          <ac:chgData name="Gareth Thomson | Football Queensland" userId="45505d28-f665-4546-80c4-7c2d16b5a302" providerId="ADAL" clId="{554FE7FD-D18D-4BB5-A4B8-9C51F228B7BB}" dt="2024-11-04T01:20:20.176" v="791" actId="14100"/>
          <ac:picMkLst>
            <pc:docMk/>
            <pc:sldMk cId="1030907932" sldId="1130"/>
            <ac:picMk id="8" creationId="{59F27579-0797-676D-398F-6AF5F3C98629}"/>
          </ac:picMkLst>
        </pc:picChg>
        <pc:picChg chg="del">
          <ac:chgData name="Gareth Thomson | Football Queensland" userId="45505d28-f665-4546-80c4-7c2d16b5a302" providerId="ADAL" clId="{554FE7FD-D18D-4BB5-A4B8-9C51F228B7BB}" dt="2024-11-04T01:02:45.298" v="64" actId="478"/>
          <ac:picMkLst>
            <pc:docMk/>
            <pc:sldMk cId="1030907932" sldId="1130"/>
            <ac:picMk id="1033" creationId="{BE50C74B-4366-3AA6-47DD-656DAC0BE13C}"/>
          </ac:picMkLst>
        </pc:picChg>
        <pc:picChg chg="del">
          <ac:chgData name="Gareth Thomson | Football Queensland" userId="45505d28-f665-4546-80c4-7c2d16b5a302" providerId="ADAL" clId="{554FE7FD-D18D-4BB5-A4B8-9C51F228B7BB}" dt="2024-11-04T01:05:29.754" v="108" actId="478"/>
          <ac:picMkLst>
            <pc:docMk/>
            <pc:sldMk cId="1030907932" sldId="1130"/>
            <ac:picMk id="1066" creationId="{ED901B1C-44A6-145A-5CB0-E46B7F844113}"/>
          </ac:picMkLst>
        </pc:picChg>
        <pc:picChg chg="del mod">
          <ac:chgData name="Gareth Thomson | Football Queensland" userId="45505d28-f665-4546-80c4-7c2d16b5a302" providerId="ADAL" clId="{554FE7FD-D18D-4BB5-A4B8-9C51F228B7BB}" dt="2024-11-04T01:05:27.631" v="105" actId="478"/>
          <ac:picMkLst>
            <pc:docMk/>
            <pc:sldMk cId="1030907932" sldId="1130"/>
            <ac:picMk id="1067" creationId="{4C4756F9-BDAA-214D-3AB0-A01197608B3D}"/>
          </ac:picMkLst>
        </pc:picChg>
        <pc:picChg chg="del">
          <ac:chgData name="Gareth Thomson | Football Queensland" userId="45505d28-f665-4546-80c4-7c2d16b5a302" providerId="ADAL" clId="{554FE7FD-D18D-4BB5-A4B8-9C51F228B7BB}" dt="2024-11-04T01:05:28.171" v="106" actId="478"/>
          <ac:picMkLst>
            <pc:docMk/>
            <pc:sldMk cId="1030907932" sldId="1130"/>
            <ac:picMk id="1068" creationId="{846C5161-4233-127F-B09D-80B11C799831}"/>
          </ac:picMkLst>
        </pc:picChg>
        <pc:picChg chg="del">
          <ac:chgData name="Gareth Thomson | Football Queensland" userId="45505d28-f665-4546-80c4-7c2d16b5a302" providerId="ADAL" clId="{554FE7FD-D18D-4BB5-A4B8-9C51F228B7BB}" dt="2024-11-04T01:05:28.905" v="107" actId="478"/>
          <ac:picMkLst>
            <pc:docMk/>
            <pc:sldMk cId="1030907932" sldId="1130"/>
            <ac:picMk id="1069" creationId="{C1F28B87-04B2-C751-A22C-07494CFD39DF}"/>
          </ac:picMkLst>
        </pc:picChg>
        <pc:picChg chg="del">
          <ac:chgData name="Gareth Thomson | Football Queensland" userId="45505d28-f665-4546-80c4-7c2d16b5a302" providerId="ADAL" clId="{554FE7FD-D18D-4BB5-A4B8-9C51F228B7BB}" dt="2024-11-04T01:02:51.582" v="65" actId="478"/>
          <ac:picMkLst>
            <pc:docMk/>
            <pc:sldMk cId="1030907932" sldId="1130"/>
            <ac:picMk id="1150" creationId="{43B5C3D8-8271-2B9A-17DF-80F874460A11}"/>
          </ac:picMkLst>
        </pc:picChg>
        <pc:picChg chg="add mod modCrop">
          <ac:chgData name="Gareth Thomson | Football Queensland" userId="45505d28-f665-4546-80c4-7c2d16b5a302" providerId="ADAL" clId="{554FE7FD-D18D-4BB5-A4B8-9C51F228B7BB}" dt="2024-11-04T02:36:01.201" v="1514" actId="1076"/>
          <ac:picMkLst>
            <pc:docMk/>
            <pc:sldMk cId="1030907932" sldId="1130"/>
            <ac:picMk id="1290" creationId="{4851551D-2FF9-6536-9D14-269D93045665}"/>
          </ac:picMkLst>
        </pc:picChg>
        <pc:picChg chg="add mod">
          <ac:chgData name="Gareth Thomson | Football Queensland" userId="45505d28-f665-4546-80c4-7c2d16b5a302" providerId="ADAL" clId="{554FE7FD-D18D-4BB5-A4B8-9C51F228B7BB}" dt="2024-11-04T02:35:56.777" v="1513" actId="1076"/>
          <ac:picMkLst>
            <pc:docMk/>
            <pc:sldMk cId="1030907932" sldId="1130"/>
            <ac:picMk id="1291" creationId="{36A59C48-9D2A-EAC6-B8E7-25226A7D785F}"/>
          </ac:picMkLst>
        </pc:picChg>
        <pc:cxnChg chg="del">
          <ac:chgData name="Gareth Thomson | Football Queensland" userId="45505d28-f665-4546-80c4-7c2d16b5a302" providerId="ADAL" clId="{554FE7FD-D18D-4BB5-A4B8-9C51F228B7BB}" dt="2024-11-04T01:05:23.355" v="103" actId="478"/>
          <ac:cxnSpMkLst>
            <pc:docMk/>
            <pc:sldMk cId="1030907932" sldId="1130"/>
            <ac:cxnSpMk id="1156" creationId="{7E6ADF5A-742D-1D4A-4438-335718A1AC5C}"/>
          </ac:cxnSpMkLst>
        </pc:cxnChg>
        <pc:cxnChg chg="del">
          <ac:chgData name="Gareth Thomson | Football Queensland" userId="45505d28-f665-4546-80c4-7c2d16b5a302" providerId="ADAL" clId="{554FE7FD-D18D-4BB5-A4B8-9C51F228B7BB}" dt="2024-11-04T01:05:23.355" v="103" actId="478"/>
          <ac:cxnSpMkLst>
            <pc:docMk/>
            <pc:sldMk cId="1030907932" sldId="1130"/>
            <ac:cxnSpMk id="1157" creationId="{9F223A85-8FED-6526-6032-C47B2F244280}"/>
          </ac:cxnSpMkLst>
        </pc:cxnChg>
        <pc:cxnChg chg="del">
          <ac:chgData name="Gareth Thomson | Football Queensland" userId="45505d28-f665-4546-80c4-7c2d16b5a302" providerId="ADAL" clId="{554FE7FD-D18D-4BB5-A4B8-9C51F228B7BB}" dt="2024-11-04T01:05:16.530" v="100" actId="478"/>
          <ac:cxnSpMkLst>
            <pc:docMk/>
            <pc:sldMk cId="1030907932" sldId="1130"/>
            <ac:cxnSpMk id="1159" creationId="{E8F36953-FD65-9D22-5FAF-14C55CDAA180}"/>
          </ac:cxnSpMkLst>
        </pc:cxnChg>
        <pc:cxnChg chg="del">
          <ac:chgData name="Gareth Thomson | Football Queensland" userId="45505d28-f665-4546-80c4-7c2d16b5a302" providerId="ADAL" clId="{554FE7FD-D18D-4BB5-A4B8-9C51F228B7BB}" dt="2024-11-04T01:05:16.530" v="100" actId="478"/>
          <ac:cxnSpMkLst>
            <pc:docMk/>
            <pc:sldMk cId="1030907932" sldId="1130"/>
            <ac:cxnSpMk id="1162" creationId="{5FAC570A-8239-882F-2465-244507ECE30B}"/>
          </ac:cxnSpMkLst>
        </pc:cxnChg>
        <pc:cxnChg chg="add mod">
          <ac:chgData name="Gareth Thomson | Football Queensland" userId="45505d28-f665-4546-80c4-7c2d16b5a302" providerId="ADAL" clId="{554FE7FD-D18D-4BB5-A4B8-9C51F228B7BB}" dt="2024-11-04T02:30:28.417" v="903" actId="14100"/>
          <ac:cxnSpMkLst>
            <pc:docMk/>
            <pc:sldMk cId="1030907932" sldId="1130"/>
            <ac:cxnSpMk id="1279" creationId="{4F73C61B-1FFC-0FC2-CBE8-2EC21DFCFB34}"/>
          </ac:cxnSpMkLst>
        </pc:cxnChg>
        <pc:cxnChg chg="add mod">
          <ac:chgData name="Gareth Thomson | Football Queensland" userId="45505d28-f665-4546-80c4-7c2d16b5a302" providerId="ADAL" clId="{554FE7FD-D18D-4BB5-A4B8-9C51F228B7BB}" dt="2024-11-04T02:30:33.673" v="906" actId="14100"/>
          <ac:cxnSpMkLst>
            <pc:docMk/>
            <pc:sldMk cId="1030907932" sldId="1130"/>
            <ac:cxnSpMk id="1281" creationId="{F918D47C-1A6E-87EF-FB18-10E25FA18153}"/>
          </ac:cxnSpMkLst>
        </pc:cxnChg>
        <pc:cxnChg chg="add mod">
          <ac:chgData name="Gareth Thomson | Football Queensland" userId="45505d28-f665-4546-80c4-7c2d16b5a302" providerId="ADAL" clId="{554FE7FD-D18D-4BB5-A4B8-9C51F228B7BB}" dt="2024-11-04T02:30:37.961" v="909" actId="14100"/>
          <ac:cxnSpMkLst>
            <pc:docMk/>
            <pc:sldMk cId="1030907932" sldId="1130"/>
            <ac:cxnSpMk id="1283" creationId="{C1BE4416-6F44-63D1-E7B5-BCDBCCF7B616}"/>
          </ac:cxnSpMkLst>
        </pc:cxnChg>
        <pc:cxnChg chg="add mod">
          <ac:chgData name="Gareth Thomson | Football Queensland" userId="45505d28-f665-4546-80c4-7c2d16b5a302" providerId="ADAL" clId="{554FE7FD-D18D-4BB5-A4B8-9C51F228B7BB}" dt="2024-11-04T02:39:10.292" v="1608" actId="692"/>
          <ac:cxnSpMkLst>
            <pc:docMk/>
            <pc:sldMk cId="1030907932" sldId="1130"/>
            <ac:cxnSpMk id="1351" creationId="{AB7F1679-74CC-72F9-482D-38EC99B0305F}"/>
          </ac:cxnSpMkLst>
        </pc:cxnChg>
        <pc:cxnChg chg="add mod">
          <ac:chgData name="Gareth Thomson | Football Queensland" userId="45505d28-f665-4546-80c4-7c2d16b5a302" providerId="ADAL" clId="{554FE7FD-D18D-4BB5-A4B8-9C51F228B7BB}" dt="2024-11-04T02:39:19.736" v="1633" actId="692"/>
          <ac:cxnSpMkLst>
            <pc:docMk/>
            <pc:sldMk cId="1030907932" sldId="1130"/>
            <ac:cxnSpMk id="1352" creationId="{34D216A0-806E-2EFA-4DF0-67CDAA6971EA}"/>
          </ac:cxnSpMkLst>
        </pc:cxnChg>
      </pc:sldChg>
      <pc:sldChg chg="del">
        <pc:chgData name="Gareth Thomson | Football Queensland" userId="45505d28-f665-4546-80c4-7c2d16b5a302" providerId="ADAL" clId="{554FE7FD-D18D-4BB5-A4B8-9C51F228B7BB}" dt="2024-11-04T01:04:32.921" v="86" actId="47"/>
        <pc:sldMkLst>
          <pc:docMk/>
          <pc:sldMk cId="182068888" sldId="1131"/>
        </pc:sldMkLst>
      </pc:sldChg>
      <pc:sldChg chg="addSp delSp modSp add mod">
        <pc:chgData name="Gareth Thomson | Football Queensland" userId="45505d28-f665-4546-80c4-7c2d16b5a302" providerId="ADAL" clId="{554FE7FD-D18D-4BB5-A4B8-9C51F228B7BB}" dt="2024-11-04T11:43:28.113" v="8120"/>
        <pc:sldMkLst>
          <pc:docMk/>
          <pc:sldMk cId="2257159162" sldId="1131"/>
        </pc:sldMkLst>
        <pc:spChg chg="mod ord">
          <ac:chgData name="Gareth Thomson | Football Queensland" userId="45505d28-f665-4546-80c4-7c2d16b5a302" providerId="ADAL" clId="{554FE7FD-D18D-4BB5-A4B8-9C51F228B7BB}" dt="2024-11-04T11:35:01.854" v="8062" actId="20577"/>
          <ac:spMkLst>
            <pc:docMk/>
            <pc:sldMk cId="2257159162" sldId="1131"/>
            <ac:spMk id="3" creationId="{2CB09D16-8929-D682-7F80-576F2A75C990}"/>
          </ac:spMkLst>
        </pc:spChg>
        <pc:spChg chg="mod">
          <ac:chgData name="Gareth Thomson | Football Queensland" userId="45505d28-f665-4546-80c4-7c2d16b5a302" providerId="ADAL" clId="{554FE7FD-D18D-4BB5-A4B8-9C51F228B7BB}" dt="2024-11-04T07:09:10.183" v="4614" actId="20577"/>
          <ac:spMkLst>
            <pc:docMk/>
            <pc:sldMk cId="2257159162" sldId="1131"/>
            <ac:spMk id="4" creationId="{CD8A4C7C-8D9D-68AA-EDB7-2A564E4014B5}"/>
          </ac:spMkLst>
        </pc:spChg>
        <pc:spChg chg="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5" creationId="{A6D07CDA-7C6D-B962-DC7E-BB5BA98354B2}"/>
          </ac:spMkLst>
        </pc:spChg>
        <pc:spChg chg="del mod">
          <ac:chgData name="Gareth Thomson | Football Queensland" userId="45505d28-f665-4546-80c4-7c2d16b5a302" providerId="ADAL" clId="{554FE7FD-D18D-4BB5-A4B8-9C51F228B7BB}" dt="2024-11-04T05:31:42.639" v="2908" actId="478"/>
          <ac:spMkLst>
            <pc:docMk/>
            <pc:sldMk cId="2257159162" sldId="1131"/>
            <ac:spMk id="6" creationId="{D386C372-6075-E54A-1F6C-4C8147677FF3}"/>
          </ac:spMkLst>
        </pc:spChg>
        <pc:spChg chg="del">
          <ac:chgData name="Gareth Thomson | Football Queensland" userId="45505d28-f665-4546-80c4-7c2d16b5a302" providerId="ADAL" clId="{554FE7FD-D18D-4BB5-A4B8-9C51F228B7BB}" dt="2024-11-04T05:31:42.639" v="2908" actId="478"/>
          <ac:spMkLst>
            <pc:docMk/>
            <pc:sldMk cId="2257159162" sldId="1131"/>
            <ac:spMk id="7" creationId="{C4BFB0FF-B6A9-27AA-F82B-E49D832F4E28}"/>
          </ac:spMkLst>
        </pc:spChg>
        <pc:spChg chg="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10" creationId="{30A00E7F-80EB-0CCA-7C19-4B67200C9FEE}"/>
          </ac:spMkLst>
        </pc:spChg>
        <pc:spChg chg="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11" creationId="{DFC01C55-C05D-84BC-E2AE-6B638F6FF28A}"/>
          </ac:spMkLst>
        </pc:spChg>
        <pc:spChg chg="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12" creationId="{5D233A9C-0738-90F9-B28D-9F5AAF09AE05}"/>
          </ac:spMkLst>
        </pc:spChg>
        <pc:spChg chg="add 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13" creationId="{EC08F070-7096-5FF7-081D-065DA8961F40}"/>
          </ac:spMkLst>
        </pc:spChg>
        <pc:spChg chg="add mod">
          <ac:chgData name="Gareth Thomson | Football Queensland" userId="45505d28-f665-4546-80c4-7c2d16b5a302" providerId="ADAL" clId="{554FE7FD-D18D-4BB5-A4B8-9C51F228B7BB}" dt="2024-11-04T03:27:21.786" v="2318"/>
          <ac:spMkLst>
            <pc:docMk/>
            <pc:sldMk cId="2257159162" sldId="1131"/>
            <ac:spMk id="14" creationId="{6356F01D-4110-D109-1430-80F738795683}"/>
          </ac:spMkLst>
        </pc:spChg>
        <pc:spChg chg="add del mod">
          <ac:chgData name="Gareth Thomson | Football Queensland" userId="45505d28-f665-4546-80c4-7c2d16b5a302" providerId="ADAL" clId="{554FE7FD-D18D-4BB5-A4B8-9C51F228B7BB}" dt="2024-11-04T03:27:36.721" v="2320" actId="478"/>
          <ac:spMkLst>
            <pc:docMk/>
            <pc:sldMk cId="2257159162" sldId="1131"/>
            <ac:spMk id="15" creationId="{22B5E8CB-3C71-A61B-4BFE-7FFE61F24B29}"/>
          </ac:spMkLst>
        </pc:spChg>
        <pc:spChg chg="add mod">
          <ac:chgData name="Gareth Thomson | Football Queensland" userId="45505d28-f665-4546-80c4-7c2d16b5a302" providerId="ADAL" clId="{554FE7FD-D18D-4BB5-A4B8-9C51F228B7BB}" dt="2024-11-04T03:27:29.431" v="2319"/>
          <ac:spMkLst>
            <pc:docMk/>
            <pc:sldMk cId="2257159162" sldId="1131"/>
            <ac:spMk id="17" creationId="{A258CBAB-F6EE-5A68-2956-C3E353C9801D}"/>
          </ac:spMkLst>
        </pc:spChg>
        <pc:spChg chg="del">
          <ac:chgData name="Gareth Thomson | Football Queensland" userId="45505d28-f665-4546-80c4-7c2d16b5a302" providerId="ADAL" clId="{554FE7FD-D18D-4BB5-A4B8-9C51F228B7BB}" dt="2024-11-04T05:31:42.639" v="2908" actId="478"/>
          <ac:spMkLst>
            <pc:docMk/>
            <pc:sldMk cId="2257159162" sldId="1131"/>
            <ac:spMk id="20" creationId="{71B50CC0-7497-D822-4B3D-24D5D4222936}"/>
          </ac:spMkLst>
        </pc:spChg>
        <pc:spChg chg="add mod">
          <ac:chgData name="Gareth Thomson | Football Queensland" userId="45505d28-f665-4546-80c4-7c2d16b5a302" providerId="ADAL" clId="{554FE7FD-D18D-4BB5-A4B8-9C51F228B7BB}" dt="2024-11-04T03:27:29.431" v="2319"/>
          <ac:spMkLst>
            <pc:docMk/>
            <pc:sldMk cId="2257159162" sldId="1131"/>
            <ac:spMk id="21" creationId="{2D0DA24E-48E0-2B77-AF3D-EE35698BE783}"/>
          </ac:spMkLst>
        </pc:spChg>
        <pc:spChg chg="add mod">
          <ac:chgData name="Gareth Thomson | Football Queensland" userId="45505d28-f665-4546-80c4-7c2d16b5a302" providerId="ADAL" clId="{554FE7FD-D18D-4BB5-A4B8-9C51F228B7BB}" dt="2024-11-04T03:27:29.431" v="2319"/>
          <ac:spMkLst>
            <pc:docMk/>
            <pc:sldMk cId="2257159162" sldId="1131"/>
            <ac:spMk id="22" creationId="{2E4BCCC7-9458-C9D0-87E0-11312B6C4240}"/>
          </ac:spMkLst>
        </pc:spChg>
        <pc:spChg chg="mod">
          <ac:chgData name="Gareth Thomson | Football Queensland" userId="45505d28-f665-4546-80c4-7c2d16b5a302" providerId="ADAL" clId="{554FE7FD-D18D-4BB5-A4B8-9C51F228B7BB}" dt="2024-11-04T03:27:40.465" v="2321"/>
          <ac:spMkLst>
            <pc:docMk/>
            <pc:sldMk cId="2257159162" sldId="1131"/>
            <ac:spMk id="25" creationId="{EE30ADDC-4CC9-C879-A879-12FE66DDD8B0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30" creationId="{33D9C85D-88DF-63D4-A55B-D57C5C038958}"/>
          </ac:spMkLst>
        </pc:spChg>
        <pc:spChg chg="mod">
          <ac:chgData name="Gareth Thomson | Football Queensland" userId="45505d28-f665-4546-80c4-7c2d16b5a302" providerId="ADAL" clId="{554FE7FD-D18D-4BB5-A4B8-9C51F228B7BB}" dt="2024-11-04T03:27:40.465" v="2321"/>
          <ac:spMkLst>
            <pc:docMk/>
            <pc:sldMk cId="2257159162" sldId="1131"/>
            <ac:spMk id="31" creationId="{C29772FC-6813-9A38-3F0F-7A2BEA5BA877}"/>
          </ac:spMkLst>
        </pc:spChg>
        <pc:spChg chg="mod">
          <ac:chgData name="Gareth Thomson | Football Queensland" userId="45505d28-f665-4546-80c4-7c2d16b5a302" providerId="ADAL" clId="{554FE7FD-D18D-4BB5-A4B8-9C51F228B7BB}" dt="2024-11-04T03:30:50.843" v="2353"/>
          <ac:spMkLst>
            <pc:docMk/>
            <pc:sldMk cId="2257159162" sldId="1131"/>
            <ac:spMk id="1024" creationId="{697C4CCD-27C0-6CD0-871B-476A54E8E959}"/>
          </ac:spMkLst>
        </pc:spChg>
        <pc:spChg chg="mod">
          <ac:chgData name="Gareth Thomson | Football Queensland" userId="45505d28-f665-4546-80c4-7c2d16b5a302" providerId="ADAL" clId="{554FE7FD-D18D-4BB5-A4B8-9C51F228B7BB}" dt="2024-11-04T03:30:50.843" v="2353"/>
          <ac:spMkLst>
            <pc:docMk/>
            <pc:sldMk cId="2257159162" sldId="1131"/>
            <ac:spMk id="1025" creationId="{4F0E9CC4-69FE-C031-838D-FD2CDB5504FA}"/>
          </ac:spMkLst>
        </pc:spChg>
        <pc:spChg chg="add mod ord">
          <ac:chgData name="Gareth Thomson | Football Queensland" userId="45505d28-f665-4546-80c4-7c2d16b5a302" providerId="ADAL" clId="{554FE7FD-D18D-4BB5-A4B8-9C51F228B7BB}" dt="2024-11-04T03:31:46.506" v="2363" actId="166"/>
          <ac:spMkLst>
            <pc:docMk/>
            <pc:sldMk cId="2257159162" sldId="1131"/>
            <ac:spMk id="1027" creationId="{9C9BB362-3F21-15FD-C373-A3AABDE8496E}"/>
          </ac:spMkLst>
        </pc:spChg>
        <pc:spChg chg="add mod">
          <ac:chgData name="Gareth Thomson | Football Queensland" userId="45505d28-f665-4546-80c4-7c2d16b5a302" providerId="ADAL" clId="{554FE7FD-D18D-4BB5-A4B8-9C51F228B7BB}" dt="2024-11-04T03:32:19.935" v="2369" actId="1076"/>
          <ac:spMkLst>
            <pc:docMk/>
            <pc:sldMk cId="2257159162" sldId="1131"/>
            <ac:spMk id="1028" creationId="{DC76A315-361E-FCF8-BB74-3E1ABCB66336}"/>
          </ac:spMkLst>
        </pc:spChg>
        <pc:spChg chg="add mod">
          <ac:chgData name="Gareth Thomson | Football Queensland" userId="45505d28-f665-4546-80c4-7c2d16b5a302" providerId="ADAL" clId="{554FE7FD-D18D-4BB5-A4B8-9C51F228B7BB}" dt="2024-11-04T03:32:19.935" v="2369" actId="1076"/>
          <ac:spMkLst>
            <pc:docMk/>
            <pc:sldMk cId="2257159162" sldId="1131"/>
            <ac:spMk id="1029" creationId="{ACB38401-20A9-1A1C-9851-3AA9D66E7DB5}"/>
          </ac:spMkLst>
        </pc:spChg>
        <pc:spChg chg="mod">
          <ac:chgData name="Gareth Thomson | Football Queensland" userId="45505d28-f665-4546-80c4-7c2d16b5a302" providerId="ADAL" clId="{554FE7FD-D18D-4BB5-A4B8-9C51F228B7BB}" dt="2024-11-04T03:32:32.982" v="2370"/>
          <ac:spMkLst>
            <pc:docMk/>
            <pc:sldMk cId="2257159162" sldId="1131"/>
            <ac:spMk id="1031" creationId="{70C61C61-6DBB-5DDE-ADF4-B361528576EB}"/>
          </ac:spMkLst>
        </pc:spChg>
        <pc:spChg chg="mod">
          <ac:chgData name="Gareth Thomson | Football Queensland" userId="45505d28-f665-4546-80c4-7c2d16b5a302" providerId="ADAL" clId="{554FE7FD-D18D-4BB5-A4B8-9C51F228B7BB}" dt="2024-11-04T03:32:32.982" v="2370"/>
          <ac:spMkLst>
            <pc:docMk/>
            <pc:sldMk cId="2257159162" sldId="1131"/>
            <ac:spMk id="1033" creationId="{21ACB9E4-E3F2-70EE-19DC-9E8F8EA0B5A4}"/>
          </ac:spMkLst>
        </pc:spChg>
        <pc:spChg chg="mod">
          <ac:chgData name="Gareth Thomson | Football Queensland" userId="45505d28-f665-4546-80c4-7c2d16b5a302" providerId="ADAL" clId="{554FE7FD-D18D-4BB5-A4B8-9C51F228B7BB}" dt="2024-11-04T03:32:32.982" v="2370"/>
          <ac:spMkLst>
            <pc:docMk/>
            <pc:sldMk cId="2257159162" sldId="1131"/>
            <ac:spMk id="1035" creationId="{3DF02A08-265E-DFC9-E360-CBFB3494CCA6}"/>
          </ac:spMkLst>
        </pc:spChg>
        <pc:spChg chg="mod">
          <ac:chgData name="Gareth Thomson | Football Queensland" userId="45505d28-f665-4546-80c4-7c2d16b5a302" providerId="ADAL" clId="{554FE7FD-D18D-4BB5-A4B8-9C51F228B7BB}" dt="2024-11-04T03:32:32.982" v="2370"/>
          <ac:spMkLst>
            <pc:docMk/>
            <pc:sldMk cId="2257159162" sldId="1131"/>
            <ac:spMk id="1036" creationId="{BED8AA2B-751B-9AD6-ED33-620DA52C23D6}"/>
          </ac:spMkLst>
        </pc:spChg>
        <pc:spChg chg="add mod">
          <ac:chgData name="Gareth Thomson | Football Queensland" userId="45505d28-f665-4546-80c4-7c2d16b5a302" providerId="ADAL" clId="{554FE7FD-D18D-4BB5-A4B8-9C51F228B7BB}" dt="2024-11-04T03:34:51.664" v="2410" actId="1076"/>
          <ac:spMkLst>
            <pc:docMk/>
            <pc:sldMk cId="2257159162" sldId="1131"/>
            <ac:spMk id="1037" creationId="{F607B699-072B-E8D2-D55E-475373DF0E85}"/>
          </ac:spMkLst>
        </pc:spChg>
        <pc:spChg chg="add mod">
          <ac:chgData name="Gareth Thomson | Football Queensland" userId="45505d28-f665-4546-80c4-7c2d16b5a302" providerId="ADAL" clId="{554FE7FD-D18D-4BB5-A4B8-9C51F228B7BB}" dt="2024-11-04T03:34:41.454" v="2409" actId="14100"/>
          <ac:spMkLst>
            <pc:docMk/>
            <pc:sldMk cId="2257159162" sldId="1131"/>
            <ac:spMk id="1038" creationId="{44F43E97-4918-243F-6AF8-10A080DC3805}"/>
          </ac:spMkLst>
        </pc:spChg>
        <pc:spChg chg="mod">
          <ac:chgData name="Gareth Thomson | Football Queensland" userId="45505d28-f665-4546-80c4-7c2d16b5a302" providerId="ADAL" clId="{554FE7FD-D18D-4BB5-A4B8-9C51F228B7BB}" dt="2024-11-04T03:32:55.881" v="2379"/>
          <ac:spMkLst>
            <pc:docMk/>
            <pc:sldMk cId="2257159162" sldId="1131"/>
            <ac:spMk id="1040" creationId="{45091A2A-D282-F1F2-CFE7-56A7EB1B6132}"/>
          </ac:spMkLst>
        </pc:spChg>
        <pc:spChg chg="mod">
          <ac:chgData name="Gareth Thomson | Football Queensland" userId="45505d28-f665-4546-80c4-7c2d16b5a302" providerId="ADAL" clId="{554FE7FD-D18D-4BB5-A4B8-9C51F228B7BB}" dt="2024-11-04T03:32:55.881" v="2379"/>
          <ac:spMkLst>
            <pc:docMk/>
            <pc:sldMk cId="2257159162" sldId="1131"/>
            <ac:spMk id="1041" creationId="{80858CCF-8966-5C51-0EF5-A85B167C34AC}"/>
          </ac:spMkLst>
        </pc:spChg>
        <pc:spChg chg="mod">
          <ac:chgData name="Gareth Thomson | Football Queensland" userId="45505d28-f665-4546-80c4-7c2d16b5a302" providerId="ADAL" clId="{554FE7FD-D18D-4BB5-A4B8-9C51F228B7BB}" dt="2024-11-04T03:32:55.881" v="2379"/>
          <ac:spMkLst>
            <pc:docMk/>
            <pc:sldMk cId="2257159162" sldId="1131"/>
            <ac:spMk id="1042" creationId="{C4974D31-4C27-7E0E-E684-869C3ADAC71C}"/>
          </ac:spMkLst>
        </pc:spChg>
        <pc:spChg chg="mod">
          <ac:chgData name="Gareth Thomson | Football Queensland" userId="45505d28-f665-4546-80c4-7c2d16b5a302" providerId="ADAL" clId="{554FE7FD-D18D-4BB5-A4B8-9C51F228B7BB}" dt="2024-11-04T03:32:55.881" v="2379"/>
          <ac:spMkLst>
            <pc:docMk/>
            <pc:sldMk cId="2257159162" sldId="1131"/>
            <ac:spMk id="1043" creationId="{38D81086-2857-C64A-D5E8-0B49B7497E9C}"/>
          </ac:spMkLst>
        </pc:spChg>
        <pc:spChg chg="add mod">
          <ac:chgData name="Gareth Thomson | Football Queensland" userId="45505d28-f665-4546-80c4-7c2d16b5a302" providerId="ADAL" clId="{554FE7FD-D18D-4BB5-A4B8-9C51F228B7BB}" dt="2024-11-04T03:34:25.855" v="2405" actId="1076"/>
          <ac:spMkLst>
            <pc:docMk/>
            <pc:sldMk cId="2257159162" sldId="1131"/>
            <ac:spMk id="1044" creationId="{EE5BA9EA-352F-03C4-CDAC-063FD620A8BA}"/>
          </ac:spMkLst>
        </pc:spChg>
        <pc:spChg chg="mod">
          <ac:chgData name="Gareth Thomson | Football Queensland" userId="45505d28-f665-4546-80c4-7c2d16b5a302" providerId="ADAL" clId="{554FE7FD-D18D-4BB5-A4B8-9C51F228B7BB}" dt="2024-11-04T03:33:10.921" v="2383"/>
          <ac:spMkLst>
            <pc:docMk/>
            <pc:sldMk cId="2257159162" sldId="1131"/>
            <ac:spMk id="1046" creationId="{4D0A93AB-3E16-5559-BEDE-A74B08538D65}"/>
          </ac:spMkLst>
        </pc:spChg>
        <pc:spChg chg="mod">
          <ac:chgData name="Gareth Thomson | Football Queensland" userId="45505d28-f665-4546-80c4-7c2d16b5a302" providerId="ADAL" clId="{554FE7FD-D18D-4BB5-A4B8-9C51F228B7BB}" dt="2024-11-04T03:33:10.921" v="2383"/>
          <ac:spMkLst>
            <pc:docMk/>
            <pc:sldMk cId="2257159162" sldId="1131"/>
            <ac:spMk id="1047" creationId="{C517C97F-2B1B-77E1-18C0-F8DF6D839071}"/>
          </ac:spMkLst>
        </pc:spChg>
        <pc:spChg chg="mod">
          <ac:chgData name="Gareth Thomson | Football Queensland" userId="45505d28-f665-4546-80c4-7c2d16b5a302" providerId="ADAL" clId="{554FE7FD-D18D-4BB5-A4B8-9C51F228B7BB}" dt="2024-11-04T03:33:10.921" v="2383"/>
          <ac:spMkLst>
            <pc:docMk/>
            <pc:sldMk cId="2257159162" sldId="1131"/>
            <ac:spMk id="1048" creationId="{A02D8ECE-B281-25AE-2684-E332411BA6BB}"/>
          </ac:spMkLst>
        </pc:spChg>
        <pc:spChg chg="mod">
          <ac:chgData name="Gareth Thomson | Football Queensland" userId="45505d28-f665-4546-80c4-7c2d16b5a302" providerId="ADAL" clId="{554FE7FD-D18D-4BB5-A4B8-9C51F228B7BB}" dt="2024-11-04T03:33:13.576" v="2384" actId="20577"/>
          <ac:spMkLst>
            <pc:docMk/>
            <pc:sldMk cId="2257159162" sldId="1131"/>
            <ac:spMk id="1049" creationId="{94BF77C7-68D0-F0D4-0AFD-D3386A959BD7}"/>
          </ac:spMkLst>
        </pc:spChg>
        <pc:spChg chg="mod">
          <ac:chgData name="Gareth Thomson | Football Queensland" userId="45505d28-f665-4546-80c4-7c2d16b5a302" providerId="ADAL" clId="{554FE7FD-D18D-4BB5-A4B8-9C51F228B7BB}" dt="2024-11-04T03:33:20.703" v="2387"/>
          <ac:spMkLst>
            <pc:docMk/>
            <pc:sldMk cId="2257159162" sldId="1131"/>
            <ac:spMk id="1051" creationId="{A2D1FDC0-2B52-FFE1-2064-4C05A14B304C}"/>
          </ac:spMkLst>
        </pc:spChg>
        <pc:spChg chg="mod">
          <ac:chgData name="Gareth Thomson | Football Queensland" userId="45505d28-f665-4546-80c4-7c2d16b5a302" providerId="ADAL" clId="{554FE7FD-D18D-4BB5-A4B8-9C51F228B7BB}" dt="2024-11-04T03:33:20.703" v="2387"/>
          <ac:spMkLst>
            <pc:docMk/>
            <pc:sldMk cId="2257159162" sldId="1131"/>
            <ac:spMk id="1052" creationId="{FFCD6CAC-4DB9-4F49-F4E8-77DD7B45C5F3}"/>
          </ac:spMkLst>
        </pc:spChg>
        <pc:spChg chg="mod">
          <ac:chgData name="Gareth Thomson | Football Queensland" userId="45505d28-f665-4546-80c4-7c2d16b5a302" providerId="ADAL" clId="{554FE7FD-D18D-4BB5-A4B8-9C51F228B7BB}" dt="2024-11-04T03:33:20.703" v="2387"/>
          <ac:spMkLst>
            <pc:docMk/>
            <pc:sldMk cId="2257159162" sldId="1131"/>
            <ac:spMk id="1053" creationId="{55AC4153-37AB-A0B3-AC2C-4E021BB9A173}"/>
          </ac:spMkLst>
        </pc:spChg>
        <pc:spChg chg="mod">
          <ac:chgData name="Gareth Thomson | Football Queensland" userId="45505d28-f665-4546-80c4-7c2d16b5a302" providerId="ADAL" clId="{554FE7FD-D18D-4BB5-A4B8-9C51F228B7BB}" dt="2024-11-04T03:33:20.703" v="2387"/>
          <ac:spMkLst>
            <pc:docMk/>
            <pc:sldMk cId="2257159162" sldId="1131"/>
            <ac:spMk id="1054" creationId="{3C3E1F17-420B-E3B0-CC8F-35B36B6A280C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88" creationId="{EFA229EC-DFB2-721E-2318-116EE32DC119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89" creationId="{A21CE5D6-9A98-0AEE-9988-5346C28FED21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0" creationId="{12C7A4FA-0492-42DC-3EF9-FE9FC158F449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1" creationId="{28CD169A-4876-277F-49C1-986C9C012538}"/>
          </ac:spMkLst>
        </pc:spChg>
        <pc:spChg chg="add mod">
          <ac:chgData name="Gareth Thomson | Football Queensland" userId="45505d28-f665-4546-80c4-7c2d16b5a302" providerId="ADAL" clId="{554FE7FD-D18D-4BB5-A4B8-9C51F228B7BB}" dt="2024-11-04T03:34:10.007" v="2401" actId="1076"/>
          <ac:spMkLst>
            <pc:docMk/>
            <pc:sldMk cId="2257159162" sldId="1131"/>
            <ac:spMk id="1092" creationId="{BA8DD71F-3DDA-4C4B-E55A-16BC83C586DC}"/>
          </ac:spMkLst>
        </pc:spChg>
        <pc:spChg chg="add mod">
          <ac:chgData name="Gareth Thomson | Football Queensland" userId="45505d28-f665-4546-80c4-7c2d16b5a302" providerId="ADAL" clId="{554FE7FD-D18D-4BB5-A4B8-9C51F228B7BB}" dt="2024-11-04T03:34:04.049" v="2399" actId="1076"/>
          <ac:spMkLst>
            <pc:docMk/>
            <pc:sldMk cId="2257159162" sldId="1131"/>
            <ac:spMk id="1093" creationId="{74F8C17D-2453-24AC-4DF9-85DC59E52F00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5" creationId="{6741E961-F790-EB90-34F8-87ECBF918C79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6" creationId="{3E082499-F004-5D18-E21F-16C9BA9E47EB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7" creationId="{76051446-8EE0-78B4-63AC-48535D1B34C0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098" creationId="{EEE7814F-5C7B-CA44-39B8-B97899F53E84}"/>
          </ac:spMkLst>
        </pc:spChg>
        <pc:spChg chg="add mod">
          <ac:chgData name="Gareth Thomson | Football Queensland" userId="45505d28-f665-4546-80c4-7c2d16b5a302" providerId="ADAL" clId="{554FE7FD-D18D-4BB5-A4B8-9C51F228B7BB}" dt="2024-11-04T03:34:29.855" v="2406" actId="1076"/>
          <ac:spMkLst>
            <pc:docMk/>
            <pc:sldMk cId="2257159162" sldId="1131"/>
            <ac:spMk id="1099" creationId="{9ED3157B-6A5E-D45B-F91E-53845841F0A3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1" creationId="{E05920C2-4017-A7BB-AA04-7C5B24E7E3E8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3" creationId="{E1842643-9BDB-0312-3367-E9E709C94F7E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4" creationId="{26F20323-1B25-0F39-A631-5A37F3FFA1E3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5" creationId="{93E35F6B-E73F-DC5B-5ECC-5670528A3277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7" creationId="{D2A0CF6E-5E5C-F5AD-ED7C-196B7EECAD09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8" creationId="{FEECCB41-70CC-A3C6-7331-BFD714A59F55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09" creationId="{1ED83BA1-EB8D-1EFC-579E-353763744125}"/>
          </ac:spMkLst>
        </pc:spChg>
        <pc:spChg chg="mod">
          <ac:chgData name="Gareth Thomson | Football Queensland" userId="45505d28-f665-4546-80c4-7c2d16b5a302" providerId="ADAL" clId="{554FE7FD-D18D-4BB5-A4B8-9C51F228B7BB}" dt="2024-11-04T03:34:00.051" v="2398"/>
          <ac:spMkLst>
            <pc:docMk/>
            <pc:sldMk cId="2257159162" sldId="1131"/>
            <ac:spMk id="1110" creationId="{5B4E9088-2A21-C0FC-5197-E7125FE01011}"/>
          </ac:spMkLst>
        </pc:spChg>
        <pc:spChg chg="add mod">
          <ac:chgData name="Gareth Thomson | Football Queensland" userId="45505d28-f665-4546-80c4-7c2d16b5a302" providerId="ADAL" clId="{554FE7FD-D18D-4BB5-A4B8-9C51F228B7BB}" dt="2024-11-04T03:35:58.399" v="2428" actId="1076"/>
          <ac:spMkLst>
            <pc:docMk/>
            <pc:sldMk cId="2257159162" sldId="1131"/>
            <ac:spMk id="1119" creationId="{808BF524-0642-E3C5-C2C2-0819244FDE73}"/>
          </ac:spMkLst>
        </pc:spChg>
        <pc:spChg chg="mod">
          <ac:chgData name="Gareth Thomson | Football Queensland" userId="45505d28-f665-4546-80c4-7c2d16b5a302" providerId="ADAL" clId="{554FE7FD-D18D-4BB5-A4B8-9C51F228B7BB}" dt="2024-11-04T03:27:44.557" v="2325"/>
          <ac:spMkLst>
            <pc:docMk/>
            <pc:sldMk cId="2257159162" sldId="1131"/>
            <ac:spMk id="1120" creationId="{38F02F71-500B-2A4A-6B56-3275A352D234}"/>
          </ac:spMkLst>
        </pc:spChg>
        <pc:spChg chg="mod">
          <ac:chgData name="Gareth Thomson | Football Queensland" userId="45505d28-f665-4546-80c4-7c2d16b5a302" providerId="ADAL" clId="{554FE7FD-D18D-4BB5-A4B8-9C51F228B7BB}" dt="2024-11-04T03:27:44.557" v="2325"/>
          <ac:spMkLst>
            <pc:docMk/>
            <pc:sldMk cId="2257159162" sldId="1131"/>
            <ac:spMk id="1121" creationId="{087016CC-0772-874F-BB94-81DF1D364110}"/>
          </ac:spMkLst>
        </pc:spChg>
        <pc:spChg chg="mod">
          <ac:chgData name="Gareth Thomson | Football Queensland" userId="45505d28-f665-4546-80c4-7c2d16b5a302" providerId="ADAL" clId="{554FE7FD-D18D-4BB5-A4B8-9C51F228B7BB}" dt="2024-11-04T03:27:44.557" v="2325"/>
          <ac:spMkLst>
            <pc:docMk/>
            <pc:sldMk cId="2257159162" sldId="1131"/>
            <ac:spMk id="1122" creationId="{79968C7C-08F8-9F6B-AE21-439BA9E84CCE}"/>
          </ac:spMkLst>
        </pc:spChg>
        <pc:spChg chg="mod">
          <ac:chgData name="Gareth Thomson | Football Queensland" userId="45505d28-f665-4546-80c4-7c2d16b5a302" providerId="ADAL" clId="{554FE7FD-D18D-4BB5-A4B8-9C51F228B7BB}" dt="2024-11-04T03:27:44.557" v="2325"/>
          <ac:spMkLst>
            <pc:docMk/>
            <pc:sldMk cId="2257159162" sldId="1131"/>
            <ac:spMk id="1123" creationId="{39126964-C3E4-ECFA-A435-1F44799768D1}"/>
          </ac:spMkLst>
        </pc:spChg>
        <pc:spChg chg="add mod">
          <ac:chgData name="Gareth Thomson | Football Queensland" userId="45505d28-f665-4546-80c4-7c2d16b5a302" providerId="ADAL" clId="{554FE7FD-D18D-4BB5-A4B8-9C51F228B7BB}" dt="2024-11-04T03:36:49.280" v="2436" actId="1076"/>
          <ac:spMkLst>
            <pc:docMk/>
            <pc:sldMk cId="2257159162" sldId="1131"/>
            <ac:spMk id="1124" creationId="{27E92E60-8F42-C3D0-56D7-AF0A19221A0A}"/>
          </ac:spMkLst>
        </pc:spChg>
        <pc:spChg chg="add mod">
          <ac:chgData name="Gareth Thomson | Football Queensland" userId="45505d28-f665-4546-80c4-7c2d16b5a302" providerId="ADAL" clId="{554FE7FD-D18D-4BB5-A4B8-9C51F228B7BB}" dt="2024-11-04T03:28:22.295" v="2341" actId="1076"/>
          <ac:spMkLst>
            <pc:docMk/>
            <pc:sldMk cId="2257159162" sldId="1131"/>
            <ac:spMk id="1125" creationId="{FF38B294-9213-BB98-2471-211B0600B4A2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27" creationId="{3B380FCF-1290-0DC6-2607-25742AEA5EF2}"/>
          </ac:spMkLst>
        </pc:spChg>
        <pc:spChg chg="mod">
          <ac:chgData name="Gareth Thomson | Football Queensland" userId="45505d28-f665-4546-80c4-7c2d16b5a302" providerId="ADAL" clId="{554FE7FD-D18D-4BB5-A4B8-9C51F228B7BB}" dt="2024-11-04T03:27:46.318" v="2327"/>
          <ac:spMkLst>
            <pc:docMk/>
            <pc:sldMk cId="2257159162" sldId="1131"/>
            <ac:spMk id="1133" creationId="{985707B0-2A76-A33B-8F36-5C6B3FC95965}"/>
          </ac:spMkLst>
        </pc:spChg>
        <pc:spChg chg="mod">
          <ac:chgData name="Gareth Thomson | Football Queensland" userId="45505d28-f665-4546-80c4-7c2d16b5a302" providerId="ADAL" clId="{554FE7FD-D18D-4BB5-A4B8-9C51F228B7BB}" dt="2024-11-04T03:27:46.318" v="2327"/>
          <ac:spMkLst>
            <pc:docMk/>
            <pc:sldMk cId="2257159162" sldId="1131"/>
            <ac:spMk id="1134" creationId="{227B53B9-589C-A4F1-799E-9F54B20AC136}"/>
          </ac:spMkLst>
        </pc:spChg>
        <pc:spChg chg="mod">
          <ac:chgData name="Gareth Thomson | Football Queensland" userId="45505d28-f665-4546-80c4-7c2d16b5a302" providerId="ADAL" clId="{554FE7FD-D18D-4BB5-A4B8-9C51F228B7BB}" dt="2024-11-04T03:27:46.318" v="2327"/>
          <ac:spMkLst>
            <pc:docMk/>
            <pc:sldMk cId="2257159162" sldId="1131"/>
            <ac:spMk id="1135" creationId="{7AEE8D45-39B8-4523-258B-0203B5AC6D41}"/>
          </ac:spMkLst>
        </pc:spChg>
        <pc:spChg chg="mod">
          <ac:chgData name="Gareth Thomson | Football Queensland" userId="45505d28-f665-4546-80c4-7c2d16b5a302" providerId="ADAL" clId="{554FE7FD-D18D-4BB5-A4B8-9C51F228B7BB}" dt="2024-11-04T03:27:46.318" v="2327"/>
          <ac:spMkLst>
            <pc:docMk/>
            <pc:sldMk cId="2257159162" sldId="1131"/>
            <ac:spMk id="1136" creationId="{30E856DF-E6A7-4747-EECF-3412913457D3}"/>
          </ac:spMkLst>
        </pc:spChg>
        <pc:spChg chg="add mod">
          <ac:chgData name="Gareth Thomson | Football Queensland" userId="45505d28-f665-4546-80c4-7c2d16b5a302" providerId="ADAL" clId="{554FE7FD-D18D-4BB5-A4B8-9C51F228B7BB}" dt="2024-11-04T03:27:47.888" v="2328" actId="1076"/>
          <ac:spMkLst>
            <pc:docMk/>
            <pc:sldMk cId="2257159162" sldId="1131"/>
            <ac:spMk id="1137" creationId="{6DF82694-9527-4D8E-4F1D-EF376295636B}"/>
          </ac:spMkLst>
        </pc:spChg>
        <pc:spChg chg="add mod">
          <ac:chgData name="Gareth Thomson | Football Queensland" userId="45505d28-f665-4546-80c4-7c2d16b5a302" providerId="ADAL" clId="{554FE7FD-D18D-4BB5-A4B8-9C51F228B7BB}" dt="2024-11-04T03:27:47.888" v="2328" actId="1076"/>
          <ac:spMkLst>
            <pc:docMk/>
            <pc:sldMk cId="2257159162" sldId="1131"/>
            <ac:spMk id="1138" creationId="{7EE8C3F4-C427-F074-37B1-FD2AEBE8082B}"/>
          </ac:spMkLst>
        </pc:spChg>
        <pc:spChg chg="mod">
          <ac:chgData name="Gareth Thomson | Football Queensland" userId="45505d28-f665-4546-80c4-7c2d16b5a302" providerId="ADAL" clId="{554FE7FD-D18D-4BB5-A4B8-9C51F228B7BB}" dt="2024-11-04T03:27:48.263" v="2329"/>
          <ac:spMkLst>
            <pc:docMk/>
            <pc:sldMk cId="2257159162" sldId="1131"/>
            <ac:spMk id="1140" creationId="{F11293D3-A5B3-8AC7-BFE9-D732B7072AFE}"/>
          </ac:spMkLst>
        </pc:spChg>
        <pc:spChg chg="mod">
          <ac:chgData name="Gareth Thomson | Football Queensland" userId="45505d28-f665-4546-80c4-7c2d16b5a302" providerId="ADAL" clId="{554FE7FD-D18D-4BB5-A4B8-9C51F228B7BB}" dt="2024-11-04T03:27:48.263" v="2329"/>
          <ac:spMkLst>
            <pc:docMk/>
            <pc:sldMk cId="2257159162" sldId="1131"/>
            <ac:spMk id="1141" creationId="{06945D0B-2E10-04CA-E822-D92DA486FD66}"/>
          </ac:spMkLst>
        </pc:spChg>
        <pc:spChg chg="mod">
          <ac:chgData name="Gareth Thomson | Football Queensland" userId="45505d28-f665-4546-80c4-7c2d16b5a302" providerId="ADAL" clId="{554FE7FD-D18D-4BB5-A4B8-9C51F228B7BB}" dt="2024-11-04T03:27:48.263" v="2329"/>
          <ac:spMkLst>
            <pc:docMk/>
            <pc:sldMk cId="2257159162" sldId="1131"/>
            <ac:spMk id="1142" creationId="{5F41E7B2-6F37-8DCC-5758-3B1A672B2102}"/>
          </ac:spMkLst>
        </pc:spChg>
        <pc:spChg chg="mod">
          <ac:chgData name="Gareth Thomson | Football Queensland" userId="45505d28-f665-4546-80c4-7c2d16b5a302" providerId="ADAL" clId="{554FE7FD-D18D-4BB5-A4B8-9C51F228B7BB}" dt="2024-11-04T03:27:48.263" v="2329"/>
          <ac:spMkLst>
            <pc:docMk/>
            <pc:sldMk cId="2257159162" sldId="1131"/>
            <ac:spMk id="1143" creationId="{EC27B79C-630D-D696-3752-4879803D03A9}"/>
          </ac:spMkLst>
        </pc:spChg>
        <pc:spChg chg="add mod">
          <ac:chgData name="Gareth Thomson | Football Queensland" userId="45505d28-f665-4546-80c4-7c2d16b5a302" providerId="ADAL" clId="{554FE7FD-D18D-4BB5-A4B8-9C51F228B7BB}" dt="2024-11-04T03:27:50.520" v="2330" actId="1076"/>
          <ac:spMkLst>
            <pc:docMk/>
            <pc:sldMk cId="2257159162" sldId="1131"/>
            <ac:spMk id="1144" creationId="{2B69ED48-1DA7-4856-FF18-47463769869E}"/>
          </ac:spMkLst>
        </pc:spChg>
        <pc:spChg chg="add mod">
          <ac:chgData name="Gareth Thomson | Football Queensland" userId="45505d28-f665-4546-80c4-7c2d16b5a302" providerId="ADAL" clId="{554FE7FD-D18D-4BB5-A4B8-9C51F228B7BB}" dt="2024-11-04T03:31:24.047" v="2359" actId="1076"/>
          <ac:spMkLst>
            <pc:docMk/>
            <pc:sldMk cId="2257159162" sldId="1131"/>
            <ac:spMk id="1145" creationId="{9F024BC4-241D-78B2-94D2-DC13EF64AA41}"/>
          </ac:spMkLst>
        </pc:spChg>
        <pc:spChg chg="mod">
          <ac:chgData name="Gareth Thomson | Football Queensland" userId="45505d28-f665-4546-80c4-7c2d16b5a302" providerId="ADAL" clId="{554FE7FD-D18D-4BB5-A4B8-9C51F228B7BB}" dt="2024-11-04T03:27:51.240" v="2331"/>
          <ac:spMkLst>
            <pc:docMk/>
            <pc:sldMk cId="2257159162" sldId="1131"/>
            <ac:spMk id="1147" creationId="{A20896C9-A75C-6F0C-A953-6060E3BEC503}"/>
          </ac:spMkLst>
        </pc:spChg>
        <pc:spChg chg="mod">
          <ac:chgData name="Gareth Thomson | Football Queensland" userId="45505d28-f665-4546-80c4-7c2d16b5a302" providerId="ADAL" clId="{554FE7FD-D18D-4BB5-A4B8-9C51F228B7BB}" dt="2024-11-04T03:27:51.240" v="2331"/>
          <ac:spMkLst>
            <pc:docMk/>
            <pc:sldMk cId="2257159162" sldId="1131"/>
            <ac:spMk id="1148" creationId="{6B919258-2F94-AB53-B01F-15BC234AE1FA}"/>
          </ac:spMkLst>
        </pc:spChg>
        <pc:spChg chg="mod">
          <ac:chgData name="Gareth Thomson | Football Queensland" userId="45505d28-f665-4546-80c4-7c2d16b5a302" providerId="ADAL" clId="{554FE7FD-D18D-4BB5-A4B8-9C51F228B7BB}" dt="2024-11-04T03:27:51.240" v="2331"/>
          <ac:spMkLst>
            <pc:docMk/>
            <pc:sldMk cId="2257159162" sldId="1131"/>
            <ac:spMk id="1149" creationId="{00EDE2CC-AE03-6982-AEE9-63C203E41390}"/>
          </ac:spMkLst>
        </pc:spChg>
        <pc:spChg chg="mod">
          <ac:chgData name="Gareth Thomson | Football Queensland" userId="45505d28-f665-4546-80c4-7c2d16b5a302" providerId="ADAL" clId="{554FE7FD-D18D-4BB5-A4B8-9C51F228B7BB}" dt="2024-11-04T03:27:51.240" v="2331"/>
          <ac:spMkLst>
            <pc:docMk/>
            <pc:sldMk cId="2257159162" sldId="1131"/>
            <ac:spMk id="1150" creationId="{6E5CEA92-C0FE-E75E-5046-8019DC18C52A}"/>
          </ac:spMkLst>
        </pc:spChg>
        <pc:spChg chg="add mod">
          <ac:chgData name="Gareth Thomson | Football Queensland" userId="45505d28-f665-4546-80c4-7c2d16b5a302" providerId="ADAL" clId="{554FE7FD-D18D-4BB5-A4B8-9C51F228B7BB}" dt="2024-11-04T03:36:54.096" v="2438" actId="1076"/>
          <ac:spMkLst>
            <pc:docMk/>
            <pc:sldMk cId="2257159162" sldId="1131"/>
            <ac:spMk id="1151" creationId="{18728570-1AA4-6B5B-052B-56DB534A302B}"/>
          </ac:spMkLst>
        </pc:spChg>
        <pc:spChg chg="add mod">
          <ac:chgData name="Gareth Thomson | Football Queensland" userId="45505d28-f665-4546-80c4-7c2d16b5a302" providerId="ADAL" clId="{554FE7FD-D18D-4BB5-A4B8-9C51F228B7BB}" dt="2024-11-04T03:28:43.895" v="2349" actId="1076"/>
          <ac:spMkLst>
            <pc:docMk/>
            <pc:sldMk cId="2257159162" sldId="1131"/>
            <ac:spMk id="1152" creationId="{2862CFA8-82D5-B59D-84B4-D4AA1CDBEAEC}"/>
          </ac:spMkLst>
        </pc:spChg>
        <pc:spChg chg="mod">
          <ac:chgData name="Gareth Thomson | Football Queensland" userId="45505d28-f665-4546-80c4-7c2d16b5a302" providerId="ADAL" clId="{554FE7FD-D18D-4BB5-A4B8-9C51F228B7BB}" dt="2024-11-04T03:27:54.798" v="2333"/>
          <ac:spMkLst>
            <pc:docMk/>
            <pc:sldMk cId="2257159162" sldId="1131"/>
            <ac:spMk id="1154" creationId="{07FC610B-024F-70A5-49BF-9AC1B65CC45A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55" creationId="{8D5E5AB4-9EE8-6198-9750-BA5C750097CB}"/>
          </ac:spMkLst>
        </pc:spChg>
        <pc:spChg chg="mod">
          <ac:chgData name="Gareth Thomson | Football Queensland" userId="45505d28-f665-4546-80c4-7c2d16b5a302" providerId="ADAL" clId="{554FE7FD-D18D-4BB5-A4B8-9C51F228B7BB}" dt="2024-11-04T03:27:54.798" v="2333"/>
          <ac:spMkLst>
            <pc:docMk/>
            <pc:sldMk cId="2257159162" sldId="1131"/>
            <ac:spMk id="1156" creationId="{293AD814-C2C1-1642-C781-FDB2302F8447}"/>
          </ac:spMkLst>
        </pc:spChg>
        <pc:spChg chg="mod">
          <ac:chgData name="Gareth Thomson | Football Queensland" userId="45505d28-f665-4546-80c4-7c2d16b5a302" providerId="ADAL" clId="{554FE7FD-D18D-4BB5-A4B8-9C51F228B7BB}" dt="2024-11-04T03:27:54.798" v="2333"/>
          <ac:spMkLst>
            <pc:docMk/>
            <pc:sldMk cId="2257159162" sldId="1131"/>
            <ac:spMk id="1157" creationId="{F3D9F08F-FB33-61FA-21CC-0D03A77EC679}"/>
          </ac:spMkLst>
        </pc:spChg>
        <pc:spChg chg="mod">
          <ac:chgData name="Gareth Thomson | Football Queensland" userId="45505d28-f665-4546-80c4-7c2d16b5a302" providerId="ADAL" clId="{554FE7FD-D18D-4BB5-A4B8-9C51F228B7BB}" dt="2024-11-04T03:27:54.798" v="2333"/>
          <ac:spMkLst>
            <pc:docMk/>
            <pc:sldMk cId="2257159162" sldId="1131"/>
            <ac:spMk id="1159" creationId="{CB77E36E-B47B-6EA5-48D2-926DCEA26F93}"/>
          </ac:spMkLst>
        </pc:spChg>
        <pc:spChg chg="add mod">
          <ac:chgData name="Gareth Thomson | Football Queensland" userId="45505d28-f665-4546-80c4-7c2d16b5a302" providerId="ADAL" clId="{554FE7FD-D18D-4BB5-A4B8-9C51F228B7BB}" dt="2024-11-04T03:27:58.360" v="2334" actId="1076"/>
          <ac:spMkLst>
            <pc:docMk/>
            <pc:sldMk cId="2257159162" sldId="1131"/>
            <ac:spMk id="1162" creationId="{501327B6-DBE8-29C1-2641-8CD2A5329430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65" creationId="{24065168-4EC0-74E5-E2E7-8C1879EF22B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71" creationId="{665FFED2-A001-7185-99CE-C0AEAD0DB88A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77" creationId="{17011991-B226-C480-E0E9-5659F94E2DDD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83" creationId="{CBE01F4C-44F4-E25A-673E-268621187992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85" creationId="{9B1361D1-5578-883A-41A2-93FF21861B7B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1" creationId="{F49E3954-F904-A79F-9865-71631898D938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2" creationId="{09080754-C868-E565-7E27-616918F77CED}"/>
          </ac:spMkLst>
        </pc:spChg>
        <pc:spChg chg="add mod">
          <ac:chgData name="Gareth Thomson | Football Queensland" userId="45505d28-f665-4546-80c4-7c2d16b5a302" providerId="ADAL" clId="{554FE7FD-D18D-4BB5-A4B8-9C51F228B7BB}" dt="2024-11-04T03:28:09.087" v="2338" actId="1076"/>
          <ac:spMkLst>
            <pc:docMk/>
            <pc:sldMk cId="2257159162" sldId="1131"/>
            <ac:spMk id="1193" creationId="{DCEA1B5D-9C1D-0FAD-04ED-E00465F7AA00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5" creationId="{E38E30F4-5EB7-CE14-4479-4695617BBB8E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6" creationId="{DC1BB6A3-B3E8-3487-E82A-FAA25120CA0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7" creationId="{242B5D85-1DE8-ED4A-1AE3-5C3FA226754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8" creationId="{DE9D545F-EAEB-3B37-150E-1D6B85D4E8FD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199" creationId="{396B33D3-7ADB-5137-5F9D-B100AA055998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0" creationId="{7DEBEC72-4F44-339E-1140-42EC6BFED5FA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1" creationId="{1D1AF4AA-08BA-6ED8-9B7F-D02AAB4BB5D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2" creationId="{20AE935C-30E9-AE83-FC91-01ADF467ED66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3" creationId="{52C27A40-6329-9FEF-BBEC-7F810E0D0AC6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4" creationId="{EAD6050C-9078-8808-E0D1-B9112435CBAE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5" creationId="{95696680-2CBA-5834-F9FC-85F6A5B02634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6" creationId="{C48A8E33-D5F3-92FB-2A6F-96A4285A5B2B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7" creationId="{1D4E1A10-6585-5796-917B-CF664827FFF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8" creationId="{8AD1B9D7-31A7-5F6E-E47A-E4FF07240A3B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09" creationId="{EB2C65EF-0108-BA50-F658-13ED3107AD98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0" creationId="{5630DE64-E7B4-8904-DF31-BB204458B45E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1" creationId="{B149941A-3624-137A-FDD9-589FD319CB5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2" creationId="{14620D07-2BC0-6AC1-5FB0-D3805418DB4D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3" creationId="{C6DD792E-F4FA-7AAB-1958-DA04E1AFCB9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4" creationId="{CA476084-47E4-3C5A-23E9-361A43B3F82F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5" creationId="{16A0A4B4-F2AF-C779-3E8C-E5D720A2647A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6" creationId="{F2CD49E0-DAF8-94F1-5529-BA46681A74B5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7" creationId="{DDBE5F96-617D-44C0-7CB8-03475D0D08D4}"/>
          </ac:spMkLst>
        </pc:spChg>
        <pc:spChg chg="mod">
          <ac:chgData name="Gareth Thomson | Football Queensland" userId="45505d28-f665-4546-80c4-7c2d16b5a302" providerId="ADAL" clId="{554FE7FD-D18D-4BB5-A4B8-9C51F228B7BB}" dt="2024-11-04T03:30:50.843" v="2353"/>
          <ac:spMkLst>
            <pc:docMk/>
            <pc:sldMk cId="2257159162" sldId="1131"/>
            <ac:spMk id="1218" creationId="{811A69CF-F277-AC87-1905-D2007E8F9A2A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19" creationId="{DD0DF0A4-A7D3-AF25-1A37-7FEE02CF91B0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20" creationId="{081CBE5D-74A1-28EE-2EF2-F9C4F0B15228}"/>
          </ac:spMkLst>
        </pc:spChg>
        <pc:spChg chg="mod">
          <ac:chgData name="Gareth Thomson | Football Queensland" userId="45505d28-f665-4546-80c4-7c2d16b5a302" providerId="ADAL" clId="{554FE7FD-D18D-4BB5-A4B8-9C51F228B7BB}" dt="2024-11-04T03:30:50.843" v="2353"/>
          <ac:spMkLst>
            <pc:docMk/>
            <pc:sldMk cId="2257159162" sldId="1131"/>
            <ac:spMk id="1226" creationId="{DF99C853-A62B-4D57-B7C4-697FB572083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27" creationId="{8ED3B4CE-31AD-3315-7A5D-8613D9765B47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28" creationId="{607A044F-0DEA-A46F-6495-28050B7179F2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29" creationId="{E01CCC55-3E7C-F58A-8B19-A467A030906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35" creationId="{ED80D662-513F-7A1B-2E1A-8E90BA8BBA25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41" creationId="{8971BBFA-2875-0E32-A940-3711C6BCA23C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47" creationId="{1E22389F-BBD7-902A-3C96-5A263EEE378F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53" creationId="{127AADA1-6D9C-6CD8-0CD2-66787058CA1C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59" creationId="{86EA9416-4A6C-9506-AD07-9BE8D17F0916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65" creationId="{85E85F71-B0C8-3014-7871-12046AED507C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71" creationId="{BE028900-D6F5-4731-921A-43A0939F4AC9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77" creationId="{60D6B6F6-17A9-E672-5B52-D9278756829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86" creationId="{E003C57B-0923-B698-646C-CCC313B9634E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87" creationId="{BBE1C0A1-FA3B-FA30-CFC3-4B2B5E191479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88" creationId="{D3996963-3B64-D164-27F8-D7AE1F4E49D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289" creationId="{B05A0F1B-34D4-58BD-7AD8-051647263DB1}"/>
          </ac:spMkLst>
        </pc:spChg>
        <pc:spChg chg="add mod">
          <ac:chgData name="Gareth Thomson | Football Queensland" userId="45505d28-f665-4546-80c4-7c2d16b5a302" providerId="ADAL" clId="{554FE7FD-D18D-4BB5-A4B8-9C51F228B7BB}" dt="2024-11-04T03:35:58.399" v="2428" actId="1076"/>
          <ac:spMkLst>
            <pc:docMk/>
            <pc:sldMk cId="2257159162" sldId="1131"/>
            <ac:spMk id="1312" creationId="{E82CA824-2EC9-D647-5E14-98CE536E4A26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37" creationId="{96016C07-311A-FB20-C6F9-891A6A054DBF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38" creationId="{31A61813-7980-E8F6-4CA5-F177D90CCCE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39" creationId="{6CC5DDF6-10FC-CECD-85E0-B5FA49226A93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0" creationId="{F1749149-6631-E221-BB0D-30308C73B661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1" creationId="{4ACCAD83-489D-3C98-F52F-0713F7380334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2" creationId="{0EEB4D7D-35C4-8876-5414-01B1D5216F87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3" creationId="{DAED974D-BD83-D6F7-6E8C-C20A0F9E93A2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4" creationId="{7CD81E09-29A2-7C39-F859-FDBE20D37460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5" creationId="{9BA6C5A6-376F-05EE-B190-72DBC043D609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6" creationId="{ECB48E24-E33B-1B56-5177-6CEE1EBD6565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7" creationId="{5768F75B-A6BA-133B-557E-A37E46442B9B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8" creationId="{3441221E-5DE5-51F3-4855-BC3E2409CCC8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49" creationId="{B9438A23-00A9-FB0E-C394-81B20D018EDA}"/>
          </ac:spMkLst>
        </pc:spChg>
        <pc:spChg chg="mod">
          <ac:chgData name="Gareth Thomson | Football Queensland" userId="45505d28-f665-4546-80c4-7c2d16b5a302" providerId="ADAL" clId="{554FE7FD-D18D-4BB5-A4B8-9C51F228B7BB}" dt="2024-11-04T03:27:40.465" v="2321"/>
          <ac:spMkLst>
            <pc:docMk/>
            <pc:sldMk cId="2257159162" sldId="1131"/>
            <ac:spMk id="1350" creationId="{D258B1E1-6355-2EF8-0CA7-58274D01623E}"/>
          </ac:spMkLst>
        </pc:spChg>
        <pc:spChg chg="del">
          <ac:chgData name="Gareth Thomson | Football Queensland" userId="45505d28-f665-4546-80c4-7c2d16b5a302" providerId="ADAL" clId="{554FE7FD-D18D-4BB5-A4B8-9C51F228B7BB}" dt="2024-11-04T03:27:11.423" v="2316" actId="478"/>
          <ac:spMkLst>
            <pc:docMk/>
            <pc:sldMk cId="2257159162" sldId="1131"/>
            <ac:spMk id="1363" creationId="{871FFB7A-A1A6-B87E-5270-C2855F6DBC8F}"/>
          </ac:spMkLst>
        </pc:spChg>
        <pc:spChg chg="del">
          <ac:chgData name="Gareth Thomson | Football Queensland" userId="45505d28-f665-4546-80c4-7c2d16b5a302" providerId="ADAL" clId="{554FE7FD-D18D-4BB5-A4B8-9C51F228B7BB}" dt="2024-11-04T03:27:14.480" v="2317" actId="478"/>
          <ac:spMkLst>
            <pc:docMk/>
            <pc:sldMk cId="2257159162" sldId="1131"/>
            <ac:spMk id="1364" creationId="{D6EDB605-0A9D-8A7A-599E-CFF006EBD319}"/>
          </ac:spMkLst>
        </pc:spChg>
        <pc:spChg chg="mod">
          <ac:chgData name="Gareth Thomson | Football Queensland" userId="45505d28-f665-4546-80c4-7c2d16b5a302" providerId="ADAL" clId="{554FE7FD-D18D-4BB5-A4B8-9C51F228B7BB}" dt="2024-11-04T03:27:40.465" v="2321"/>
          <ac:spMkLst>
            <pc:docMk/>
            <pc:sldMk cId="2257159162" sldId="1131"/>
            <ac:spMk id="1365" creationId="{2DA6AD25-3233-4FB4-6935-4C9DC7DA388F}"/>
          </ac:spMkLst>
        </pc:spChg>
        <pc:spChg chg="add mod">
          <ac:chgData name="Gareth Thomson | Football Queensland" userId="45505d28-f665-4546-80c4-7c2d16b5a302" providerId="ADAL" clId="{554FE7FD-D18D-4BB5-A4B8-9C51F228B7BB}" dt="2024-11-04T03:27:41.967" v="2322" actId="1076"/>
          <ac:spMkLst>
            <pc:docMk/>
            <pc:sldMk cId="2257159162" sldId="1131"/>
            <ac:spMk id="1366" creationId="{3CAF7701-A15A-68C5-56E7-C45D96A6EE6E}"/>
          </ac:spMkLst>
        </pc:spChg>
        <pc:spChg chg="add mod">
          <ac:chgData name="Gareth Thomson | Football Queensland" userId="45505d28-f665-4546-80c4-7c2d16b5a302" providerId="ADAL" clId="{554FE7FD-D18D-4BB5-A4B8-9C51F228B7BB}" dt="2024-11-04T03:31:29.167" v="2362" actId="1076"/>
          <ac:spMkLst>
            <pc:docMk/>
            <pc:sldMk cId="2257159162" sldId="1131"/>
            <ac:spMk id="1367" creationId="{0A116145-11B9-479C-20A9-EA8DFFE066C9}"/>
          </ac:spMkLst>
        </pc:spChg>
        <pc:spChg chg="mod">
          <ac:chgData name="Gareth Thomson | Football Queensland" userId="45505d28-f665-4546-80c4-7c2d16b5a302" providerId="ADAL" clId="{554FE7FD-D18D-4BB5-A4B8-9C51F228B7BB}" dt="2024-11-04T03:27:42.458" v="2323"/>
          <ac:spMkLst>
            <pc:docMk/>
            <pc:sldMk cId="2257159162" sldId="1131"/>
            <ac:spMk id="1369" creationId="{155ACBA8-5A7A-54AD-8F08-C2D9CA6FE19C}"/>
          </ac:spMkLst>
        </pc:spChg>
        <pc:spChg chg="mod">
          <ac:chgData name="Gareth Thomson | Football Queensland" userId="45505d28-f665-4546-80c4-7c2d16b5a302" providerId="ADAL" clId="{554FE7FD-D18D-4BB5-A4B8-9C51F228B7BB}" dt="2024-11-04T03:27:42.458" v="2323"/>
          <ac:spMkLst>
            <pc:docMk/>
            <pc:sldMk cId="2257159162" sldId="1131"/>
            <ac:spMk id="1370" creationId="{29204257-DD79-9DA8-2E29-7B3C440634FB}"/>
          </ac:spMkLst>
        </pc:spChg>
        <pc:spChg chg="mod">
          <ac:chgData name="Gareth Thomson | Football Queensland" userId="45505d28-f665-4546-80c4-7c2d16b5a302" providerId="ADAL" clId="{554FE7FD-D18D-4BB5-A4B8-9C51F228B7BB}" dt="2024-11-04T03:27:42.458" v="2323"/>
          <ac:spMkLst>
            <pc:docMk/>
            <pc:sldMk cId="2257159162" sldId="1131"/>
            <ac:spMk id="1371" creationId="{01E596B6-B60C-EACF-3AAA-A95FF01EB5BF}"/>
          </ac:spMkLst>
        </pc:spChg>
        <pc:spChg chg="mod">
          <ac:chgData name="Gareth Thomson | Football Queensland" userId="45505d28-f665-4546-80c4-7c2d16b5a302" providerId="ADAL" clId="{554FE7FD-D18D-4BB5-A4B8-9C51F228B7BB}" dt="2024-11-04T03:27:42.458" v="2323"/>
          <ac:spMkLst>
            <pc:docMk/>
            <pc:sldMk cId="2257159162" sldId="1131"/>
            <ac:spMk id="1372" creationId="{E16B1908-7EFD-2245-1F21-19EAE982579D}"/>
          </ac:spMkLst>
        </pc:spChg>
        <pc:spChg chg="add mod">
          <ac:chgData name="Gareth Thomson | Football Queensland" userId="45505d28-f665-4546-80c4-7c2d16b5a302" providerId="ADAL" clId="{554FE7FD-D18D-4BB5-A4B8-9C51F228B7BB}" dt="2024-11-04T03:36:43.783" v="2435" actId="1076"/>
          <ac:spMkLst>
            <pc:docMk/>
            <pc:sldMk cId="2257159162" sldId="1131"/>
            <ac:spMk id="1373" creationId="{C7D19CA1-006C-E56D-92EB-D322B13921D5}"/>
          </ac:spMkLst>
        </pc:spChg>
        <pc:spChg chg="add mod">
          <ac:chgData name="Gareth Thomson | Football Queensland" userId="45505d28-f665-4546-80c4-7c2d16b5a302" providerId="ADAL" clId="{554FE7FD-D18D-4BB5-A4B8-9C51F228B7BB}" dt="2024-11-04T03:28:30.582" v="2344" actId="1076"/>
          <ac:spMkLst>
            <pc:docMk/>
            <pc:sldMk cId="2257159162" sldId="1131"/>
            <ac:spMk id="1374" creationId="{D9DC3E73-4296-20CE-7AC4-C74E811CA057}"/>
          </ac:spMkLst>
        </pc:spChg>
        <pc:spChg chg="mod">
          <ac:chgData name="Gareth Thomson | Football Queensland" userId="45505d28-f665-4546-80c4-7c2d16b5a302" providerId="ADAL" clId="{554FE7FD-D18D-4BB5-A4B8-9C51F228B7BB}" dt="2024-11-04T03:41:45.700" v="2439"/>
          <ac:spMkLst>
            <pc:docMk/>
            <pc:sldMk cId="2257159162" sldId="1131"/>
            <ac:spMk id="1377" creationId="{CDABDF51-1C23-52E2-9AEB-5D66F3D1C189}"/>
          </ac:spMkLst>
        </pc:spChg>
        <pc:spChg chg="mod">
          <ac:chgData name="Gareth Thomson | Football Queensland" userId="45505d28-f665-4546-80c4-7c2d16b5a302" providerId="ADAL" clId="{554FE7FD-D18D-4BB5-A4B8-9C51F228B7BB}" dt="2024-11-04T03:41:45.700" v="2439"/>
          <ac:spMkLst>
            <pc:docMk/>
            <pc:sldMk cId="2257159162" sldId="1131"/>
            <ac:spMk id="1378" creationId="{0A7AC5E3-5FAC-21E9-7A72-05D5E74F67CE}"/>
          </ac:spMkLst>
        </pc:spChg>
        <pc:spChg chg="mod">
          <ac:chgData name="Gareth Thomson | Football Queensland" userId="45505d28-f665-4546-80c4-7c2d16b5a302" providerId="ADAL" clId="{554FE7FD-D18D-4BB5-A4B8-9C51F228B7BB}" dt="2024-11-04T03:41:45.700" v="2439"/>
          <ac:spMkLst>
            <pc:docMk/>
            <pc:sldMk cId="2257159162" sldId="1131"/>
            <ac:spMk id="1379" creationId="{46678A25-712A-E3A7-2C68-AE9C8C5CD6A3}"/>
          </ac:spMkLst>
        </pc:spChg>
        <pc:spChg chg="mod">
          <ac:chgData name="Gareth Thomson | Football Queensland" userId="45505d28-f665-4546-80c4-7c2d16b5a302" providerId="ADAL" clId="{554FE7FD-D18D-4BB5-A4B8-9C51F228B7BB}" dt="2024-11-04T03:41:45.700" v="2439"/>
          <ac:spMkLst>
            <pc:docMk/>
            <pc:sldMk cId="2257159162" sldId="1131"/>
            <ac:spMk id="1380" creationId="{9FAEEE5F-5D10-23CB-866B-9F93CBF0307B}"/>
          </ac:spMkLst>
        </pc:spChg>
        <pc:spChg chg="add mod">
          <ac:chgData name="Gareth Thomson | Football Queensland" userId="45505d28-f665-4546-80c4-7c2d16b5a302" providerId="ADAL" clId="{554FE7FD-D18D-4BB5-A4B8-9C51F228B7BB}" dt="2024-11-04T03:41:47.529" v="2440" actId="1076"/>
          <ac:spMkLst>
            <pc:docMk/>
            <pc:sldMk cId="2257159162" sldId="1131"/>
            <ac:spMk id="1381" creationId="{E1C1D6F5-241A-5840-1E55-D689F6E4C7A9}"/>
          </ac:spMkLst>
        </pc:spChg>
        <pc:spChg chg="mod">
          <ac:chgData name="Gareth Thomson | Football Queensland" userId="45505d28-f665-4546-80c4-7c2d16b5a302" providerId="ADAL" clId="{554FE7FD-D18D-4BB5-A4B8-9C51F228B7BB}" dt="2024-11-04T03:41:48.137" v="2441"/>
          <ac:spMkLst>
            <pc:docMk/>
            <pc:sldMk cId="2257159162" sldId="1131"/>
            <ac:spMk id="1383" creationId="{6B6D5560-BB89-8536-1D83-43BC758FB53F}"/>
          </ac:spMkLst>
        </pc:spChg>
        <pc:spChg chg="mod">
          <ac:chgData name="Gareth Thomson | Football Queensland" userId="45505d28-f665-4546-80c4-7c2d16b5a302" providerId="ADAL" clId="{554FE7FD-D18D-4BB5-A4B8-9C51F228B7BB}" dt="2024-11-04T03:41:48.137" v="2441"/>
          <ac:spMkLst>
            <pc:docMk/>
            <pc:sldMk cId="2257159162" sldId="1131"/>
            <ac:spMk id="1384" creationId="{1CEA93FD-D298-BA81-4556-EC7C06D8041D}"/>
          </ac:spMkLst>
        </pc:spChg>
        <pc:spChg chg="mod">
          <ac:chgData name="Gareth Thomson | Football Queensland" userId="45505d28-f665-4546-80c4-7c2d16b5a302" providerId="ADAL" clId="{554FE7FD-D18D-4BB5-A4B8-9C51F228B7BB}" dt="2024-11-04T03:41:48.137" v="2441"/>
          <ac:spMkLst>
            <pc:docMk/>
            <pc:sldMk cId="2257159162" sldId="1131"/>
            <ac:spMk id="1385" creationId="{C62BAB18-767C-92A5-F353-2956B0A3EE6C}"/>
          </ac:spMkLst>
        </pc:spChg>
        <pc:spChg chg="mod">
          <ac:chgData name="Gareth Thomson | Football Queensland" userId="45505d28-f665-4546-80c4-7c2d16b5a302" providerId="ADAL" clId="{554FE7FD-D18D-4BB5-A4B8-9C51F228B7BB}" dt="2024-11-04T03:41:48.137" v="2441"/>
          <ac:spMkLst>
            <pc:docMk/>
            <pc:sldMk cId="2257159162" sldId="1131"/>
            <ac:spMk id="1386" creationId="{14928CE4-E2DB-1049-8CB2-319F682DA460}"/>
          </ac:spMkLst>
        </pc:spChg>
        <pc:spChg chg="add del mod">
          <ac:chgData name="Gareth Thomson | Football Queensland" userId="45505d28-f665-4546-80c4-7c2d16b5a302" providerId="ADAL" clId="{554FE7FD-D18D-4BB5-A4B8-9C51F228B7BB}" dt="2024-11-04T03:42:53.558" v="2473" actId="478"/>
          <ac:spMkLst>
            <pc:docMk/>
            <pc:sldMk cId="2257159162" sldId="1131"/>
            <ac:spMk id="1387" creationId="{59B5156C-1D79-838A-6768-C828C1290AD8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89" creationId="{5AB753BF-5D19-AAC7-FFCA-92509BEFBBAD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0" creationId="{C061193A-C176-0CD9-FBFE-372097941919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1" creationId="{9194AC62-8293-68B9-FFC1-091DBC58FC1D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2" creationId="{354E37E4-E5A4-42A0-EB23-5E9D10C9C087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4" creationId="{38EB0F7B-8242-947F-E20E-1EED08275BEB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5" creationId="{6BC98270-63C6-CA9D-D1C1-E067827A1723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6" creationId="{313420BC-0AC9-EE4E-216D-4A5CB4386FE9}"/>
          </ac:spMkLst>
        </pc:spChg>
        <pc:spChg chg="mod">
          <ac:chgData name="Gareth Thomson | Football Queensland" userId="45505d28-f665-4546-80c4-7c2d16b5a302" providerId="ADAL" clId="{554FE7FD-D18D-4BB5-A4B8-9C51F228B7BB}" dt="2024-11-04T03:41:59.571" v="2445"/>
          <ac:spMkLst>
            <pc:docMk/>
            <pc:sldMk cId="2257159162" sldId="1131"/>
            <ac:spMk id="1397" creationId="{AA2659F6-36FA-D6DC-6225-5FAE70C82E20}"/>
          </ac:spMkLst>
        </pc:spChg>
        <pc:spChg chg="mod">
          <ac:chgData name="Gareth Thomson | Football Queensland" userId="45505d28-f665-4546-80c4-7c2d16b5a302" providerId="ADAL" clId="{554FE7FD-D18D-4BB5-A4B8-9C51F228B7BB}" dt="2024-11-04T03:42:10.754" v="2450"/>
          <ac:spMkLst>
            <pc:docMk/>
            <pc:sldMk cId="2257159162" sldId="1131"/>
            <ac:spMk id="1399" creationId="{024AE407-5DAA-9220-DAEC-94BD499A8403}"/>
          </ac:spMkLst>
        </pc:spChg>
        <pc:spChg chg="mod">
          <ac:chgData name="Gareth Thomson | Football Queensland" userId="45505d28-f665-4546-80c4-7c2d16b5a302" providerId="ADAL" clId="{554FE7FD-D18D-4BB5-A4B8-9C51F228B7BB}" dt="2024-11-04T03:42:10.754" v="2450"/>
          <ac:spMkLst>
            <pc:docMk/>
            <pc:sldMk cId="2257159162" sldId="1131"/>
            <ac:spMk id="1400" creationId="{A678480D-AD9E-B6A8-ACAB-14D2A6F3C41F}"/>
          </ac:spMkLst>
        </pc:spChg>
        <pc:spChg chg="mod">
          <ac:chgData name="Gareth Thomson | Football Queensland" userId="45505d28-f665-4546-80c4-7c2d16b5a302" providerId="ADAL" clId="{554FE7FD-D18D-4BB5-A4B8-9C51F228B7BB}" dt="2024-11-04T03:42:10.754" v="2450"/>
          <ac:spMkLst>
            <pc:docMk/>
            <pc:sldMk cId="2257159162" sldId="1131"/>
            <ac:spMk id="1401" creationId="{BDE1DC6C-54C5-D738-1F85-76E368F9A900}"/>
          </ac:spMkLst>
        </pc:spChg>
        <pc:spChg chg="mod">
          <ac:chgData name="Gareth Thomson | Football Queensland" userId="45505d28-f665-4546-80c4-7c2d16b5a302" providerId="ADAL" clId="{554FE7FD-D18D-4BB5-A4B8-9C51F228B7BB}" dt="2024-11-04T03:42:10.754" v="2450"/>
          <ac:spMkLst>
            <pc:docMk/>
            <pc:sldMk cId="2257159162" sldId="1131"/>
            <ac:spMk id="1402" creationId="{0D820F78-8814-E443-959C-85BF4FBAC992}"/>
          </ac:spMkLst>
        </pc:spChg>
        <pc:spChg chg="mod">
          <ac:chgData name="Gareth Thomson | Football Queensland" userId="45505d28-f665-4546-80c4-7c2d16b5a302" providerId="ADAL" clId="{554FE7FD-D18D-4BB5-A4B8-9C51F228B7BB}" dt="2024-11-04T03:42:13.052" v="2452"/>
          <ac:spMkLst>
            <pc:docMk/>
            <pc:sldMk cId="2257159162" sldId="1131"/>
            <ac:spMk id="1404" creationId="{A878941B-3ABA-0636-6854-8CFABBE6C868}"/>
          </ac:spMkLst>
        </pc:spChg>
        <pc:spChg chg="mod">
          <ac:chgData name="Gareth Thomson | Football Queensland" userId="45505d28-f665-4546-80c4-7c2d16b5a302" providerId="ADAL" clId="{554FE7FD-D18D-4BB5-A4B8-9C51F228B7BB}" dt="2024-11-04T03:42:13.052" v="2452"/>
          <ac:spMkLst>
            <pc:docMk/>
            <pc:sldMk cId="2257159162" sldId="1131"/>
            <ac:spMk id="1405" creationId="{2E7904B9-AEA1-840B-61ED-255557850811}"/>
          </ac:spMkLst>
        </pc:spChg>
        <pc:spChg chg="mod">
          <ac:chgData name="Gareth Thomson | Football Queensland" userId="45505d28-f665-4546-80c4-7c2d16b5a302" providerId="ADAL" clId="{554FE7FD-D18D-4BB5-A4B8-9C51F228B7BB}" dt="2024-11-04T03:42:13.052" v="2452"/>
          <ac:spMkLst>
            <pc:docMk/>
            <pc:sldMk cId="2257159162" sldId="1131"/>
            <ac:spMk id="1406" creationId="{D2348A22-E800-C7BD-A870-48F73F86BDE6}"/>
          </ac:spMkLst>
        </pc:spChg>
        <pc:spChg chg="mod">
          <ac:chgData name="Gareth Thomson | Football Queensland" userId="45505d28-f665-4546-80c4-7c2d16b5a302" providerId="ADAL" clId="{554FE7FD-D18D-4BB5-A4B8-9C51F228B7BB}" dt="2024-11-04T03:42:13.052" v="2452"/>
          <ac:spMkLst>
            <pc:docMk/>
            <pc:sldMk cId="2257159162" sldId="1131"/>
            <ac:spMk id="1407" creationId="{3A30BA10-1137-0557-C977-D0A9E3310293}"/>
          </ac:spMkLst>
        </pc:spChg>
        <pc:spChg chg="mod">
          <ac:chgData name="Gareth Thomson | Football Queensland" userId="45505d28-f665-4546-80c4-7c2d16b5a302" providerId="ADAL" clId="{554FE7FD-D18D-4BB5-A4B8-9C51F228B7BB}" dt="2024-11-04T03:42:15.454" v="2454"/>
          <ac:spMkLst>
            <pc:docMk/>
            <pc:sldMk cId="2257159162" sldId="1131"/>
            <ac:spMk id="1409" creationId="{D1C03153-4402-958E-D9DF-76837EAC5168}"/>
          </ac:spMkLst>
        </pc:spChg>
        <pc:spChg chg="mod">
          <ac:chgData name="Gareth Thomson | Football Queensland" userId="45505d28-f665-4546-80c4-7c2d16b5a302" providerId="ADAL" clId="{554FE7FD-D18D-4BB5-A4B8-9C51F228B7BB}" dt="2024-11-04T03:42:15.454" v="2454"/>
          <ac:spMkLst>
            <pc:docMk/>
            <pc:sldMk cId="2257159162" sldId="1131"/>
            <ac:spMk id="1410" creationId="{462E482E-D736-25BA-C3DB-7DCF9D59EDD9}"/>
          </ac:spMkLst>
        </pc:spChg>
        <pc:spChg chg="mod">
          <ac:chgData name="Gareth Thomson | Football Queensland" userId="45505d28-f665-4546-80c4-7c2d16b5a302" providerId="ADAL" clId="{554FE7FD-D18D-4BB5-A4B8-9C51F228B7BB}" dt="2024-11-04T03:42:15.454" v="2454"/>
          <ac:spMkLst>
            <pc:docMk/>
            <pc:sldMk cId="2257159162" sldId="1131"/>
            <ac:spMk id="1411" creationId="{E3758880-85F2-4CF6-ECF6-3FD76EF7253A}"/>
          </ac:spMkLst>
        </pc:spChg>
        <pc:spChg chg="mod">
          <ac:chgData name="Gareth Thomson | Football Queensland" userId="45505d28-f665-4546-80c4-7c2d16b5a302" providerId="ADAL" clId="{554FE7FD-D18D-4BB5-A4B8-9C51F228B7BB}" dt="2024-11-04T03:42:15.454" v="2454"/>
          <ac:spMkLst>
            <pc:docMk/>
            <pc:sldMk cId="2257159162" sldId="1131"/>
            <ac:spMk id="1412" creationId="{F8019E5F-1532-7D85-0883-C16E188CF56A}"/>
          </ac:spMkLst>
        </pc:spChg>
        <pc:spChg chg="mod">
          <ac:chgData name="Gareth Thomson | Football Queensland" userId="45505d28-f665-4546-80c4-7c2d16b5a302" providerId="ADAL" clId="{554FE7FD-D18D-4BB5-A4B8-9C51F228B7BB}" dt="2024-11-04T03:42:19.934" v="2457"/>
          <ac:spMkLst>
            <pc:docMk/>
            <pc:sldMk cId="2257159162" sldId="1131"/>
            <ac:spMk id="1414" creationId="{D80B5E97-43A7-3F70-55C3-B1FDD9075F8D}"/>
          </ac:spMkLst>
        </pc:spChg>
        <pc:spChg chg="mod">
          <ac:chgData name="Gareth Thomson | Football Queensland" userId="45505d28-f665-4546-80c4-7c2d16b5a302" providerId="ADAL" clId="{554FE7FD-D18D-4BB5-A4B8-9C51F228B7BB}" dt="2024-11-04T03:42:19.934" v="2457"/>
          <ac:spMkLst>
            <pc:docMk/>
            <pc:sldMk cId="2257159162" sldId="1131"/>
            <ac:spMk id="1415" creationId="{5A3C8513-5589-F0AE-CCB1-88CFFDAF21F7}"/>
          </ac:spMkLst>
        </pc:spChg>
        <pc:spChg chg="mod">
          <ac:chgData name="Gareth Thomson | Football Queensland" userId="45505d28-f665-4546-80c4-7c2d16b5a302" providerId="ADAL" clId="{554FE7FD-D18D-4BB5-A4B8-9C51F228B7BB}" dt="2024-11-04T03:42:19.934" v="2457"/>
          <ac:spMkLst>
            <pc:docMk/>
            <pc:sldMk cId="2257159162" sldId="1131"/>
            <ac:spMk id="1416" creationId="{43775231-3591-95E7-7E0C-82C0AA5354ED}"/>
          </ac:spMkLst>
        </pc:spChg>
        <pc:spChg chg="mod">
          <ac:chgData name="Gareth Thomson | Football Queensland" userId="45505d28-f665-4546-80c4-7c2d16b5a302" providerId="ADAL" clId="{554FE7FD-D18D-4BB5-A4B8-9C51F228B7BB}" dt="2024-11-04T03:42:19.934" v="2457"/>
          <ac:spMkLst>
            <pc:docMk/>
            <pc:sldMk cId="2257159162" sldId="1131"/>
            <ac:spMk id="1417" creationId="{6F0001D1-6869-D6E3-0797-D7D905986CD5}"/>
          </ac:spMkLst>
        </pc:spChg>
        <pc:spChg chg="add mod">
          <ac:chgData name="Gareth Thomson | Football Queensland" userId="45505d28-f665-4546-80c4-7c2d16b5a302" providerId="ADAL" clId="{554FE7FD-D18D-4BB5-A4B8-9C51F228B7BB}" dt="2024-11-04T03:42:31.113" v="2463" actId="1076"/>
          <ac:spMkLst>
            <pc:docMk/>
            <pc:sldMk cId="2257159162" sldId="1131"/>
            <ac:spMk id="1418" creationId="{8163B6D1-3A28-6330-C817-DC5319BBB382}"/>
          </ac:spMkLst>
        </pc:spChg>
        <pc:spChg chg="add mod">
          <ac:chgData name="Gareth Thomson | Football Queensland" userId="45505d28-f665-4546-80c4-7c2d16b5a302" providerId="ADAL" clId="{554FE7FD-D18D-4BB5-A4B8-9C51F228B7BB}" dt="2024-11-04T03:42:38.223" v="2466" actId="1076"/>
          <ac:spMkLst>
            <pc:docMk/>
            <pc:sldMk cId="2257159162" sldId="1131"/>
            <ac:spMk id="1419" creationId="{C61A106F-F35A-CC0D-04B1-D21739D846DB}"/>
          </ac:spMkLst>
        </pc:spChg>
        <pc:spChg chg="add mod">
          <ac:chgData name="Gareth Thomson | Football Queensland" userId="45505d28-f665-4546-80c4-7c2d16b5a302" providerId="ADAL" clId="{554FE7FD-D18D-4BB5-A4B8-9C51F228B7BB}" dt="2024-11-04T03:42:41.352" v="2468" actId="1076"/>
          <ac:spMkLst>
            <pc:docMk/>
            <pc:sldMk cId="2257159162" sldId="1131"/>
            <ac:spMk id="1420" creationId="{67B5A221-761A-1160-DBDA-CE858C75CCC9}"/>
          </ac:spMkLst>
        </pc:spChg>
        <pc:spChg chg="add mod">
          <ac:chgData name="Gareth Thomson | Football Queensland" userId="45505d28-f665-4546-80c4-7c2d16b5a302" providerId="ADAL" clId="{554FE7FD-D18D-4BB5-A4B8-9C51F228B7BB}" dt="2024-11-04T03:42:44.752" v="2470" actId="1076"/>
          <ac:spMkLst>
            <pc:docMk/>
            <pc:sldMk cId="2257159162" sldId="1131"/>
            <ac:spMk id="1421" creationId="{BC34E5B3-0A10-05BA-C353-0EF012ACF04E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0.592" v="2472" actId="1076"/>
          <ac:spMkLst>
            <pc:docMk/>
            <pc:sldMk cId="2257159162" sldId="1131"/>
            <ac:spMk id="1422" creationId="{87B1DC17-61DA-EA99-9206-7E336C1051F7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0.592" v="2472" actId="1076"/>
          <ac:spMkLst>
            <pc:docMk/>
            <pc:sldMk cId="2257159162" sldId="1131"/>
            <ac:spMk id="1423" creationId="{270B62B3-EC7A-25D4-0FF4-CAABCD0EED34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0.592" v="2472" actId="1076"/>
          <ac:spMkLst>
            <pc:docMk/>
            <pc:sldMk cId="2257159162" sldId="1131"/>
            <ac:spMk id="1424" creationId="{E11F8B40-8D45-D7D5-EA67-DB241679CBBC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9.846" v="2476" actId="1076"/>
          <ac:spMkLst>
            <pc:docMk/>
            <pc:sldMk cId="2257159162" sldId="1131"/>
            <ac:spMk id="1425" creationId="{9F945AC9-53DC-BAFC-FD06-6ABFE1060926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9.846" v="2476" actId="1076"/>
          <ac:spMkLst>
            <pc:docMk/>
            <pc:sldMk cId="2257159162" sldId="1131"/>
            <ac:spMk id="1426" creationId="{E7555157-1D92-C85B-2112-8CBE450E313C}"/>
          </ac:spMkLst>
        </pc:spChg>
        <pc:spChg chg="add mod">
          <ac:chgData name="Gareth Thomson | Football Queensland" userId="45505d28-f665-4546-80c4-7c2d16b5a302" providerId="ADAL" clId="{554FE7FD-D18D-4BB5-A4B8-9C51F228B7BB}" dt="2024-11-04T03:42:59.846" v="2476" actId="1076"/>
          <ac:spMkLst>
            <pc:docMk/>
            <pc:sldMk cId="2257159162" sldId="1131"/>
            <ac:spMk id="1427" creationId="{43F4A33D-EA88-A9D0-83A1-843ACA971AD9}"/>
          </ac:spMkLst>
        </pc:spChg>
        <pc:spChg chg="add mod">
          <ac:chgData name="Gareth Thomson | Football Queensland" userId="45505d28-f665-4546-80c4-7c2d16b5a302" providerId="ADAL" clId="{554FE7FD-D18D-4BB5-A4B8-9C51F228B7BB}" dt="2024-11-04T03:43:02.640" v="2478" actId="1076"/>
          <ac:spMkLst>
            <pc:docMk/>
            <pc:sldMk cId="2257159162" sldId="1131"/>
            <ac:spMk id="1428" creationId="{A604558C-972C-E3EE-2C93-A73AC076EF5A}"/>
          </ac:spMkLst>
        </pc:spChg>
        <pc:spChg chg="add mod">
          <ac:chgData name="Gareth Thomson | Football Queensland" userId="45505d28-f665-4546-80c4-7c2d16b5a302" providerId="ADAL" clId="{554FE7FD-D18D-4BB5-A4B8-9C51F228B7BB}" dt="2024-11-04T03:43:02.640" v="2478" actId="1076"/>
          <ac:spMkLst>
            <pc:docMk/>
            <pc:sldMk cId="2257159162" sldId="1131"/>
            <ac:spMk id="1429" creationId="{F52FAEDB-7622-271B-DA15-6ACFAA88328E}"/>
          </ac:spMkLst>
        </pc:spChg>
        <pc:spChg chg="add mod">
          <ac:chgData name="Gareth Thomson | Football Queensland" userId="45505d28-f665-4546-80c4-7c2d16b5a302" providerId="ADAL" clId="{554FE7FD-D18D-4BB5-A4B8-9C51F228B7BB}" dt="2024-11-04T03:43:02.640" v="2478" actId="1076"/>
          <ac:spMkLst>
            <pc:docMk/>
            <pc:sldMk cId="2257159162" sldId="1131"/>
            <ac:spMk id="1430" creationId="{A443B3B1-A60A-0329-6D4A-E5B3D4922DCB}"/>
          </ac:spMkLst>
        </pc:spChg>
        <pc:spChg chg="add mod">
          <ac:chgData name="Gareth Thomson | Football Queensland" userId="45505d28-f665-4546-80c4-7c2d16b5a302" providerId="ADAL" clId="{554FE7FD-D18D-4BB5-A4B8-9C51F228B7BB}" dt="2024-11-04T11:43:28.113" v="8120"/>
          <ac:spMkLst>
            <pc:docMk/>
            <pc:sldMk cId="2257159162" sldId="1131"/>
            <ac:spMk id="1433" creationId="{35240D45-76DD-D994-27FC-34D73660235E}"/>
          </ac:spMkLst>
        </pc:spChg>
        <pc:spChg chg="add mod">
          <ac:chgData name="Gareth Thomson | Football Queensland" userId="45505d28-f665-4546-80c4-7c2d16b5a302" providerId="ADAL" clId="{554FE7FD-D18D-4BB5-A4B8-9C51F228B7BB}" dt="2024-11-04T10:41:36.042" v="6453" actId="5793"/>
          <ac:spMkLst>
            <pc:docMk/>
            <pc:sldMk cId="2257159162" sldId="1131"/>
            <ac:spMk id="1434" creationId="{4B2688B9-719B-E9A0-2C49-805E19ED21B2}"/>
          </ac:spMkLst>
        </pc:spChg>
        <pc:spChg chg="add mod">
          <ac:chgData name="Gareth Thomson | Football Queensland" userId="45505d28-f665-4546-80c4-7c2d16b5a302" providerId="ADAL" clId="{554FE7FD-D18D-4BB5-A4B8-9C51F228B7BB}" dt="2024-11-04T10:39:38.131" v="6059" actId="113"/>
          <ac:spMkLst>
            <pc:docMk/>
            <pc:sldMk cId="2257159162" sldId="1131"/>
            <ac:spMk id="1435" creationId="{A1531702-E47B-81A2-2BAA-DE9E3B3ED0B8}"/>
          </ac:spMkLst>
        </pc:spChg>
        <pc:spChg chg="mod">
          <ac:chgData name="Gareth Thomson | Football Queensland" userId="45505d28-f665-4546-80c4-7c2d16b5a302" providerId="ADAL" clId="{554FE7FD-D18D-4BB5-A4B8-9C51F228B7BB}" dt="2024-11-04T10:33:13.670" v="5665"/>
          <ac:spMkLst>
            <pc:docMk/>
            <pc:sldMk cId="2257159162" sldId="1131"/>
            <ac:spMk id="1437" creationId="{A448B48C-68CE-B96F-1EA7-6DE46F21556D}"/>
          </ac:spMkLst>
        </pc:spChg>
        <pc:spChg chg="mod">
          <ac:chgData name="Gareth Thomson | Football Queensland" userId="45505d28-f665-4546-80c4-7c2d16b5a302" providerId="ADAL" clId="{554FE7FD-D18D-4BB5-A4B8-9C51F228B7BB}" dt="2024-11-04T10:33:13.670" v="5665"/>
          <ac:spMkLst>
            <pc:docMk/>
            <pc:sldMk cId="2257159162" sldId="1131"/>
            <ac:spMk id="1438" creationId="{6961D992-1BC4-ADDA-F640-1457679D8D12}"/>
          </ac:spMkLst>
        </pc:spChg>
        <pc:spChg chg="mod">
          <ac:chgData name="Gareth Thomson | Football Queensland" userId="45505d28-f665-4546-80c4-7c2d16b5a302" providerId="ADAL" clId="{554FE7FD-D18D-4BB5-A4B8-9C51F228B7BB}" dt="2024-11-04T10:33:13.670" v="5665"/>
          <ac:spMkLst>
            <pc:docMk/>
            <pc:sldMk cId="2257159162" sldId="1131"/>
            <ac:spMk id="1439" creationId="{D573D41A-802F-044E-1FAF-29BB005913D9}"/>
          </ac:spMkLst>
        </pc:spChg>
        <pc:spChg chg="mod">
          <ac:chgData name="Gareth Thomson | Football Queensland" userId="45505d28-f665-4546-80c4-7c2d16b5a302" providerId="ADAL" clId="{554FE7FD-D18D-4BB5-A4B8-9C51F228B7BB}" dt="2024-11-04T10:33:13.670" v="5665"/>
          <ac:spMkLst>
            <pc:docMk/>
            <pc:sldMk cId="2257159162" sldId="1131"/>
            <ac:spMk id="1440" creationId="{9E9C4E40-30C0-75EC-58F5-A54BD5258823}"/>
          </ac:spMkLst>
        </pc:spChg>
        <pc:spChg chg="mod">
          <ac:chgData name="Gareth Thomson | Football Queensland" userId="45505d28-f665-4546-80c4-7c2d16b5a302" providerId="ADAL" clId="{554FE7FD-D18D-4BB5-A4B8-9C51F228B7BB}" dt="2024-11-04T10:33:15.524" v="5666"/>
          <ac:spMkLst>
            <pc:docMk/>
            <pc:sldMk cId="2257159162" sldId="1131"/>
            <ac:spMk id="1442" creationId="{D477FCCC-9282-737D-9AEE-83245C028940}"/>
          </ac:spMkLst>
        </pc:spChg>
        <pc:spChg chg="mod">
          <ac:chgData name="Gareth Thomson | Football Queensland" userId="45505d28-f665-4546-80c4-7c2d16b5a302" providerId="ADAL" clId="{554FE7FD-D18D-4BB5-A4B8-9C51F228B7BB}" dt="2024-11-04T10:33:15.524" v="5666"/>
          <ac:spMkLst>
            <pc:docMk/>
            <pc:sldMk cId="2257159162" sldId="1131"/>
            <ac:spMk id="1443" creationId="{419F2CB1-F10F-0647-C5A4-9AFF604F0917}"/>
          </ac:spMkLst>
        </pc:spChg>
        <pc:spChg chg="mod">
          <ac:chgData name="Gareth Thomson | Football Queensland" userId="45505d28-f665-4546-80c4-7c2d16b5a302" providerId="ADAL" clId="{554FE7FD-D18D-4BB5-A4B8-9C51F228B7BB}" dt="2024-11-04T10:33:15.524" v="5666"/>
          <ac:spMkLst>
            <pc:docMk/>
            <pc:sldMk cId="2257159162" sldId="1131"/>
            <ac:spMk id="1444" creationId="{E6F8F543-932D-233B-AF04-76F278229BF8}"/>
          </ac:spMkLst>
        </pc:spChg>
        <pc:spChg chg="mod">
          <ac:chgData name="Gareth Thomson | Football Queensland" userId="45505d28-f665-4546-80c4-7c2d16b5a302" providerId="ADAL" clId="{554FE7FD-D18D-4BB5-A4B8-9C51F228B7BB}" dt="2024-11-04T10:33:15.524" v="5666"/>
          <ac:spMkLst>
            <pc:docMk/>
            <pc:sldMk cId="2257159162" sldId="1131"/>
            <ac:spMk id="1445" creationId="{2F119F31-1EDC-D13E-EF2A-39B5AAF2C49A}"/>
          </ac:spMkLst>
        </pc:spChg>
        <pc:grpChg chg="add mod">
          <ac:chgData name="Gareth Thomson | Football Queensland" userId="45505d28-f665-4546-80c4-7c2d16b5a302" providerId="ADAL" clId="{554FE7FD-D18D-4BB5-A4B8-9C51F228B7BB}" dt="2024-11-04T03:27:21.786" v="2318"/>
          <ac:grpSpMkLst>
            <pc:docMk/>
            <pc:sldMk cId="2257159162" sldId="1131"/>
            <ac:grpSpMk id="2" creationId="{CE92384F-2C43-CF24-0E23-41039A5D12F1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23" creationId="{CA5E86B2-0469-DF41-FCC5-174EB64BFB3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27:41.967" v="2322" actId="1076"/>
          <ac:grpSpMkLst>
            <pc:docMk/>
            <pc:sldMk cId="2257159162" sldId="1131"/>
            <ac:grpSpMk id="24" creationId="{764C2039-7405-841C-08E2-E8EFE03C18CD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026" creationId="{3DA2048C-3284-50D2-01F1-A8C091A15116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4:51.664" v="2410" actId="1076"/>
          <ac:grpSpMkLst>
            <pc:docMk/>
            <pc:sldMk cId="2257159162" sldId="1131"/>
            <ac:grpSpMk id="1030" creationId="{D3347220-8727-3726-305B-645759FF7690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4:25.855" v="2405" actId="1076"/>
          <ac:grpSpMkLst>
            <pc:docMk/>
            <pc:sldMk cId="2257159162" sldId="1131"/>
            <ac:grpSpMk id="1039" creationId="{A3BAA884-7670-06C3-0DBF-4689461E8CB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3:53.639" v="2397" actId="1076"/>
          <ac:grpSpMkLst>
            <pc:docMk/>
            <pc:sldMk cId="2257159162" sldId="1131"/>
            <ac:grpSpMk id="1045" creationId="{167F3D04-F7C3-AA6E-B620-C483310006F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5:02.766" v="2414" actId="1076"/>
          <ac:grpSpMkLst>
            <pc:docMk/>
            <pc:sldMk cId="2257159162" sldId="1131"/>
            <ac:grpSpMk id="1050" creationId="{DEBB60D8-F574-8CC3-CFBB-265134B25C5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4:29.855" v="2406" actId="1076"/>
          <ac:grpSpMkLst>
            <pc:docMk/>
            <pc:sldMk cId="2257159162" sldId="1131"/>
            <ac:grpSpMk id="1094" creationId="{01EA440D-4A0C-C4C7-6409-8DC9CF36259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4:04.049" v="2399" actId="1076"/>
          <ac:grpSpMkLst>
            <pc:docMk/>
            <pc:sldMk cId="2257159162" sldId="1131"/>
            <ac:grpSpMk id="1100" creationId="{1F967D31-9606-3F26-253A-92E4F6C35BA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5:04.695" v="2415" actId="1076"/>
          <ac:grpSpMkLst>
            <pc:docMk/>
            <pc:sldMk cId="2257159162" sldId="1131"/>
            <ac:grpSpMk id="1106" creationId="{0326E03C-3232-0E33-4BF9-947A19547E3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27:47.888" v="2328" actId="1076"/>
          <ac:grpSpMkLst>
            <pc:docMk/>
            <pc:sldMk cId="2257159162" sldId="1131"/>
            <ac:grpSpMk id="1126" creationId="{0F8649FA-EC86-FA6B-EB34-E511B13D5950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28" creationId="{BA88073E-8BAF-D3C3-75A2-A63E53A882C6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27:50.520" v="2330" actId="1076"/>
          <ac:grpSpMkLst>
            <pc:docMk/>
            <pc:sldMk cId="2257159162" sldId="1131"/>
            <ac:grpSpMk id="1139" creationId="{1DA32FB2-6E0F-59D5-BF86-AA77055185E6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6:54.096" v="2438" actId="1076"/>
          <ac:grpSpMkLst>
            <pc:docMk/>
            <pc:sldMk cId="2257159162" sldId="1131"/>
            <ac:grpSpMk id="1146" creationId="{D910CC7F-DC2C-C3FC-AF2A-837FB4286200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28:07.303" v="2337" actId="1076"/>
          <ac:grpSpMkLst>
            <pc:docMk/>
            <pc:sldMk cId="2257159162" sldId="1131"/>
            <ac:grpSpMk id="1153" creationId="{174F50E8-B3AE-D20A-0DD2-8963C51B640D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58" creationId="{D686933E-972A-3C83-4E13-A88B3EB96417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66" creationId="{799A9CBD-3103-6C2D-624E-FD53BFF60675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72" creationId="{66424E29-8447-D18E-7893-1F00CBC5094A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78" creationId="{8FC20FE3-830B-3364-C21A-38BD1C66822E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186" creationId="{91D84182-6851-6706-767B-798E8210B09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0:52.904" v="2354" actId="1076"/>
          <ac:grpSpMkLst>
            <pc:docMk/>
            <pc:sldMk cId="2257159162" sldId="1131"/>
            <ac:grpSpMk id="1194" creationId="{15BD9631-BA93-BFE4-EA10-32FE4888A268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21" creationId="{FBABDEF5-CA3C-7E00-8562-68916DC1A4BA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30" creationId="{553CE142-F5BA-3662-5B4F-E39E51A26825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36" creationId="{15E7397A-18E0-596B-36FA-4E05D2268A6E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42" creationId="{073EEBF2-5BC2-3A53-D36A-A37C9F165ADB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48" creationId="{7D65FD70-21E7-F4D1-F5D3-454096E802EF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54" creationId="{ADC70DBD-A81F-48A0-1A79-48A212B9075D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60" creationId="{5D6A06A3-CFAC-613D-C493-BDE598F86F75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66" creationId="{C319DA3D-1B89-0458-0639-AF9882FA3717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72" creationId="{E4E611E0-3EE7-94A7-275C-2E85E5A9948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4:06.599" v="2400" actId="1076"/>
          <ac:grpSpMkLst>
            <pc:docMk/>
            <pc:sldMk cId="2257159162" sldId="1131"/>
            <ac:grpSpMk id="1285" creationId="{48CAAF19-87CA-AAEF-40D6-30F189B2C251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92" creationId="{3EFD2D46-4FAA-80B1-5A50-9CD9FA66C7F1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297" creationId="{CD320860-198C-D6F1-0A67-24129654C74A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02" creationId="{FACD6617-7C4A-280F-E973-6BE5A735883C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07" creationId="{379D7056-4A5F-616A-2109-D3911F6AEBC7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17" creationId="{A42C3B62-FDE7-F5FF-C0D4-100C0338E601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22" creationId="{62A528BB-2F82-B335-5057-E2801F538660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27" creationId="{CC66B55E-2536-12C8-3F68-CFFE99AE14C4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32" creationId="{E1EBEF80-1024-51F2-A4CE-27180E7341D6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53" creationId="{D8223927-FEC2-3F54-E94B-F04C036C29C8}"/>
          </ac:grpSpMkLst>
        </pc:grpChg>
        <pc:grpChg chg="del">
          <ac:chgData name="Gareth Thomson | Football Queensland" userId="45505d28-f665-4546-80c4-7c2d16b5a302" providerId="ADAL" clId="{554FE7FD-D18D-4BB5-A4B8-9C51F228B7BB}" dt="2024-11-04T03:27:11.423" v="2316" actId="478"/>
          <ac:grpSpMkLst>
            <pc:docMk/>
            <pc:sldMk cId="2257159162" sldId="1131"/>
            <ac:grpSpMk id="1358" creationId="{3248C378-F264-B655-F1BD-8CC5F7982F96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6:43.783" v="2435" actId="1076"/>
          <ac:grpSpMkLst>
            <pc:docMk/>
            <pc:sldMk cId="2257159162" sldId="1131"/>
            <ac:grpSpMk id="1368" creationId="{63D5F303-E056-6CC5-2C8C-B93A5A5F829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36:49.280" v="2436" actId="1076"/>
          <ac:grpSpMkLst>
            <pc:docMk/>
            <pc:sldMk cId="2257159162" sldId="1131"/>
            <ac:grpSpMk id="1375" creationId="{2B70BEEE-E709-1CED-F610-53507027A53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1:47.529" v="2440" actId="1076"/>
          <ac:grpSpMkLst>
            <pc:docMk/>
            <pc:sldMk cId="2257159162" sldId="1131"/>
            <ac:grpSpMk id="1376" creationId="{1774C601-1480-4E55-2856-84BE2898E0E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1:51.544" v="2443" actId="688"/>
          <ac:grpSpMkLst>
            <pc:docMk/>
            <pc:sldMk cId="2257159162" sldId="1131"/>
            <ac:grpSpMk id="1382" creationId="{1D6A9230-C81B-735B-5154-BFE65268486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04.368" v="2447" actId="1076"/>
          <ac:grpSpMkLst>
            <pc:docMk/>
            <pc:sldMk cId="2257159162" sldId="1131"/>
            <ac:grpSpMk id="1388" creationId="{D98E39E3-22A4-192E-5EF6-F1E467994F2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22.496" v="2459" actId="1076"/>
          <ac:grpSpMkLst>
            <pc:docMk/>
            <pc:sldMk cId="2257159162" sldId="1131"/>
            <ac:grpSpMk id="1393" creationId="{068F0109-6AC1-9BF1-36D9-3325CC677BC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12.559" v="2451" actId="1076"/>
          <ac:grpSpMkLst>
            <pc:docMk/>
            <pc:sldMk cId="2257159162" sldId="1131"/>
            <ac:grpSpMk id="1398" creationId="{B799552C-E0A0-E0F1-F200-C6D3F6AD720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14.943" v="2453" actId="1076"/>
          <ac:grpSpMkLst>
            <pc:docMk/>
            <pc:sldMk cId="2257159162" sldId="1131"/>
            <ac:grpSpMk id="1403" creationId="{C04E537A-D37E-DB77-D05D-55B045D1F89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19.440" v="2456" actId="688"/>
          <ac:grpSpMkLst>
            <pc:docMk/>
            <pc:sldMk cId="2257159162" sldId="1131"/>
            <ac:grpSpMk id="1408" creationId="{B2B08102-14E1-FEC5-002A-6F9519626DA3}"/>
          </ac:grpSpMkLst>
        </pc:grpChg>
        <pc:grpChg chg="add mod">
          <ac:chgData name="Gareth Thomson | Football Queensland" userId="45505d28-f665-4546-80c4-7c2d16b5a302" providerId="ADAL" clId="{554FE7FD-D18D-4BB5-A4B8-9C51F228B7BB}" dt="2024-11-04T03:42:25.992" v="2461" actId="688"/>
          <ac:grpSpMkLst>
            <pc:docMk/>
            <pc:sldMk cId="2257159162" sldId="1131"/>
            <ac:grpSpMk id="1413" creationId="{97FC7F69-5873-71FD-7B42-8EBDBE1A3DA1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13.670" v="5665"/>
          <ac:grpSpMkLst>
            <pc:docMk/>
            <pc:sldMk cId="2257159162" sldId="1131"/>
            <ac:grpSpMk id="1436" creationId="{ADAFE727-670B-AD6C-7DCF-0DDB8F984EAF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24.484" v="5667" actId="1076"/>
          <ac:grpSpMkLst>
            <pc:docMk/>
            <pc:sldMk cId="2257159162" sldId="1131"/>
            <ac:grpSpMk id="1441" creationId="{149EF84A-7C24-CBC8-6A6A-AFD19711EE2A}"/>
          </ac:grpSpMkLst>
        </pc:grpChg>
        <pc:picChg chg="add mod">
          <ac:chgData name="Gareth Thomson | Football Queensland" userId="45505d28-f665-4546-80c4-7c2d16b5a302" providerId="ADAL" clId="{554FE7FD-D18D-4BB5-A4B8-9C51F228B7BB}" dt="2024-11-04T03:34:20.327" v="2404" actId="1076"/>
          <ac:picMkLst>
            <pc:docMk/>
            <pc:sldMk cId="2257159162" sldId="1131"/>
            <ac:picMk id="1112" creationId="{FFC780BA-BF34-B40D-0874-D3A416809D93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6:26.887" v="2434" actId="1076"/>
          <ac:picMkLst>
            <pc:docMk/>
            <pc:sldMk cId="2257159162" sldId="1131"/>
            <ac:picMk id="1113" creationId="{3B88D997-A092-9C4F-DB1D-CEF530C4FC1F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5:17.527" v="2423" actId="1076"/>
          <ac:picMkLst>
            <pc:docMk/>
            <pc:sldMk cId="2257159162" sldId="1131"/>
            <ac:picMk id="1114" creationId="{4FD6A8C0-0010-C05F-A882-632A510549A7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5:10.743" v="2421" actId="1036"/>
          <ac:picMkLst>
            <pc:docMk/>
            <pc:sldMk cId="2257159162" sldId="1131"/>
            <ac:picMk id="1115" creationId="{E1B5F8CE-8987-7F00-5399-7BBFC9FB253B}"/>
          </ac:picMkLst>
        </pc:picChg>
        <pc:picChg chg="del">
          <ac:chgData name="Gareth Thomson | Football Queensland" userId="45505d28-f665-4546-80c4-7c2d16b5a302" providerId="ADAL" clId="{554FE7FD-D18D-4BB5-A4B8-9C51F228B7BB}" dt="2024-11-04T03:27:11.423" v="2316" actId="478"/>
          <ac:picMkLst>
            <pc:docMk/>
            <pc:sldMk cId="2257159162" sldId="1131"/>
            <ac:picMk id="1290" creationId="{90B5C525-893F-B150-B9ED-89127A403E5E}"/>
          </ac:picMkLst>
        </pc:picChg>
        <pc:picChg chg="del">
          <ac:chgData name="Gareth Thomson | Football Queensland" userId="45505d28-f665-4546-80c4-7c2d16b5a302" providerId="ADAL" clId="{554FE7FD-D18D-4BB5-A4B8-9C51F228B7BB}" dt="2024-11-04T03:27:11.423" v="2316" actId="478"/>
          <ac:picMkLst>
            <pc:docMk/>
            <pc:sldMk cId="2257159162" sldId="1131"/>
            <ac:picMk id="1291" creationId="{17F4C49B-7008-6DA4-6F70-59C6C7929530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6:17.630" v="2432" actId="1076"/>
          <ac:picMkLst>
            <pc:docMk/>
            <pc:sldMk cId="2257159162" sldId="1131"/>
            <ac:picMk id="1313" creationId="{EE646BAA-BD32-7A91-5625-A57C4BDF9D4F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6:14.287" v="2431" actId="1076"/>
          <ac:picMkLst>
            <pc:docMk/>
            <pc:sldMk cId="2257159162" sldId="1131"/>
            <ac:picMk id="1314" creationId="{87A41E86-4831-B6E0-78D8-70DD69267EDF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6:21.302" v="2433" actId="1076"/>
          <ac:picMkLst>
            <pc:docMk/>
            <pc:sldMk cId="2257159162" sldId="1131"/>
            <ac:picMk id="1315" creationId="{106DFD05-5DB1-9362-CCF7-32E08B6B8CBA}"/>
          </ac:picMkLst>
        </pc:picChg>
        <pc:picChg chg="add mod">
          <ac:chgData name="Gareth Thomson | Football Queensland" userId="45505d28-f665-4546-80c4-7c2d16b5a302" providerId="ADAL" clId="{554FE7FD-D18D-4BB5-A4B8-9C51F228B7BB}" dt="2024-11-04T03:36:09.624" v="2430" actId="1076"/>
          <ac:picMkLst>
            <pc:docMk/>
            <pc:sldMk cId="2257159162" sldId="1131"/>
            <ac:picMk id="1316" creationId="{369C12D3-90E3-83ED-7D81-31B68A38D96A}"/>
          </ac:picMkLst>
        </pc:picChg>
        <pc:picChg chg="add del mod">
          <ac:chgData name="Gareth Thomson | Football Queensland" userId="45505d28-f665-4546-80c4-7c2d16b5a302" providerId="ADAL" clId="{554FE7FD-D18D-4BB5-A4B8-9C51F228B7BB}" dt="2024-11-04T06:51:43.247" v="3899" actId="478"/>
          <ac:picMkLst>
            <pc:docMk/>
            <pc:sldMk cId="2257159162" sldId="1131"/>
            <ac:picMk id="1431" creationId="{2371F8C6-1CDF-D232-1D3F-D8C1A8D97C30}"/>
          </ac:picMkLst>
        </pc:picChg>
        <pc:picChg chg="add del mod">
          <ac:chgData name="Gareth Thomson | Football Queensland" userId="45505d28-f665-4546-80c4-7c2d16b5a302" providerId="ADAL" clId="{554FE7FD-D18D-4BB5-A4B8-9C51F228B7BB}" dt="2024-11-04T06:51:43.247" v="3899" actId="478"/>
          <ac:picMkLst>
            <pc:docMk/>
            <pc:sldMk cId="2257159162" sldId="1131"/>
            <ac:picMk id="1432" creationId="{E12B4232-CA38-7DA0-0372-781ED4BE9625}"/>
          </ac:picMkLst>
        </pc:picChg>
        <pc:cxnChg chg="add mod">
          <ac:chgData name="Gareth Thomson | Football Queensland" userId="45505d28-f665-4546-80c4-7c2d16b5a302" providerId="ADAL" clId="{554FE7FD-D18D-4BB5-A4B8-9C51F228B7BB}" dt="2024-11-04T03:35:29.599" v="2426" actId="14100"/>
          <ac:cxnSpMkLst>
            <pc:docMk/>
            <pc:sldMk cId="2257159162" sldId="1131"/>
            <ac:cxnSpMk id="1055" creationId="{96458BC0-D351-D09C-86DB-1E99DEB2BA2E}"/>
          </ac:cxnSpMkLst>
        </pc:cxnChg>
        <pc:cxnChg chg="add mod">
          <ac:chgData name="Gareth Thomson | Football Queensland" userId="45505d28-f665-4546-80c4-7c2d16b5a302" providerId="ADAL" clId="{554FE7FD-D18D-4BB5-A4B8-9C51F228B7BB}" dt="2024-11-04T03:35:22.503" v="2424" actId="14100"/>
          <ac:cxnSpMkLst>
            <pc:docMk/>
            <pc:sldMk cId="2257159162" sldId="1131"/>
            <ac:cxnSpMk id="1111" creationId="{437544D2-BBA0-E83A-479D-D60AAEE1342F}"/>
          </ac:cxnSpMkLst>
        </pc:cxnChg>
        <pc:cxnChg chg="del">
          <ac:chgData name="Gareth Thomson | Football Queensland" userId="45505d28-f665-4546-80c4-7c2d16b5a302" providerId="ADAL" clId="{554FE7FD-D18D-4BB5-A4B8-9C51F228B7BB}" dt="2024-11-04T03:27:11.423" v="2316" actId="478"/>
          <ac:cxnSpMkLst>
            <pc:docMk/>
            <pc:sldMk cId="2257159162" sldId="1131"/>
            <ac:cxnSpMk id="1279" creationId="{26532CBE-9179-05FF-9ED6-DB2B957C1CFD}"/>
          </ac:cxnSpMkLst>
        </pc:cxnChg>
        <pc:cxnChg chg="del">
          <ac:chgData name="Gareth Thomson | Football Queensland" userId="45505d28-f665-4546-80c4-7c2d16b5a302" providerId="ADAL" clId="{554FE7FD-D18D-4BB5-A4B8-9C51F228B7BB}" dt="2024-11-04T03:27:11.423" v="2316" actId="478"/>
          <ac:cxnSpMkLst>
            <pc:docMk/>
            <pc:sldMk cId="2257159162" sldId="1131"/>
            <ac:cxnSpMk id="1281" creationId="{1249008D-F186-582A-4F97-03A5F5F747CB}"/>
          </ac:cxnSpMkLst>
        </pc:cxnChg>
        <pc:cxnChg chg="del">
          <ac:chgData name="Gareth Thomson | Football Queensland" userId="45505d28-f665-4546-80c4-7c2d16b5a302" providerId="ADAL" clId="{554FE7FD-D18D-4BB5-A4B8-9C51F228B7BB}" dt="2024-11-04T03:27:11.423" v="2316" actId="478"/>
          <ac:cxnSpMkLst>
            <pc:docMk/>
            <pc:sldMk cId="2257159162" sldId="1131"/>
            <ac:cxnSpMk id="1283" creationId="{849C7F88-31FF-605A-69E4-07DEC74D9BDA}"/>
          </ac:cxnSpMkLst>
        </pc:cxnChg>
        <pc:cxnChg chg="del">
          <ac:chgData name="Gareth Thomson | Football Queensland" userId="45505d28-f665-4546-80c4-7c2d16b5a302" providerId="ADAL" clId="{554FE7FD-D18D-4BB5-A4B8-9C51F228B7BB}" dt="2024-11-04T03:27:11.423" v="2316" actId="478"/>
          <ac:cxnSpMkLst>
            <pc:docMk/>
            <pc:sldMk cId="2257159162" sldId="1131"/>
            <ac:cxnSpMk id="1351" creationId="{057B202B-6C5B-E142-E07D-D0C6FCD27C9E}"/>
          </ac:cxnSpMkLst>
        </pc:cxnChg>
        <pc:cxnChg chg="del">
          <ac:chgData name="Gareth Thomson | Football Queensland" userId="45505d28-f665-4546-80c4-7c2d16b5a302" providerId="ADAL" clId="{554FE7FD-D18D-4BB5-A4B8-9C51F228B7BB}" dt="2024-11-04T03:27:11.423" v="2316" actId="478"/>
          <ac:cxnSpMkLst>
            <pc:docMk/>
            <pc:sldMk cId="2257159162" sldId="1131"/>
            <ac:cxnSpMk id="1352" creationId="{27A915A7-961D-5689-7551-E7734FAEF11E}"/>
          </ac:cxnSpMkLst>
        </pc:cxnChg>
      </pc:sldChg>
      <pc:sldChg chg="addSp delSp modSp add mod ord">
        <pc:chgData name="Gareth Thomson | Football Queensland" userId="45505d28-f665-4546-80c4-7c2d16b5a302" providerId="ADAL" clId="{554FE7FD-D18D-4BB5-A4B8-9C51F228B7BB}" dt="2024-11-04T11:43:24.152" v="8119"/>
        <pc:sldMkLst>
          <pc:docMk/>
          <pc:sldMk cId="432794014" sldId="1132"/>
        </pc:sldMkLst>
        <pc:spChg chg="mod">
          <ac:chgData name="Gareth Thomson | Football Queensland" userId="45505d28-f665-4546-80c4-7c2d16b5a302" providerId="ADAL" clId="{554FE7FD-D18D-4BB5-A4B8-9C51F228B7BB}" dt="2024-11-04T11:34:36.433" v="7988"/>
          <ac:spMkLst>
            <pc:docMk/>
            <pc:sldMk cId="432794014" sldId="1132"/>
            <ac:spMk id="3" creationId="{62380C4F-D3ED-73D6-67B5-DC739D4467F3}"/>
          </ac:spMkLst>
        </pc:spChg>
        <pc:spChg chg="mod">
          <ac:chgData name="Gareth Thomson | Football Queensland" userId="45505d28-f665-4546-80c4-7c2d16b5a302" providerId="ADAL" clId="{554FE7FD-D18D-4BB5-A4B8-9C51F228B7BB}" dt="2024-11-04T07:09:17.135" v="4628" actId="20577"/>
          <ac:spMkLst>
            <pc:docMk/>
            <pc:sldMk cId="432794014" sldId="1132"/>
            <ac:spMk id="4" creationId="{A0A66BBD-9C75-A139-D60F-D11847769CD2}"/>
          </ac:spMkLst>
        </pc:spChg>
        <pc:spChg chg="del mod">
          <ac:chgData name="Gareth Thomson | Football Queensland" userId="45505d28-f665-4546-80c4-7c2d16b5a302" providerId="ADAL" clId="{554FE7FD-D18D-4BB5-A4B8-9C51F228B7BB}" dt="2024-11-04T05:31:47.332" v="2910" actId="478"/>
          <ac:spMkLst>
            <pc:docMk/>
            <pc:sldMk cId="432794014" sldId="1132"/>
            <ac:spMk id="6" creationId="{5F4BFADF-FFE8-C387-1F6A-9CFAC99B1861}"/>
          </ac:spMkLst>
        </pc:spChg>
        <pc:spChg chg="del mod">
          <ac:chgData name="Gareth Thomson | Football Queensland" userId="45505d28-f665-4546-80c4-7c2d16b5a302" providerId="ADAL" clId="{554FE7FD-D18D-4BB5-A4B8-9C51F228B7BB}" dt="2024-11-04T05:31:47.332" v="2910" actId="478"/>
          <ac:spMkLst>
            <pc:docMk/>
            <pc:sldMk cId="432794014" sldId="1132"/>
            <ac:spMk id="7" creationId="{409AE0C2-8C66-968E-D523-26A408B88E7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" creationId="{711973D9-6447-E5A6-2E90-6A7CDE2EFE3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" creationId="{6A014CAE-5CE6-0B25-6CEF-0E43628E20FF}"/>
          </ac:spMkLst>
        </pc:spChg>
        <pc:spChg chg="add mod">
          <ac:chgData name="Gareth Thomson | Football Queensland" userId="45505d28-f665-4546-80c4-7c2d16b5a302" providerId="ADAL" clId="{554FE7FD-D18D-4BB5-A4B8-9C51F228B7BB}" dt="2024-11-04T03:58:35.279" v="2679"/>
          <ac:spMkLst>
            <pc:docMk/>
            <pc:sldMk cId="432794014" sldId="1132"/>
            <ac:spMk id="15" creationId="{4DF222C4-7D10-C63D-52A6-DCE8E86F3E02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7" creationId="{D86B721D-8D3D-A727-82DC-DC653AE05B45}"/>
          </ac:spMkLst>
        </pc:spChg>
        <pc:spChg chg="del mod">
          <ac:chgData name="Gareth Thomson | Football Queensland" userId="45505d28-f665-4546-80c4-7c2d16b5a302" providerId="ADAL" clId="{554FE7FD-D18D-4BB5-A4B8-9C51F228B7BB}" dt="2024-11-04T05:31:47.332" v="2910" actId="478"/>
          <ac:spMkLst>
            <pc:docMk/>
            <pc:sldMk cId="432794014" sldId="1132"/>
            <ac:spMk id="20" creationId="{AB221E8E-5465-A00A-54B2-3C8490AD8635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21" creationId="{000B6786-CA6E-392E-D350-FB395E6E0D54}"/>
          </ac:spMkLst>
        </pc:spChg>
        <pc:spChg chg="del">
          <ac:chgData name="Gareth Thomson | Football Queensland" userId="45505d28-f665-4546-80c4-7c2d16b5a302" providerId="ADAL" clId="{554FE7FD-D18D-4BB5-A4B8-9C51F228B7BB}" dt="2024-11-04T03:46:17.980" v="2594" actId="478"/>
          <ac:spMkLst>
            <pc:docMk/>
            <pc:sldMk cId="432794014" sldId="1132"/>
            <ac:spMk id="22" creationId="{82568ED2-5EA7-4639-CEA0-DC0067DF2219}"/>
          </ac:spMkLst>
        </pc:spChg>
        <pc:spChg chg="add mod">
          <ac:chgData name="Gareth Thomson | Football Queensland" userId="45505d28-f665-4546-80c4-7c2d16b5a302" providerId="ADAL" clId="{554FE7FD-D18D-4BB5-A4B8-9C51F228B7BB}" dt="2024-11-04T03:59:34.271" v="2689" actId="1076"/>
          <ac:spMkLst>
            <pc:docMk/>
            <pc:sldMk cId="432794014" sldId="1132"/>
            <ac:spMk id="23" creationId="{344C94A1-C28D-0CCB-F97A-578D92EAE7E1}"/>
          </ac:spMkLst>
        </pc:spChg>
        <pc:spChg chg="add mod ord">
          <ac:chgData name="Gareth Thomson | Football Queensland" userId="45505d28-f665-4546-80c4-7c2d16b5a302" providerId="ADAL" clId="{554FE7FD-D18D-4BB5-A4B8-9C51F228B7BB}" dt="2024-11-04T06:29:20.767" v="3578" actId="1035"/>
          <ac:spMkLst>
            <pc:docMk/>
            <pc:sldMk cId="432794014" sldId="1132"/>
            <ac:spMk id="26" creationId="{FF5EF88E-C486-264A-2331-D90B64800D11}"/>
          </ac:spMkLst>
        </pc:spChg>
        <pc:spChg chg="add mod">
          <ac:chgData name="Gareth Thomson | Football Queensland" userId="45505d28-f665-4546-80c4-7c2d16b5a302" providerId="ADAL" clId="{554FE7FD-D18D-4BB5-A4B8-9C51F228B7BB}" dt="2024-11-04T04:00:21.287" v="2745" actId="1076"/>
          <ac:spMkLst>
            <pc:docMk/>
            <pc:sldMk cId="432794014" sldId="1132"/>
            <ac:spMk id="27" creationId="{4FAE4CE0-034B-DED0-FC5C-73A709BB55EE}"/>
          </ac:spMkLst>
        </pc:spChg>
        <pc:spChg chg="add mod ord">
          <ac:chgData name="Gareth Thomson | Football Queensland" userId="45505d28-f665-4546-80c4-7c2d16b5a302" providerId="ADAL" clId="{554FE7FD-D18D-4BB5-A4B8-9C51F228B7BB}" dt="2024-11-04T04:03:37.119" v="2820" actId="1076"/>
          <ac:spMkLst>
            <pc:docMk/>
            <pc:sldMk cId="432794014" sldId="1132"/>
            <ac:spMk id="28" creationId="{A116C721-DB1D-66B2-50AB-5B73B6521967}"/>
          </ac:spMkLst>
        </pc:spChg>
        <pc:spChg chg="add mod">
          <ac:chgData name="Gareth Thomson | Football Queensland" userId="45505d28-f665-4546-80c4-7c2d16b5a302" providerId="ADAL" clId="{554FE7FD-D18D-4BB5-A4B8-9C51F228B7BB}" dt="2024-11-04T04:00:39.111" v="2751" actId="1076"/>
          <ac:spMkLst>
            <pc:docMk/>
            <pc:sldMk cId="432794014" sldId="1132"/>
            <ac:spMk id="29" creationId="{15F41557-ED8D-52FF-2815-3AE2D9A52DA8}"/>
          </ac:spMkLst>
        </pc:spChg>
        <pc:spChg chg="add mod">
          <ac:chgData name="Gareth Thomson | Football Queensland" userId="45505d28-f665-4546-80c4-7c2d16b5a302" providerId="ADAL" clId="{554FE7FD-D18D-4BB5-A4B8-9C51F228B7BB}" dt="2024-11-04T04:01:59.383" v="2757" actId="207"/>
          <ac:spMkLst>
            <pc:docMk/>
            <pc:sldMk cId="432794014" sldId="1132"/>
            <ac:spMk id="30" creationId="{17B38D8F-83DA-9744-7B84-C2A1B963F166}"/>
          </ac:spMkLst>
        </pc:spChg>
        <pc:spChg chg="mod">
          <ac:chgData name="Gareth Thomson | Football Queensland" userId="45505d28-f665-4546-80c4-7c2d16b5a302" providerId="ADAL" clId="{554FE7FD-D18D-4BB5-A4B8-9C51F228B7BB}" dt="2024-11-04T06:37:04.468" v="3598"/>
          <ac:spMkLst>
            <pc:docMk/>
            <pc:sldMk cId="432794014" sldId="1132"/>
            <ac:spMk id="1026" creationId="{D933277F-B871-155E-B9FA-0F7EFF711F7B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27" creationId="{9DEE6834-2AF5-217B-3976-B5F845E9C049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28" creationId="{9BB4E121-D809-CB45-26C5-93E0EE9B10DD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29" creationId="{AF83B01D-6645-6C96-A0FB-AA1F38F1379F}"/>
          </ac:spMkLst>
        </pc:spChg>
        <pc:spChg chg="mod">
          <ac:chgData name="Gareth Thomson | Football Queensland" userId="45505d28-f665-4546-80c4-7c2d16b5a302" providerId="ADAL" clId="{554FE7FD-D18D-4BB5-A4B8-9C51F228B7BB}" dt="2024-11-04T06:37:04.468" v="3598"/>
          <ac:spMkLst>
            <pc:docMk/>
            <pc:sldMk cId="432794014" sldId="1132"/>
            <ac:spMk id="1032" creationId="{6803E8EB-AC35-C01F-F61C-D9D22A9828B2}"/>
          </ac:spMkLst>
        </pc:spChg>
        <pc:spChg chg="mod">
          <ac:chgData name="Gareth Thomson | Football Queensland" userId="45505d28-f665-4546-80c4-7c2d16b5a302" providerId="ADAL" clId="{554FE7FD-D18D-4BB5-A4B8-9C51F228B7BB}" dt="2024-11-04T06:37:04.468" v="3598"/>
          <ac:spMkLst>
            <pc:docMk/>
            <pc:sldMk cId="432794014" sldId="1132"/>
            <ac:spMk id="1034" creationId="{794A4B56-129E-25C2-19EF-B074881E5650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37" creationId="{A0EB3C0C-5AC6-120E-BA26-C01A629ADBE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38" creationId="{5AC7972F-6E14-BC38-3C6A-8D4B15C1C970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44" creationId="{C3811434-C8A6-48E3-BCE6-E07EB06A3210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92" creationId="{0A7F705E-AAAB-86A4-4BB4-98B5FAC001F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93" creationId="{79BD1154-2068-44B6-F49E-D9C712CF2927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099" creationId="{4F5704AF-4F98-A52D-E8BD-1B14468D6849}"/>
          </ac:spMkLst>
        </pc:spChg>
        <pc:spChg chg="mod">
          <ac:chgData name="Gareth Thomson | Football Queensland" userId="45505d28-f665-4546-80c4-7c2d16b5a302" providerId="ADAL" clId="{554FE7FD-D18D-4BB5-A4B8-9C51F228B7BB}" dt="2024-11-04T09:39:08.620" v="4801"/>
          <ac:spMkLst>
            <pc:docMk/>
            <pc:sldMk cId="432794014" sldId="1132"/>
            <ac:spMk id="1102" creationId="{21FE1FC2-4FEA-370D-A35E-DA7AF0C379BF}"/>
          </ac:spMkLst>
        </pc:spChg>
        <pc:spChg chg="mod">
          <ac:chgData name="Gareth Thomson | Football Queensland" userId="45505d28-f665-4546-80c4-7c2d16b5a302" providerId="ADAL" clId="{554FE7FD-D18D-4BB5-A4B8-9C51F228B7BB}" dt="2024-11-04T09:39:08.620" v="4801"/>
          <ac:spMkLst>
            <pc:docMk/>
            <pc:sldMk cId="432794014" sldId="1132"/>
            <ac:spMk id="1116" creationId="{D25C955D-94D5-411F-6AE8-975ADF47189B}"/>
          </ac:spMkLst>
        </pc:spChg>
        <pc:spChg chg="mod">
          <ac:chgData name="Gareth Thomson | Football Queensland" userId="45505d28-f665-4546-80c4-7c2d16b5a302" providerId="ADAL" clId="{554FE7FD-D18D-4BB5-A4B8-9C51F228B7BB}" dt="2024-11-04T09:39:08.620" v="4801"/>
          <ac:spMkLst>
            <pc:docMk/>
            <pc:sldMk cId="432794014" sldId="1132"/>
            <ac:spMk id="1117" creationId="{9AD12A0C-76F0-150C-C62E-F6779584931A}"/>
          </ac:spMkLst>
        </pc:spChg>
        <pc:spChg chg="mod">
          <ac:chgData name="Gareth Thomson | Football Queensland" userId="45505d28-f665-4546-80c4-7c2d16b5a302" providerId="ADAL" clId="{554FE7FD-D18D-4BB5-A4B8-9C51F228B7BB}" dt="2024-11-04T09:39:08.620" v="4801"/>
          <ac:spMkLst>
            <pc:docMk/>
            <pc:sldMk cId="432794014" sldId="1132"/>
            <ac:spMk id="1118" creationId="{6257641B-A35A-90B0-785B-B9CC6FA7288A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19" creationId="{D4EBC11E-3456-E1C0-4178-9AF468CA10E1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24" creationId="{7DEDAC12-EDF0-2B27-2FA6-28B572C2E76B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25" creationId="{3C64C40B-1BF2-27B2-6C0F-B5C3E027CCC4}"/>
          </ac:spMkLst>
        </pc:spChg>
        <pc:spChg chg="add mod">
          <ac:chgData name="Gareth Thomson | Football Queensland" userId="45505d28-f665-4546-80c4-7c2d16b5a302" providerId="ADAL" clId="{554FE7FD-D18D-4BB5-A4B8-9C51F228B7BB}" dt="2024-11-04T04:01:59.383" v="2757" actId="207"/>
          <ac:spMkLst>
            <pc:docMk/>
            <pc:sldMk cId="432794014" sldId="1132"/>
            <ac:spMk id="1127" creationId="{66CDF347-E620-2EC1-8A1B-933F2F0BBCC3}"/>
          </ac:spMkLst>
        </pc:spChg>
        <pc:spChg chg="add mod">
          <ac:chgData name="Gareth Thomson | Football Queensland" userId="45505d28-f665-4546-80c4-7c2d16b5a302" providerId="ADAL" clId="{554FE7FD-D18D-4BB5-A4B8-9C51F228B7BB}" dt="2024-11-04T04:02:05.096" v="2780" actId="207"/>
          <ac:spMkLst>
            <pc:docMk/>
            <pc:sldMk cId="432794014" sldId="1132"/>
            <ac:spMk id="1128" creationId="{97517D4A-F132-D863-8586-296793879879}"/>
          </ac:spMkLst>
        </pc:spChg>
        <pc:spChg chg="add mod">
          <ac:chgData name="Gareth Thomson | Football Queensland" userId="45505d28-f665-4546-80c4-7c2d16b5a302" providerId="ADAL" clId="{554FE7FD-D18D-4BB5-A4B8-9C51F228B7BB}" dt="2024-11-04T04:01:59.383" v="2757" actId="207"/>
          <ac:spMkLst>
            <pc:docMk/>
            <pc:sldMk cId="432794014" sldId="1132"/>
            <ac:spMk id="1129" creationId="{2ABB1D50-9721-7C2C-BAE6-1AC633E79FCE}"/>
          </ac:spMkLst>
        </pc:spChg>
        <pc:spChg chg="add mod">
          <ac:chgData name="Gareth Thomson | Football Queensland" userId="45505d28-f665-4546-80c4-7c2d16b5a302" providerId="ADAL" clId="{554FE7FD-D18D-4BB5-A4B8-9C51F228B7BB}" dt="2024-11-04T04:01:59.383" v="2757" actId="207"/>
          <ac:spMkLst>
            <pc:docMk/>
            <pc:sldMk cId="432794014" sldId="1132"/>
            <ac:spMk id="1130" creationId="{9EB948E6-D17E-1D77-F7CF-AA2300BE9CEC}"/>
          </ac:spMkLst>
        </pc:spChg>
        <pc:spChg chg="add mod">
          <ac:chgData name="Gareth Thomson | Football Queensland" userId="45505d28-f665-4546-80c4-7c2d16b5a302" providerId="ADAL" clId="{554FE7FD-D18D-4BB5-A4B8-9C51F228B7BB}" dt="2024-11-04T04:02:48.184" v="2784" actId="207"/>
          <ac:spMkLst>
            <pc:docMk/>
            <pc:sldMk cId="432794014" sldId="1132"/>
            <ac:spMk id="1131" creationId="{B28F4CDA-A181-BD75-6A10-76885EC97C01}"/>
          </ac:spMkLst>
        </pc:spChg>
        <pc:spChg chg="add mod">
          <ac:chgData name="Gareth Thomson | Football Queensland" userId="45505d28-f665-4546-80c4-7c2d16b5a302" providerId="ADAL" clId="{554FE7FD-D18D-4BB5-A4B8-9C51F228B7BB}" dt="2024-11-04T04:02:48.184" v="2784" actId="207"/>
          <ac:spMkLst>
            <pc:docMk/>
            <pc:sldMk cId="432794014" sldId="1132"/>
            <ac:spMk id="1132" creationId="{DD648204-B692-DC38-AB8C-E5EFC1078C6A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37" creationId="{0B8474F1-5794-F6F0-854C-7D800574385F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38" creationId="{4BF74683-74D4-9935-086A-8DBF0C11C15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44" creationId="{7837D066-4154-26BA-01B2-2683ACBB603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45" creationId="{2E128C2E-17C8-7DD1-64EE-BA6C18E51411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51" creationId="{FCA5B389-5E78-2C63-1E69-25140DB1914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52" creationId="{56C12F01-1BC2-2604-2BA7-294EEAC64FEE}"/>
          </ac:spMkLst>
        </pc:spChg>
        <pc:spChg chg="add mod">
          <ac:chgData name="Gareth Thomson | Football Queensland" userId="45505d28-f665-4546-80c4-7c2d16b5a302" providerId="ADAL" clId="{554FE7FD-D18D-4BB5-A4B8-9C51F228B7BB}" dt="2024-11-04T04:04:51.647" v="2852" actId="1076"/>
          <ac:spMkLst>
            <pc:docMk/>
            <pc:sldMk cId="432794014" sldId="1132"/>
            <ac:spMk id="1155" creationId="{5D77E0D5-8A63-19AA-472C-567A940594FD}"/>
          </ac:spMkLst>
        </pc:spChg>
        <pc:spChg chg="add mod">
          <ac:chgData name="Gareth Thomson | Football Queensland" userId="45505d28-f665-4546-80c4-7c2d16b5a302" providerId="ADAL" clId="{554FE7FD-D18D-4BB5-A4B8-9C51F228B7BB}" dt="2024-11-04T04:04:44.318" v="2849" actId="1076"/>
          <ac:spMkLst>
            <pc:docMk/>
            <pc:sldMk cId="432794014" sldId="1132"/>
            <ac:spMk id="1158" creationId="{B7035EFE-20EC-A6D1-3E71-031EC17E9EB5}"/>
          </ac:spMkLst>
        </pc:spChg>
        <pc:spChg chg="mod">
          <ac:chgData name="Gareth Thomson | Football Queensland" userId="45505d28-f665-4546-80c4-7c2d16b5a302" providerId="ADAL" clId="{554FE7FD-D18D-4BB5-A4B8-9C51F228B7BB}" dt="2024-11-04T04:03:59.667" v="2825"/>
          <ac:spMkLst>
            <pc:docMk/>
            <pc:sldMk cId="432794014" sldId="1132"/>
            <ac:spMk id="1161" creationId="{CEEC7C14-0161-4C61-53BF-42E56804F165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62" creationId="{1928B0D8-A908-6E3E-06B5-95518FEB8EFA}"/>
          </ac:spMkLst>
        </pc:spChg>
        <pc:spChg chg="mod">
          <ac:chgData name="Gareth Thomson | Football Queensland" userId="45505d28-f665-4546-80c4-7c2d16b5a302" providerId="ADAL" clId="{554FE7FD-D18D-4BB5-A4B8-9C51F228B7BB}" dt="2024-11-04T04:03:59.667" v="2825"/>
          <ac:spMkLst>
            <pc:docMk/>
            <pc:sldMk cId="432794014" sldId="1132"/>
            <ac:spMk id="1163" creationId="{15B257A3-B162-9FEF-4E96-6FFF4EE81375}"/>
          </ac:spMkLst>
        </pc:spChg>
        <pc:spChg chg="mod">
          <ac:chgData name="Gareth Thomson | Football Queensland" userId="45505d28-f665-4546-80c4-7c2d16b5a302" providerId="ADAL" clId="{554FE7FD-D18D-4BB5-A4B8-9C51F228B7BB}" dt="2024-11-04T04:03:59.667" v="2825"/>
          <ac:spMkLst>
            <pc:docMk/>
            <pc:sldMk cId="432794014" sldId="1132"/>
            <ac:spMk id="1164" creationId="{6480D59F-086E-F65F-F3CF-4E9B06F19BDF}"/>
          </ac:spMkLst>
        </pc:spChg>
        <pc:spChg chg="mod">
          <ac:chgData name="Gareth Thomson | Football Queensland" userId="45505d28-f665-4546-80c4-7c2d16b5a302" providerId="ADAL" clId="{554FE7FD-D18D-4BB5-A4B8-9C51F228B7BB}" dt="2024-11-04T04:03:59.667" v="2825"/>
          <ac:spMkLst>
            <pc:docMk/>
            <pc:sldMk cId="432794014" sldId="1132"/>
            <ac:spMk id="1165" creationId="{39CB25EE-2106-99AE-7095-0FEF6D0DFE5A}"/>
          </ac:spMkLst>
        </pc:spChg>
        <pc:spChg chg="add mod">
          <ac:chgData name="Gareth Thomson | Football Queensland" userId="45505d28-f665-4546-80c4-7c2d16b5a302" providerId="ADAL" clId="{554FE7FD-D18D-4BB5-A4B8-9C51F228B7BB}" dt="2024-11-04T04:04:25.110" v="2840" actId="1076"/>
          <ac:spMkLst>
            <pc:docMk/>
            <pc:sldMk cId="432794014" sldId="1132"/>
            <ac:spMk id="1166" creationId="{A1801228-4BFD-5216-0CDF-E68E9768B796}"/>
          </ac:spMkLst>
        </pc:spChg>
        <pc:spChg chg="add mod">
          <ac:chgData name="Gareth Thomson | Football Queensland" userId="45505d28-f665-4546-80c4-7c2d16b5a302" providerId="ADAL" clId="{554FE7FD-D18D-4BB5-A4B8-9C51F228B7BB}" dt="2024-11-04T04:04:29.447" v="2842" actId="1076"/>
          <ac:spMkLst>
            <pc:docMk/>
            <pc:sldMk cId="432794014" sldId="1132"/>
            <ac:spMk id="1167" creationId="{B69B132A-F8BA-1595-8DB2-1698275D2835}"/>
          </ac:spMkLst>
        </pc:spChg>
        <pc:spChg chg="mod">
          <ac:chgData name="Gareth Thomson | Football Queensland" userId="45505d28-f665-4546-80c4-7c2d16b5a302" providerId="ADAL" clId="{554FE7FD-D18D-4BB5-A4B8-9C51F228B7BB}" dt="2024-11-04T04:04:01.434" v="2827"/>
          <ac:spMkLst>
            <pc:docMk/>
            <pc:sldMk cId="432794014" sldId="1132"/>
            <ac:spMk id="1169" creationId="{6F86A06C-6E9F-6BF5-C2DB-47A5AC6F10BD}"/>
          </ac:spMkLst>
        </pc:spChg>
        <pc:spChg chg="mod">
          <ac:chgData name="Gareth Thomson | Football Queensland" userId="45505d28-f665-4546-80c4-7c2d16b5a302" providerId="ADAL" clId="{554FE7FD-D18D-4BB5-A4B8-9C51F228B7BB}" dt="2024-11-04T04:04:01.434" v="2827"/>
          <ac:spMkLst>
            <pc:docMk/>
            <pc:sldMk cId="432794014" sldId="1132"/>
            <ac:spMk id="1170" creationId="{1CCE894F-A256-13C6-4981-1EF43E784AAF}"/>
          </ac:spMkLst>
        </pc:spChg>
        <pc:spChg chg="mod">
          <ac:chgData name="Gareth Thomson | Football Queensland" userId="45505d28-f665-4546-80c4-7c2d16b5a302" providerId="ADAL" clId="{554FE7FD-D18D-4BB5-A4B8-9C51F228B7BB}" dt="2024-11-04T04:04:01.434" v="2827"/>
          <ac:spMkLst>
            <pc:docMk/>
            <pc:sldMk cId="432794014" sldId="1132"/>
            <ac:spMk id="1171" creationId="{89D691D6-61A8-6086-D1A5-AEF3D551E7A7}"/>
          </ac:spMkLst>
        </pc:spChg>
        <pc:spChg chg="mod">
          <ac:chgData name="Gareth Thomson | Football Queensland" userId="45505d28-f665-4546-80c4-7c2d16b5a302" providerId="ADAL" clId="{554FE7FD-D18D-4BB5-A4B8-9C51F228B7BB}" dt="2024-11-04T04:04:01.434" v="2827"/>
          <ac:spMkLst>
            <pc:docMk/>
            <pc:sldMk cId="432794014" sldId="1132"/>
            <ac:spMk id="1172" creationId="{2FCE2EF1-9EAA-A31B-E914-7691D563A7C1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2.976" v="2828" actId="1076"/>
          <ac:spMkLst>
            <pc:docMk/>
            <pc:sldMk cId="432794014" sldId="1132"/>
            <ac:spMk id="1173" creationId="{B2672FD8-B9F1-59F8-07A3-95729122EC38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2.976" v="2828" actId="1076"/>
          <ac:spMkLst>
            <pc:docMk/>
            <pc:sldMk cId="432794014" sldId="1132"/>
            <ac:spMk id="1174" creationId="{49D043B4-0561-BEB2-6BD4-AA774F052C4F}"/>
          </ac:spMkLst>
        </pc:spChg>
        <pc:spChg chg="mod">
          <ac:chgData name="Gareth Thomson | Football Queensland" userId="45505d28-f665-4546-80c4-7c2d16b5a302" providerId="ADAL" clId="{554FE7FD-D18D-4BB5-A4B8-9C51F228B7BB}" dt="2024-11-04T04:04:03.519" v="2829"/>
          <ac:spMkLst>
            <pc:docMk/>
            <pc:sldMk cId="432794014" sldId="1132"/>
            <ac:spMk id="1176" creationId="{FD4E31C8-358E-44BD-D383-38BF84259AD0}"/>
          </ac:spMkLst>
        </pc:spChg>
        <pc:spChg chg="mod">
          <ac:chgData name="Gareth Thomson | Football Queensland" userId="45505d28-f665-4546-80c4-7c2d16b5a302" providerId="ADAL" clId="{554FE7FD-D18D-4BB5-A4B8-9C51F228B7BB}" dt="2024-11-04T04:04:03.519" v="2829"/>
          <ac:spMkLst>
            <pc:docMk/>
            <pc:sldMk cId="432794014" sldId="1132"/>
            <ac:spMk id="1177" creationId="{F0F4A8B5-CD67-A18A-C496-62CB18A133D8}"/>
          </ac:spMkLst>
        </pc:spChg>
        <pc:spChg chg="mod">
          <ac:chgData name="Gareth Thomson | Football Queensland" userId="45505d28-f665-4546-80c4-7c2d16b5a302" providerId="ADAL" clId="{554FE7FD-D18D-4BB5-A4B8-9C51F228B7BB}" dt="2024-11-04T04:04:03.519" v="2829"/>
          <ac:spMkLst>
            <pc:docMk/>
            <pc:sldMk cId="432794014" sldId="1132"/>
            <ac:spMk id="1178" creationId="{37DAAE4A-9BC3-3F53-855F-FC9426EFEF66}"/>
          </ac:spMkLst>
        </pc:spChg>
        <pc:spChg chg="mod">
          <ac:chgData name="Gareth Thomson | Football Queensland" userId="45505d28-f665-4546-80c4-7c2d16b5a302" providerId="ADAL" clId="{554FE7FD-D18D-4BB5-A4B8-9C51F228B7BB}" dt="2024-11-04T04:04:03.519" v="2829"/>
          <ac:spMkLst>
            <pc:docMk/>
            <pc:sldMk cId="432794014" sldId="1132"/>
            <ac:spMk id="1179" creationId="{F56BB3F6-4E35-1279-B717-EF6CBA3D3827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4.732" v="2830" actId="1076"/>
          <ac:spMkLst>
            <pc:docMk/>
            <pc:sldMk cId="432794014" sldId="1132"/>
            <ac:spMk id="1180" creationId="{1CF27CC0-6F03-39C3-7EED-6341E8A8FDB2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4.732" v="2830" actId="1076"/>
          <ac:spMkLst>
            <pc:docMk/>
            <pc:sldMk cId="432794014" sldId="1132"/>
            <ac:spMk id="1181" creationId="{16CAB76B-ED78-E70A-C3F5-0DFD8F15FCB2}"/>
          </ac:spMkLst>
        </pc:spChg>
        <pc:spChg chg="mod">
          <ac:chgData name="Gareth Thomson | Football Queensland" userId="45505d28-f665-4546-80c4-7c2d16b5a302" providerId="ADAL" clId="{554FE7FD-D18D-4BB5-A4B8-9C51F228B7BB}" dt="2024-11-04T04:04:05.218" v="2831"/>
          <ac:spMkLst>
            <pc:docMk/>
            <pc:sldMk cId="432794014" sldId="1132"/>
            <ac:spMk id="1183" creationId="{995AE0BE-33FE-82FC-493C-98151E69BE80}"/>
          </ac:spMkLst>
        </pc:spChg>
        <pc:spChg chg="mod">
          <ac:chgData name="Gareth Thomson | Football Queensland" userId="45505d28-f665-4546-80c4-7c2d16b5a302" providerId="ADAL" clId="{554FE7FD-D18D-4BB5-A4B8-9C51F228B7BB}" dt="2024-11-04T04:04:05.218" v="2831"/>
          <ac:spMkLst>
            <pc:docMk/>
            <pc:sldMk cId="432794014" sldId="1132"/>
            <ac:spMk id="1184" creationId="{E4736D0F-C5A6-60CF-0F51-38A823D89E1C}"/>
          </ac:spMkLst>
        </pc:spChg>
        <pc:spChg chg="mod">
          <ac:chgData name="Gareth Thomson | Football Queensland" userId="45505d28-f665-4546-80c4-7c2d16b5a302" providerId="ADAL" clId="{554FE7FD-D18D-4BB5-A4B8-9C51F228B7BB}" dt="2024-11-04T04:04:05.218" v="2831"/>
          <ac:spMkLst>
            <pc:docMk/>
            <pc:sldMk cId="432794014" sldId="1132"/>
            <ac:spMk id="1185" creationId="{9CF1FABD-2991-C0ED-43DC-A89E3D5E0BE2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6.975" v="2832" actId="1076"/>
          <ac:spMkLst>
            <pc:docMk/>
            <pc:sldMk cId="432794014" sldId="1132"/>
            <ac:spMk id="1186" creationId="{C94020CB-CCE2-B4C3-9972-D2BA29CA84DE}"/>
          </ac:spMkLst>
        </pc:spChg>
        <pc:spChg chg="add mod">
          <ac:chgData name="Gareth Thomson | Football Queensland" userId="45505d28-f665-4546-80c4-7c2d16b5a302" providerId="ADAL" clId="{554FE7FD-D18D-4BB5-A4B8-9C51F228B7BB}" dt="2024-11-04T04:04:06.975" v="2832" actId="1076"/>
          <ac:spMkLst>
            <pc:docMk/>
            <pc:sldMk cId="432794014" sldId="1132"/>
            <ac:spMk id="1187" creationId="{56C068AD-FF95-1175-A396-ADFC7D7E9A03}"/>
          </ac:spMkLst>
        </pc:spChg>
        <pc:spChg chg="mod">
          <ac:chgData name="Gareth Thomson | Football Queensland" userId="45505d28-f665-4546-80c4-7c2d16b5a302" providerId="ADAL" clId="{554FE7FD-D18D-4BB5-A4B8-9C51F228B7BB}" dt="2024-11-04T04:04:07.544" v="2833"/>
          <ac:spMkLst>
            <pc:docMk/>
            <pc:sldMk cId="432794014" sldId="1132"/>
            <ac:spMk id="1189" creationId="{599F9481-D3FF-E2A4-7C41-93124851D0AC}"/>
          </ac:spMkLst>
        </pc:spChg>
        <pc:spChg chg="mod">
          <ac:chgData name="Gareth Thomson | Football Queensland" userId="45505d28-f665-4546-80c4-7c2d16b5a302" providerId="ADAL" clId="{554FE7FD-D18D-4BB5-A4B8-9C51F228B7BB}" dt="2024-11-04T04:04:07.544" v="2833"/>
          <ac:spMkLst>
            <pc:docMk/>
            <pc:sldMk cId="432794014" sldId="1132"/>
            <ac:spMk id="1190" creationId="{C4F8D5C6-CAF1-CA07-CC86-0449F92EBAAB}"/>
          </ac:spMkLst>
        </pc:spChg>
        <pc:spChg chg="mod">
          <ac:chgData name="Gareth Thomson | Football Queensland" userId="45505d28-f665-4546-80c4-7c2d16b5a302" providerId="ADAL" clId="{554FE7FD-D18D-4BB5-A4B8-9C51F228B7BB}" dt="2024-11-04T04:04:07.544" v="2833"/>
          <ac:spMkLst>
            <pc:docMk/>
            <pc:sldMk cId="432794014" sldId="1132"/>
            <ac:spMk id="1191" creationId="{BA8035E3-F2AA-23D4-6463-26105AB72142}"/>
          </ac:spMkLst>
        </pc:spChg>
        <pc:spChg chg="mod">
          <ac:chgData name="Gareth Thomson | Football Queensland" userId="45505d28-f665-4546-80c4-7c2d16b5a302" providerId="ADAL" clId="{554FE7FD-D18D-4BB5-A4B8-9C51F228B7BB}" dt="2024-11-04T04:04:07.544" v="2833"/>
          <ac:spMkLst>
            <pc:docMk/>
            <pc:sldMk cId="432794014" sldId="1132"/>
            <ac:spMk id="1192" creationId="{DE1DE419-511F-1689-9DB7-17CDC9DA7ACE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193" creationId="{4552F023-9B95-62DB-3EB9-4EC5B6B52467}"/>
          </ac:spMkLst>
        </pc:spChg>
        <pc:spChg chg="add mod">
          <ac:chgData name="Gareth Thomson | Football Queensland" userId="45505d28-f665-4546-80c4-7c2d16b5a302" providerId="ADAL" clId="{554FE7FD-D18D-4BB5-A4B8-9C51F228B7BB}" dt="2024-11-04T04:04:35.111" v="2845" actId="1076"/>
          <ac:spMkLst>
            <pc:docMk/>
            <pc:sldMk cId="432794014" sldId="1132"/>
            <ac:spMk id="1195" creationId="{AD691AEB-CF68-069E-7A73-40EFBB5DCFB8}"/>
          </ac:spMkLst>
        </pc:spChg>
        <pc:spChg chg="add mod">
          <ac:chgData name="Gareth Thomson | Football Queensland" userId="45505d28-f665-4546-80c4-7c2d16b5a302" providerId="ADAL" clId="{554FE7FD-D18D-4BB5-A4B8-9C51F228B7BB}" dt="2024-11-04T04:04:39.990" v="2847" actId="1076"/>
          <ac:spMkLst>
            <pc:docMk/>
            <pc:sldMk cId="432794014" sldId="1132"/>
            <ac:spMk id="1196" creationId="{7707FC2B-BAAD-729F-E911-49B91CA24265}"/>
          </ac:spMkLst>
        </pc:spChg>
        <pc:spChg chg="mod">
          <ac:chgData name="Gareth Thomson | Football Queensland" userId="45505d28-f665-4546-80c4-7c2d16b5a302" providerId="ADAL" clId="{554FE7FD-D18D-4BB5-A4B8-9C51F228B7BB}" dt="2024-11-04T04:04:11.129" v="2835"/>
          <ac:spMkLst>
            <pc:docMk/>
            <pc:sldMk cId="432794014" sldId="1132"/>
            <ac:spMk id="1198" creationId="{ECFE2326-A67A-FFD8-5939-4A40ED83E17B}"/>
          </ac:spMkLst>
        </pc:spChg>
        <pc:spChg chg="mod">
          <ac:chgData name="Gareth Thomson | Football Queensland" userId="45505d28-f665-4546-80c4-7c2d16b5a302" providerId="ADAL" clId="{554FE7FD-D18D-4BB5-A4B8-9C51F228B7BB}" dt="2024-11-04T04:04:11.129" v="2835"/>
          <ac:spMkLst>
            <pc:docMk/>
            <pc:sldMk cId="432794014" sldId="1132"/>
            <ac:spMk id="1199" creationId="{8A4C7B37-424E-3177-1C4F-2EDBA075B6F9}"/>
          </ac:spMkLst>
        </pc:spChg>
        <pc:spChg chg="mod">
          <ac:chgData name="Gareth Thomson | Football Queensland" userId="45505d28-f665-4546-80c4-7c2d16b5a302" providerId="ADAL" clId="{554FE7FD-D18D-4BB5-A4B8-9C51F228B7BB}" dt="2024-11-04T04:04:11.129" v="2835"/>
          <ac:spMkLst>
            <pc:docMk/>
            <pc:sldMk cId="432794014" sldId="1132"/>
            <ac:spMk id="1200" creationId="{276A95F1-D20E-A359-35BB-5C46C7E98C07}"/>
          </ac:spMkLst>
        </pc:spChg>
        <pc:spChg chg="mod">
          <ac:chgData name="Gareth Thomson | Football Queensland" userId="45505d28-f665-4546-80c4-7c2d16b5a302" providerId="ADAL" clId="{554FE7FD-D18D-4BB5-A4B8-9C51F228B7BB}" dt="2024-11-04T04:04:11.129" v="2835"/>
          <ac:spMkLst>
            <pc:docMk/>
            <pc:sldMk cId="432794014" sldId="1132"/>
            <ac:spMk id="1201" creationId="{FCCB20A5-7CB4-1ED2-70FE-CC906C19F092}"/>
          </ac:spMkLst>
        </pc:spChg>
        <pc:spChg chg="add mod">
          <ac:chgData name="Gareth Thomson | Football Queensland" userId="45505d28-f665-4546-80c4-7c2d16b5a302" providerId="ADAL" clId="{554FE7FD-D18D-4BB5-A4B8-9C51F228B7BB}" dt="2024-11-04T04:04:13.464" v="2836" actId="1076"/>
          <ac:spMkLst>
            <pc:docMk/>
            <pc:sldMk cId="432794014" sldId="1132"/>
            <ac:spMk id="1202" creationId="{7317B7E4-D2AD-DACA-59E4-F214B990E853}"/>
          </ac:spMkLst>
        </pc:spChg>
        <pc:spChg chg="add mod">
          <ac:chgData name="Gareth Thomson | Football Queensland" userId="45505d28-f665-4546-80c4-7c2d16b5a302" providerId="ADAL" clId="{554FE7FD-D18D-4BB5-A4B8-9C51F228B7BB}" dt="2024-11-04T04:04:18.190" v="2838" actId="688"/>
          <ac:spMkLst>
            <pc:docMk/>
            <pc:sldMk cId="432794014" sldId="1132"/>
            <ac:spMk id="1203" creationId="{B16FA88A-33E0-C12C-0BFC-C42F671FEF0B}"/>
          </ac:spMkLst>
        </pc:spChg>
        <pc:spChg chg="mod">
          <ac:chgData name="Gareth Thomson | Football Queensland" userId="45505d28-f665-4546-80c4-7c2d16b5a302" providerId="ADAL" clId="{554FE7FD-D18D-4BB5-A4B8-9C51F228B7BB}" dt="2024-11-04T04:05:07.201" v="2858"/>
          <ac:spMkLst>
            <pc:docMk/>
            <pc:sldMk cId="432794014" sldId="1132"/>
            <ac:spMk id="1205" creationId="{178BD4EF-C2B3-D1E8-6864-9082D1A43586}"/>
          </ac:spMkLst>
        </pc:spChg>
        <pc:spChg chg="mod">
          <ac:chgData name="Gareth Thomson | Football Queensland" userId="45505d28-f665-4546-80c4-7c2d16b5a302" providerId="ADAL" clId="{554FE7FD-D18D-4BB5-A4B8-9C51F228B7BB}" dt="2024-11-04T04:05:07.201" v="2858"/>
          <ac:spMkLst>
            <pc:docMk/>
            <pc:sldMk cId="432794014" sldId="1132"/>
            <ac:spMk id="1206" creationId="{8D9C3B0B-F0AA-D5E3-950A-EE90435450FC}"/>
          </ac:spMkLst>
        </pc:spChg>
        <pc:spChg chg="mod">
          <ac:chgData name="Gareth Thomson | Football Queensland" userId="45505d28-f665-4546-80c4-7c2d16b5a302" providerId="ADAL" clId="{554FE7FD-D18D-4BB5-A4B8-9C51F228B7BB}" dt="2024-11-04T04:05:07.201" v="2858"/>
          <ac:spMkLst>
            <pc:docMk/>
            <pc:sldMk cId="432794014" sldId="1132"/>
            <ac:spMk id="1207" creationId="{ECF306B1-BFDC-3BC0-9EA3-064FD6048AB3}"/>
          </ac:spMkLst>
        </pc:spChg>
        <pc:spChg chg="mod">
          <ac:chgData name="Gareth Thomson | Football Queensland" userId="45505d28-f665-4546-80c4-7c2d16b5a302" providerId="ADAL" clId="{554FE7FD-D18D-4BB5-A4B8-9C51F228B7BB}" dt="2024-11-04T04:05:07.201" v="2858"/>
          <ac:spMkLst>
            <pc:docMk/>
            <pc:sldMk cId="432794014" sldId="1132"/>
            <ac:spMk id="1208" creationId="{97DEC3A2-B0C2-C852-5BC7-6B7A2CBC0FF4}"/>
          </ac:spMkLst>
        </pc:spChg>
        <pc:spChg chg="add mod">
          <ac:chgData name="Gareth Thomson | Football Queensland" userId="45505d28-f665-4546-80c4-7c2d16b5a302" providerId="ADAL" clId="{554FE7FD-D18D-4BB5-A4B8-9C51F228B7BB}" dt="2024-11-04T05:21:17.061" v="2864" actId="1076"/>
          <ac:spMkLst>
            <pc:docMk/>
            <pc:sldMk cId="432794014" sldId="1132"/>
            <ac:spMk id="1209" creationId="{405976AC-A8FE-10E6-ED03-A6DD6A256429}"/>
          </ac:spMkLst>
        </pc:spChg>
        <pc:spChg chg="add mod">
          <ac:chgData name="Gareth Thomson | Football Queensland" userId="45505d28-f665-4546-80c4-7c2d16b5a302" providerId="ADAL" clId="{554FE7FD-D18D-4BB5-A4B8-9C51F228B7BB}" dt="2024-11-04T05:21:23.207" v="2866" actId="1076"/>
          <ac:spMkLst>
            <pc:docMk/>
            <pc:sldMk cId="432794014" sldId="1132"/>
            <ac:spMk id="1210" creationId="{755A991E-C483-3553-5DBE-EF7660B1DDD9}"/>
          </ac:spMkLst>
        </pc:spChg>
        <pc:spChg chg="add mod">
          <ac:chgData name="Gareth Thomson | Football Queensland" userId="45505d28-f665-4546-80c4-7c2d16b5a302" providerId="ADAL" clId="{554FE7FD-D18D-4BB5-A4B8-9C51F228B7BB}" dt="2024-11-04T11:43:24.152" v="8119"/>
          <ac:spMkLst>
            <pc:docMk/>
            <pc:sldMk cId="432794014" sldId="1132"/>
            <ac:spMk id="1211" creationId="{84063BD5-4505-16FE-BD6E-D164CE1BE4BD}"/>
          </ac:spMkLst>
        </pc:spChg>
        <pc:spChg chg="add mod">
          <ac:chgData name="Gareth Thomson | Football Queensland" userId="45505d28-f665-4546-80c4-7c2d16b5a302" providerId="ADAL" clId="{554FE7FD-D18D-4BB5-A4B8-9C51F228B7BB}" dt="2024-11-04T11:36:07.581" v="8090" actId="113"/>
          <ac:spMkLst>
            <pc:docMk/>
            <pc:sldMk cId="432794014" sldId="1132"/>
            <ac:spMk id="1212" creationId="{E884CDAC-EA3C-2702-8BC6-989D8C3B97E7}"/>
          </ac:spMkLst>
        </pc:spChg>
        <pc:spChg chg="add mod">
          <ac:chgData name="Gareth Thomson | Football Queensland" userId="45505d28-f665-4546-80c4-7c2d16b5a302" providerId="ADAL" clId="{554FE7FD-D18D-4BB5-A4B8-9C51F228B7BB}" dt="2024-11-04T11:23:59.326" v="7619" actId="20577"/>
          <ac:spMkLst>
            <pc:docMk/>
            <pc:sldMk cId="432794014" sldId="1132"/>
            <ac:spMk id="1213" creationId="{0D77AACE-7F6B-F080-047B-6931F395B812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16" creationId="{7C6D6E76-6421-5C7A-85C1-9BCB2F3A19A5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17" creationId="{EF63608C-99C3-BAD8-9EE0-D593F1C50CE0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19" creationId="{5A49E915-C392-84FD-86CB-1100C8F17480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0" creationId="{6710855A-C156-F38A-DC15-0596080B58FA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2" creationId="{7715A412-F5C3-BD47-E502-ACAC9498B5F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3" creationId="{438F293C-74BD-E6E5-9F16-215F6DDFD3B3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4" creationId="{32B17123-6572-D728-A55D-9D71400D2A2B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5" creationId="{E061DB74-423C-10F6-DD29-CC97A2FC24CC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8" creationId="{CAD84F0A-65C1-ED64-50F7-EEAC2B6FBBA6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29" creationId="{B6B2C5FB-920B-2937-F295-4AAEDFF473E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0" creationId="{EA68FD9C-94E7-A439-B8CD-7BBE7731FF7E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1" creationId="{64768029-4CC5-D521-F85D-6F7EBEB516E7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3" creationId="{4D5E6B76-A9DE-327C-C22C-73CCBD84B05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4" creationId="{D90D8DB2-0EA6-2146-2C97-120383DB31A1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5" creationId="{67A38449-B64E-B63C-927A-02F2A1062638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6" creationId="{00F16720-5896-E188-3239-EE2D2221FE4C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8" creationId="{F1222DEC-8644-5EDC-F8B2-AE2C6BD16BB1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39" creationId="{B9515A79-0486-E1FF-F428-7EDDACCB672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0" creationId="{05C74E32-7CF8-2F2D-789E-D5499780D32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1" creationId="{3B7B9D2E-7283-7BDC-4426-8F0771C2181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3" creationId="{E0D8E3B4-4079-CA02-FD9C-F93AFFE249FA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4" creationId="{0746D05F-5484-8421-7F89-0AF82660CD4A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5" creationId="{D33F207C-3846-4308-6C49-75E661194229}"/>
          </ac:spMkLst>
        </pc:spChg>
        <pc:spChg chg="mod">
          <ac:chgData name="Gareth Thomson | Football Queensland" userId="45505d28-f665-4546-80c4-7c2d16b5a302" providerId="ADAL" clId="{554FE7FD-D18D-4BB5-A4B8-9C51F228B7BB}" dt="2024-11-04T06:37:01.699" v="3597"/>
          <ac:spMkLst>
            <pc:docMk/>
            <pc:sldMk cId="432794014" sldId="1132"/>
            <ac:spMk id="1246" creationId="{36F7934A-26AD-B73B-33A6-86EC98B00E3B}"/>
          </ac:spMkLst>
        </pc:spChg>
        <pc:spChg chg="mod">
          <ac:chgData name="Gareth Thomson | Football Queensland" userId="45505d28-f665-4546-80c4-7c2d16b5a302" providerId="ADAL" clId="{554FE7FD-D18D-4BB5-A4B8-9C51F228B7BB}" dt="2024-11-04T06:37:04.468" v="3598"/>
          <ac:spMkLst>
            <pc:docMk/>
            <pc:sldMk cId="432794014" sldId="1132"/>
            <ac:spMk id="1280" creationId="{7B7A83D3-FE8E-2E4B-1B91-29E6393C587A}"/>
          </ac:spMkLst>
        </pc:spChg>
        <pc:spChg chg="mod">
          <ac:chgData name="Gareth Thomson | Football Queensland" userId="45505d28-f665-4546-80c4-7c2d16b5a302" providerId="ADAL" clId="{554FE7FD-D18D-4BB5-A4B8-9C51F228B7BB}" dt="2024-11-04T06:37:26.468" v="3608"/>
          <ac:spMkLst>
            <pc:docMk/>
            <pc:sldMk cId="432794014" sldId="1132"/>
            <ac:spMk id="1282" creationId="{C5447528-2A1A-25CE-3A7B-6CD968757825}"/>
          </ac:spMkLst>
        </pc:spChg>
        <pc:spChg chg="mod">
          <ac:chgData name="Gareth Thomson | Football Queensland" userId="45505d28-f665-4546-80c4-7c2d16b5a302" providerId="ADAL" clId="{554FE7FD-D18D-4BB5-A4B8-9C51F228B7BB}" dt="2024-11-04T06:37:26.468" v="3608"/>
          <ac:spMkLst>
            <pc:docMk/>
            <pc:sldMk cId="432794014" sldId="1132"/>
            <ac:spMk id="1283" creationId="{8AF3E85B-B078-7DFB-0BD4-B73154EDA805}"/>
          </ac:spMkLst>
        </pc:spChg>
        <pc:spChg chg="mod">
          <ac:chgData name="Gareth Thomson | Football Queensland" userId="45505d28-f665-4546-80c4-7c2d16b5a302" providerId="ADAL" clId="{554FE7FD-D18D-4BB5-A4B8-9C51F228B7BB}" dt="2024-11-04T06:37:26.468" v="3608"/>
          <ac:spMkLst>
            <pc:docMk/>
            <pc:sldMk cId="432794014" sldId="1132"/>
            <ac:spMk id="1284" creationId="{577D8BE8-DB99-4366-B5A8-4445CD425BEC}"/>
          </ac:spMkLst>
        </pc:spChg>
        <pc:spChg chg="mod">
          <ac:chgData name="Gareth Thomson | Football Queensland" userId="45505d28-f665-4546-80c4-7c2d16b5a302" providerId="ADAL" clId="{554FE7FD-D18D-4BB5-A4B8-9C51F228B7BB}" dt="2024-11-04T06:37:26.468" v="3608"/>
          <ac:spMkLst>
            <pc:docMk/>
            <pc:sldMk cId="432794014" sldId="1132"/>
            <ac:spMk id="1286" creationId="{B4E40142-EEF3-1DB3-CF27-EB830A2507CD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37:39.307" v="4778" actId="478"/>
          <ac:spMkLst>
            <pc:docMk/>
            <pc:sldMk cId="432794014" sldId="1132"/>
            <ac:spMk id="1287" creationId="{B718D57F-DE1F-AC2C-4246-883B39EBAA52}"/>
          </ac:spMkLst>
        </pc:spChg>
        <pc:spChg chg="add mod">
          <ac:chgData name="Gareth Thomson | Football Queensland" userId="45505d28-f665-4546-80c4-7c2d16b5a302" providerId="ADAL" clId="{554FE7FD-D18D-4BB5-A4B8-9C51F228B7BB}" dt="2024-11-04T09:39:42.248" v="4870" actId="1076"/>
          <ac:spMkLst>
            <pc:docMk/>
            <pc:sldMk cId="432794014" sldId="1132"/>
            <ac:spMk id="1288" creationId="{C5D135F7-3DD1-3114-A10E-96EF4CD51FE2}"/>
          </ac:spMkLst>
        </pc:spChg>
        <pc:spChg chg="add mod">
          <ac:chgData name="Gareth Thomson | Football Queensland" userId="45505d28-f665-4546-80c4-7c2d16b5a302" providerId="ADAL" clId="{554FE7FD-D18D-4BB5-A4B8-9C51F228B7BB}" dt="2024-11-04T09:39:57.979" v="4875" actId="1037"/>
          <ac:spMkLst>
            <pc:docMk/>
            <pc:sldMk cId="432794014" sldId="1132"/>
            <ac:spMk id="1289" creationId="{C9B36FCC-8179-B7D3-DF35-4B4068F258E6}"/>
          </ac:spMkLst>
        </pc:spChg>
        <pc:spChg chg="mod">
          <ac:chgData name="Gareth Thomson | Football Queensland" userId="45505d28-f665-4546-80c4-7c2d16b5a302" providerId="ADAL" clId="{554FE7FD-D18D-4BB5-A4B8-9C51F228B7BB}" dt="2024-11-04T09:38:03.166" v="4785"/>
          <ac:spMkLst>
            <pc:docMk/>
            <pc:sldMk cId="432794014" sldId="1132"/>
            <ac:spMk id="1291" creationId="{583BC239-FEA6-0E88-064C-52B7CBB17A9C}"/>
          </ac:spMkLst>
        </pc:spChg>
        <pc:spChg chg="mod">
          <ac:chgData name="Gareth Thomson | Football Queensland" userId="45505d28-f665-4546-80c4-7c2d16b5a302" providerId="ADAL" clId="{554FE7FD-D18D-4BB5-A4B8-9C51F228B7BB}" dt="2024-11-04T09:38:03.166" v="4785"/>
          <ac:spMkLst>
            <pc:docMk/>
            <pc:sldMk cId="432794014" sldId="1132"/>
            <ac:spMk id="1292" creationId="{6DEA3E99-B604-721B-FE5B-318660814EC4}"/>
          </ac:spMkLst>
        </pc:spChg>
        <pc:spChg chg="mod">
          <ac:chgData name="Gareth Thomson | Football Queensland" userId="45505d28-f665-4546-80c4-7c2d16b5a302" providerId="ADAL" clId="{554FE7FD-D18D-4BB5-A4B8-9C51F228B7BB}" dt="2024-11-04T09:38:03.166" v="4785"/>
          <ac:spMkLst>
            <pc:docMk/>
            <pc:sldMk cId="432794014" sldId="1132"/>
            <ac:spMk id="1293" creationId="{E7CC4312-F10E-F47C-7CAD-35BBC959FB60}"/>
          </ac:spMkLst>
        </pc:spChg>
        <pc:spChg chg="mod">
          <ac:chgData name="Gareth Thomson | Football Queensland" userId="45505d28-f665-4546-80c4-7c2d16b5a302" providerId="ADAL" clId="{554FE7FD-D18D-4BB5-A4B8-9C51F228B7BB}" dt="2024-11-04T09:38:03.166" v="4785"/>
          <ac:spMkLst>
            <pc:docMk/>
            <pc:sldMk cId="432794014" sldId="1132"/>
            <ac:spMk id="1294" creationId="{C5231121-67D6-AF03-B8A1-773643A6C3E6}"/>
          </ac:spMkLst>
        </pc:spChg>
        <pc:spChg chg="add mod">
          <ac:chgData name="Gareth Thomson | Football Queensland" userId="45505d28-f665-4546-80c4-7c2d16b5a302" providerId="ADAL" clId="{554FE7FD-D18D-4BB5-A4B8-9C51F228B7BB}" dt="2024-11-04T09:38:58.053" v="4796" actId="1076"/>
          <ac:spMkLst>
            <pc:docMk/>
            <pc:sldMk cId="432794014" sldId="1132"/>
            <ac:spMk id="1295" creationId="{966D984D-CF50-CA00-E13F-52DAFA4D5EDF}"/>
          </ac:spMkLst>
        </pc:spChg>
        <pc:spChg chg="add mod">
          <ac:chgData name="Gareth Thomson | Football Queensland" userId="45505d28-f665-4546-80c4-7c2d16b5a302" providerId="ADAL" clId="{554FE7FD-D18D-4BB5-A4B8-9C51F228B7BB}" dt="2024-11-04T09:38:54.057" v="4795" actId="688"/>
          <ac:spMkLst>
            <pc:docMk/>
            <pc:sldMk cId="432794014" sldId="1132"/>
            <ac:spMk id="1296" creationId="{5788A771-1341-C650-BBF7-F66F5EA5BD5C}"/>
          </ac:spMkLst>
        </pc:spChg>
        <pc:spChg chg="mod">
          <ac:chgData name="Gareth Thomson | Football Queensland" userId="45505d28-f665-4546-80c4-7c2d16b5a302" providerId="ADAL" clId="{554FE7FD-D18D-4BB5-A4B8-9C51F228B7BB}" dt="2024-11-04T09:39:00.568" v="4797"/>
          <ac:spMkLst>
            <pc:docMk/>
            <pc:sldMk cId="432794014" sldId="1132"/>
            <ac:spMk id="1298" creationId="{4F4BB8DA-92F8-A8E9-C22D-E93C839E1AE8}"/>
          </ac:spMkLst>
        </pc:spChg>
        <pc:spChg chg="mod">
          <ac:chgData name="Gareth Thomson | Football Queensland" userId="45505d28-f665-4546-80c4-7c2d16b5a302" providerId="ADAL" clId="{554FE7FD-D18D-4BB5-A4B8-9C51F228B7BB}" dt="2024-11-04T09:39:00.568" v="4797"/>
          <ac:spMkLst>
            <pc:docMk/>
            <pc:sldMk cId="432794014" sldId="1132"/>
            <ac:spMk id="1299" creationId="{CB73F1C9-32EC-6297-6F57-7605B5FC8987}"/>
          </ac:spMkLst>
        </pc:spChg>
        <pc:spChg chg="mod">
          <ac:chgData name="Gareth Thomson | Football Queensland" userId="45505d28-f665-4546-80c4-7c2d16b5a302" providerId="ADAL" clId="{554FE7FD-D18D-4BB5-A4B8-9C51F228B7BB}" dt="2024-11-04T09:39:00.568" v="4797"/>
          <ac:spMkLst>
            <pc:docMk/>
            <pc:sldMk cId="432794014" sldId="1132"/>
            <ac:spMk id="1300" creationId="{9411A555-414F-C249-8B3F-66991D666565}"/>
          </ac:spMkLst>
        </pc:spChg>
        <pc:spChg chg="mod">
          <ac:chgData name="Gareth Thomson | Football Queensland" userId="45505d28-f665-4546-80c4-7c2d16b5a302" providerId="ADAL" clId="{554FE7FD-D18D-4BB5-A4B8-9C51F228B7BB}" dt="2024-11-04T09:39:00.568" v="4797"/>
          <ac:spMkLst>
            <pc:docMk/>
            <pc:sldMk cId="432794014" sldId="1132"/>
            <ac:spMk id="1301" creationId="{59D944AF-C03F-C055-4167-44F736E2FDE0}"/>
          </ac:spMkLst>
        </pc:spChg>
        <pc:spChg chg="add mod">
          <ac:chgData name="Gareth Thomson | Football Queensland" userId="45505d28-f665-4546-80c4-7c2d16b5a302" providerId="ADAL" clId="{554FE7FD-D18D-4BB5-A4B8-9C51F228B7BB}" dt="2024-11-04T09:39:03.769" v="4798" actId="1076"/>
          <ac:spMkLst>
            <pc:docMk/>
            <pc:sldMk cId="432794014" sldId="1132"/>
            <ac:spMk id="1302" creationId="{AC3CC985-08C5-7BE2-69FF-54F93549D8C8}"/>
          </ac:spMkLst>
        </pc:spChg>
        <pc:spChg chg="add mod">
          <ac:chgData name="Gareth Thomson | Football Queensland" userId="45505d28-f665-4546-80c4-7c2d16b5a302" providerId="ADAL" clId="{554FE7FD-D18D-4BB5-A4B8-9C51F228B7BB}" dt="2024-11-04T09:39:03.769" v="4798" actId="1076"/>
          <ac:spMkLst>
            <pc:docMk/>
            <pc:sldMk cId="432794014" sldId="1132"/>
            <ac:spMk id="1303" creationId="{CC1B332E-8239-63AB-C21F-7830476502CE}"/>
          </ac:spMkLst>
        </pc:spChg>
        <pc:spChg chg="mod">
          <ac:chgData name="Gareth Thomson | Football Queensland" userId="45505d28-f665-4546-80c4-7c2d16b5a302" providerId="ADAL" clId="{554FE7FD-D18D-4BB5-A4B8-9C51F228B7BB}" dt="2024-11-04T09:39:05.908" v="4799"/>
          <ac:spMkLst>
            <pc:docMk/>
            <pc:sldMk cId="432794014" sldId="1132"/>
            <ac:spMk id="1305" creationId="{6E459DD7-54FF-3405-E3C4-15C5D759E504}"/>
          </ac:spMkLst>
        </pc:spChg>
        <pc:spChg chg="mod">
          <ac:chgData name="Gareth Thomson | Football Queensland" userId="45505d28-f665-4546-80c4-7c2d16b5a302" providerId="ADAL" clId="{554FE7FD-D18D-4BB5-A4B8-9C51F228B7BB}" dt="2024-11-04T09:39:05.908" v="4799"/>
          <ac:spMkLst>
            <pc:docMk/>
            <pc:sldMk cId="432794014" sldId="1132"/>
            <ac:spMk id="1306" creationId="{2B2B00F6-08D9-66EE-1D2E-7B4F418C2353}"/>
          </ac:spMkLst>
        </pc:spChg>
        <pc:spChg chg="mod">
          <ac:chgData name="Gareth Thomson | Football Queensland" userId="45505d28-f665-4546-80c4-7c2d16b5a302" providerId="ADAL" clId="{554FE7FD-D18D-4BB5-A4B8-9C51F228B7BB}" dt="2024-11-04T09:39:05.908" v="4799"/>
          <ac:spMkLst>
            <pc:docMk/>
            <pc:sldMk cId="432794014" sldId="1132"/>
            <ac:spMk id="1307" creationId="{21E2277F-AC12-44AB-F7AA-29BCAFDD4978}"/>
          </ac:spMkLst>
        </pc:spChg>
        <pc:spChg chg="mod">
          <ac:chgData name="Gareth Thomson | Football Queensland" userId="45505d28-f665-4546-80c4-7c2d16b5a302" providerId="ADAL" clId="{554FE7FD-D18D-4BB5-A4B8-9C51F228B7BB}" dt="2024-11-04T09:39:05.908" v="4799"/>
          <ac:spMkLst>
            <pc:docMk/>
            <pc:sldMk cId="432794014" sldId="1132"/>
            <ac:spMk id="1308" creationId="{545763F5-9725-5A2B-DAE8-86B51FD35A18}"/>
          </ac:spMkLst>
        </pc:spChg>
        <pc:spChg chg="add mod">
          <ac:chgData name="Gareth Thomson | Football Queensland" userId="45505d28-f665-4546-80c4-7c2d16b5a302" providerId="ADAL" clId="{554FE7FD-D18D-4BB5-A4B8-9C51F228B7BB}" dt="2024-11-04T09:39:08.117" v="4800" actId="1076"/>
          <ac:spMkLst>
            <pc:docMk/>
            <pc:sldMk cId="432794014" sldId="1132"/>
            <ac:spMk id="1309" creationId="{0946CB2F-9C26-9DDF-87FE-4953FD883009}"/>
          </ac:spMkLst>
        </pc:spChg>
        <pc:spChg chg="add mod">
          <ac:chgData name="Gareth Thomson | Football Queensland" userId="45505d28-f665-4546-80c4-7c2d16b5a302" providerId="ADAL" clId="{554FE7FD-D18D-4BB5-A4B8-9C51F228B7BB}" dt="2024-11-04T09:39:08.117" v="4800" actId="1076"/>
          <ac:spMkLst>
            <pc:docMk/>
            <pc:sldMk cId="432794014" sldId="1132"/>
            <ac:spMk id="1310" creationId="{6C235AC7-6E76-5AC2-415E-4404A579A1D7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12" creationId="{0A88093D-B0A3-0F85-EF95-0A3866EE38B6}"/>
          </ac:spMkLst>
        </pc:spChg>
        <pc:spChg chg="add mod">
          <ac:chgData name="Gareth Thomson | Football Queensland" userId="45505d28-f665-4546-80c4-7c2d16b5a302" providerId="ADAL" clId="{554FE7FD-D18D-4BB5-A4B8-9C51F228B7BB}" dt="2024-11-04T09:39:20.801" v="4863" actId="1035"/>
          <ac:spMkLst>
            <pc:docMk/>
            <pc:sldMk cId="432794014" sldId="1132"/>
            <ac:spMk id="1317" creationId="{C9AB40D6-1DD7-1F2A-E6EB-94D5AD09ECDD}"/>
          </ac:spMkLst>
        </pc:spChg>
        <pc:spChg chg="add mod">
          <ac:chgData name="Gareth Thomson | Football Queensland" userId="45505d28-f665-4546-80c4-7c2d16b5a302" providerId="ADAL" clId="{554FE7FD-D18D-4BB5-A4B8-9C51F228B7BB}" dt="2024-11-04T09:39:20.801" v="4863" actId="1035"/>
          <ac:spMkLst>
            <pc:docMk/>
            <pc:sldMk cId="432794014" sldId="1132"/>
            <ac:spMk id="1318" creationId="{B71B9A3C-663D-24DA-7050-0C7B3CCF16CF}"/>
          </ac:spMkLst>
        </pc:spChg>
        <pc:spChg chg="mod">
          <ac:chgData name="Gareth Thomson | Football Queensland" userId="45505d28-f665-4546-80c4-7c2d16b5a302" providerId="ADAL" clId="{554FE7FD-D18D-4BB5-A4B8-9C51F228B7BB}" dt="2024-11-04T09:39:21.382" v="4864"/>
          <ac:spMkLst>
            <pc:docMk/>
            <pc:sldMk cId="432794014" sldId="1132"/>
            <ac:spMk id="1320" creationId="{020EF5E1-A274-80D2-B64E-0C289804A4D4}"/>
          </ac:spMkLst>
        </pc:spChg>
        <pc:spChg chg="mod">
          <ac:chgData name="Gareth Thomson | Football Queensland" userId="45505d28-f665-4546-80c4-7c2d16b5a302" providerId="ADAL" clId="{554FE7FD-D18D-4BB5-A4B8-9C51F228B7BB}" dt="2024-11-04T09:39:21.382" v="4864"/>
          <ac:spMkLst>
            <pc:docMk/>
            <pc:sldMk cId="432794014" sldId="1132"/>
            <ac:spMk id="1321" creationId="{18B4A791-C588-4BBC-9639-69C6807DA398}"/>
          </ac:spMkLst>
        </pc:spChg>
        <pc:spChg chg="mod">
          <ac:chgData name="Gareth Thomson | Football Queensland" userId="45505d28-f665-4546-80c4-7c2d16b5a302" providerId="ADAL" clId="{554FE7FD-D18D-4BB5-A4B8-9C51F228B7BB}" dt="2024-11-04T09:39:21.382" v="4864"/>
          <ac:spMkLst>
            <pc:docMk/>
            <pc:sldMk cId="432794014" sldId="1132"/>
            <ac:spMk id="1322" creationId="{6B1A94F9-AD90-B248-B9C4-D0D9C3D5EB34}"/>
          </ac:spMkLst>
        </pc:spChg>
        <pc:spChg chg="mod">
          <ac:chgData name="Gareth Thomson | Football Queensland" userId="45505d28-f665-4546-80c4-7c2d16b5a302" providerId="ADAL" clId="{554FE7FD-D18D-4BB5-A4B8-9C51F228B7BB}" dt="2024-11-04T09:39:21.382" v="4864"/>
          <ac:spMkLst>
            <pc:docMk/>
            <pc:sldMk cId="432794014" sldId="1132"/>
            <ac:spMk id="1323" creationId="{726B51B0-0265-9D87-34B8-7E97D1700065}"/>
          </ac:spMkLst>
        </pc:spChg>
        <pc:spChg chg="add mod">
          <ac:chgData name="Gareth Thomson | Football Queensland" userId="45505d28-f665-4546-80c4-7c2d16b5a302" providerId="ADAL" clId="{554FE7FD-D18D-4BB5-A4B8-9C51F228B7BB}" dt="2024-11-04T09:39:24.167" v="4865" actId="1076"/>
          <ac:spMkLst>
            <pc:docMk/>
            <pc:sldMk cId="432794014" sldId="1132"/>
            <ac:spMk id="1324" creationId="{60E4F734-6122-5D01-D243-1679E195645F}"/>
          </ac:spMkLst>
        </pc:spChg>
        <pc:spChg chg="add mod">
          <ac:chgData name="Gareth Thomson | Football Queensland" userId="45505d28-f665-4546-80c4-7c2d16b5a302" providerId="ADAL" clId="{554FE7FD-D18D-4BB5-A4B8-9C51F228B7BB}" dt="2024-11-04T09:39:24.167" v="4865" actId="1076"/>
          <ac:spMkLst>
            <pc:docMk/>
            <pc:sldMk cId="432794014" sldId="1132"/>
            <ac:spMk id="1325" creationId="{9CADF522-2138-0D12-8D1D-86D3E796255F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27" creationId="{39E27201-78FE-5982-D9DE-8507E283A01D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28" creationId="{8D90A5AA-0571-D4F1-2200-1D93582405AF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29" creationId="{958012DB-2E61-6B8A-F574-AB099E77650B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30" creationId="{95E3DF8A-62A3-32A3-815A-953D4F31D997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32" creationId="{CFC07A21-D3AB-A600-AB46-9F0E4ACFEECB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33" creationId="{A88BEC7C-46F8-DF46-4092-9717B4E35BE3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34" creationId="{148A3CBC-D966-7755-4E75-8E277F289EA1}"/>
          </ac:spMkLst>
        </pc:spChg>
        <pc:spChg chg="mod">
          <ac:chgData name="Gareth Thomson | Football Queensland" userId="45505d28-f665-4546-80c4-7c2d16b5a302" providerId="ADAL" clId="{554FE7FD-D18D-4BB5-A4B8-9C51F228B7BB}" dt="2024-11-04T09:39:31.870" v="4866"/>
          <ac:spMkLst>
            <pc:docMk/>
            <pc:sldMk cId="432794014" sldId="1132"/>
            <ac:spMk id="1335" creationId="{BB48F824-A79E-4B04-C039-6EC343222F95}"/>
          </ac:spMkLst>
        </pc:spChg>
        <pc:spChg chg="mod">
          <ac:chgData name="Gareth Thomson | Football Queensland" userId="45505d28-f665-4546-80c4-7c2d16b5a302" providerId="ADAL" clId="{554FE7FD-D18D-4BB5-A4B8-9C51F228B7BB}" dt="2024-11-04T09:39:39.048" v="4868"/>
          <ac:spMkLst>
            <pc:docMk/>
            <pc:sldMk cId="432794014" sldId="1132"/>
            <ac:spMk id="1337" creationId="{12A93F1F-1C12-0685-BB1E-E14BEB70FDBD}"/>
          </ac:spMkLst>
        </pc:spChg>
        <pc:spChg chg="mod">
          <ac:chgData name="Gareth Thomson | Football Queensland" userId="45505d28-f665-4546-80c4-7c2d16b5a302" providerId="ADAL" clId="{554FE7FD-D18D-4BB5-A4B8-9C51F228B7BB}" dt="2024-11-04T09:39:39.048" v="4868"/>
          <ac:spMkLst>
            <pc:docMk/>
            <pc:sldMk cId="432794014" sldId="1132"/>
            <ac:spMk id="1338" creationId="{8E9B327F-1EA2-D2E9-8249-BC46108318E3}"/>
          </ac:spMkLst>
        </pc:spChg>
        <pc:spChg chg="mod">
          <ac:chgData name="Gareth Thomson | Football Queensland" userId="45505d28-f665-4546-80c4-7c2d16b5a302" providerId="ADAL" clId="{554FE7FD-D18D-4BB5-A4B8-9C51F228B7BB}" dt="2024-11-04T09:39:39.048" v="4868"/>
          <ac:spMkLst>
            <pc:docMk/>
            <pc:sldMk cId="432794014" sldId="1132"/>
            <ac:spMk id="1339" creationId="{39572232-E43F-C216-EF1E-C38F509F802C}"/>
          </ac:spMkLst>
        </pc:spChg>
        <pc:spChg chg="mod">
          <ac:chgData name="Gareth Thomson | Football Queensland" userId="45505d28-f665-4546-80c4-7c2d16b5a302" providerId="ADAL" clId="{554FE7FD-D18D-4BB5-A4B8-9C51F228B7BB}" dt="2024-11-04T09:39:39.048" v="4868"/>
          <ac:spMkLst>
            <pc:docMk/>
            <pc:sldMk cId="432794014" sldId="1132"/>
            <ac:spMk id="1340" creationId="{AE0F805D-431A-DF09-1070-92A54323C57A}"/>
          </ac:spMkLst>
        </pc:spChg>
        <pc:spChg chg="add mod">
          <ac:chgData name="Gareth Thomson | Football Queensland" userId="45505d28-f665-4546-80c4-7c2d16b5a302" providerId="ADAL" clId="{554FE7FD-D18D-4BB5-A4B8-9C51F228B7BB}" dt="2024-11-04T09:39:50.873" v="4871" actId="1076"/>
          <ac:spMkLst>
            <pc:docMk/>
            <pc:sldMk cId="432794014" sldId="1132"/>
            <ac:spMk id="1341" creationId="{4666D483-BCEE-C160-AD31-52450D27C314}"/>
          </ac:spMkLst>
        </pc:spChg>
        <pc:spChg chg="add mod">
          <ac:chgData name="Gareth Thomson | Football Queensland" userId="45505d28-f665-4546-80c4-7c2d16b5a302" providerId="ADAL" clId="{554FE7FD-D18D-4BB5-A4B8-9C51F228B7BB}" dt="2024-11-04T09:39:50.873" v="4871" actId="1076"/>
          <ac:spMkLst>
            <pc:docMk/>
            <pc:sldMk cId="432794014" sldId="1132"/>
            <ac:spMk id="1342" creationId="{4ED8647F-AB41-505D-BD28-8797E2C9B54F}"/>
          </ac:spMkLst>
        </pc:spChg>
        <pc:spChg chg="add mod">
          <ac:chgData name="Gareth Thomson | Football Queensland" userId="45505d28-f665-4546-80c4-7c2d16b5a302" providerId="ADAL" clId="{554FE7FD-D18D-4BB5-A4B8-9C51F228B7BB}" dt="2024-11-04T04:02:41.321" v="2783" actId="207"/>
          <ac:spMkLst>
            <pc:docMk/>
            <pc:sldMk cId="432794014" sldId="1132"/>
            <ac:spMk id="1344" creationId="{FD162A95-A803-CD48-0CC2-F2FDF1345AA1}"/>
          </ac:spMkLst>
        </pc:spChg>
        <pc:spChg chg="add mod">
          <ac:chgData name="Gareth Thomson | Football Queensland" userId="45505d28-f665-4546-80c4-7c2d16b5a302" providerId="ADAL" clId="{554FE7FD-D18D-4BB5-A4B8-9C51F228B7BB}" dt="2024-11-04T04:02:48.184" v="2784" actId="207"/>
          <ac:spMkLst>
            <pc:docMk/>
            <pc:sldMk cId="432794014" sldId="1132"/>
            <ac:spMk id="1345" creationId="{4364572D-319C-5B89-A917-B973DF680618}"/>
          </ac:spMkLst>
        </pc:spChg>
        <pc:spChg chg="add mod">
          <ac:chgData name="Gareth Thomson | Football Queensland" userId="45505d28-f665-4546-80c4-7c2d16b5a302" providerId="ADAL" clId="{554FE7FD-D18D-4BB5-A4B8-9C51F228B7BB}" dt="2024-11-04T04:02:48.184" v="2784" actId="207"/>
          <ac:spMkLst>
            <pc:docMk/>
            <pc:sldMk cId="432794014" sldId="1132"/>
            <ac:spMk id="1346" creationId="{9B0218A2-6BF2-4674-F6A7-BD35701D74D7}"/>
          </ac:spMkLst>
        </pc:spChg>
        <pc:spChg chg="add mod">
          <ac:chgData name="Gareth Thomson | Football Queensland" userId="45505d28-f665-4546-80c4-7c2d16b5a302" providerId="ADAL" clId="{554FE7FD-D18D-4BB5-A4B8-9C51F228B7BB}" dt="2024-11-04T04:03:31.711" v="2819" actId="207"/>
          <ac:spMkLst>
            <pc:docMk/>
            <pc:sldMk cId="432794014" sldId="1132"/>
            <ac:spMk id="1347" creationId="{6BFB26F2-125B-EC51-7FA8-E6ACD5595263}"/>
          </ac:spMkLst>
        </pc:spChg>
        <pc:spChg chg="add mod">
          <ac:chgData name="Gareth Thomson | Football Queensland" userId="45505d28-f665-4546-80c4-7c2d16b5a302" providerId="ADAL" clId="{554FE7FD-D18D-4BB5-A4B8-9C51F228B7BB}" dt="2024-11-04T04:03:24.208" v="2791" actId="207"/>
          <ac:spMkLst>
            <pc:docMk/>
            <pc:sldMk cId="432794014" sldId="1132"/>
            <ac:spMk id="1348" creationId="{F1F037DE-E0F9-1847-C2ED-71A1BA81D9BD}"/>
          </ac:spMkLst>
        </pc:spChg>
        <pc:spChg chg="add mod">
          <ac:chgData name="Gareth Thomson | Football Queensland" userId="45505d28-f665-4546-80c4-7c2d16b5a302" providerId="ADAL" clId="{554FE7FD-D18D-4BB5-A4B8-9C51F228B7BB}" dt="2024-11-04T04:03:24.208" v="2791" actId="207"/>
          <ac:spMkLst>
            <pc:docMk/>
            <pc:sldMk cId="432794014" sldId="1132"/>
            <ac:spMk id="1349" creationId="{82C5EE36-36EB-261E-4FCA-CF1610237D0A}"/>
          </ac:spMkLst>
        </pc:spChg>
        <pc:spChg chg="add mod">
          <ac:chgData name="Gareth Thomson | Football Queensland" userId="45505d28-f665-4546-80c4-7c2d16b5a302" providerId="ADAL" clId="{554FE7FD-D18D-4BB5-A4B8-9C51F228B7BB}" dt="2024-11-04T04:03:24.208" v="2791" actId="207"/>
          <ac:spMkLst>
            <pc:docMk/>
            <pc:sldMk cId="432794014" sldId="1132"/>
            <ac:spMk id="1351" creationId="{DE115838-4374-7199-B8C1-2935652EA83F}"/>
          </ac:spMkLst>
        </pc:spChg>
        <pc:spChg chg="add mod">
          <ac:chgData name="Gareth Thomson | Football Queensland" userId="45505d28-f665-4546-80c4-7c2d16b5a302" providerId="ADAL" clId="{554FE7FD-D18D-4BB5-A4B8-9C51F228B7BB}" dt="2024-11-04T04:03:24.208" v="2791" actId="207"/>
          <ac:spMkLst>
            <pc:docMk/>
            <pc:sldMk cId="432794014" sldId="1132"/>
            <ac:spMk id="1352" creationId="{99C17592-377C-524D-FEDD-D1B1CE162A65}"/>
          </ac:spMkLst>
        </pc:spChg>
        <pc:spChg chg="mod">
          <ac:chgData name="Gareth Thomson | Football Queensland" userId="45505d28-f665-4546-80c4-7c2d16b5a302" providerId="ADAL" clId="{554FE7FD-D18D-4BB5-A4B8-9C51F228B7BB}" dt="2024-11-04T04:03:54.503" v="2821"/>
          <ac:spMkLst>
            <pc:docMk/>
            <pc:sldMk cId="432794014" sldId="1132"/>
            <ac:spMk id="1354" creationId="{13F00535-E765-DEFA-725B-3AA41B6A1661}"/>
          </ac:spMkLst>
        </pc:spChg>
        <pc:spChg chg="mod">
          <ac:chgData name="Gareth Thomson | Football Queensland" userId="45505d28-f665-4546-80c4-7c2d16b5a302" providerId="ADAL" clId="{554FE7FD-D18D-4BB5-A4B8-9C51F228B7BB}" dt="2024-11-04T04:03:54.503" v="2821"/>
          <ac:spMkLst>
            <pc:docMk/>
            <pc:sldMk cId="432794014" sldId="1132"/>
            <ac:spMk id="1355" creationId="{445EEC39-0989-B4B7-8A8B-B13ACC1FBC00}"/>
          </ac:spMkLst>
        </pc:spChg>
        <pc:spChg chg="mod">
          <ac:chgData name="Gareth Thomson | Football Queensland" userId="45505d28-f665-4546-80c4-7c2d16b5a302" providerId="ADAL" clId="{554FE7FD-D18D-4BB5-A4B8-9C51F228B7BB}" dt="2024-11-04T04:03:54.503" v="2821"/>
          <ac:spMkLst>
            <pc:docMk/>
            <pc:sldMk cId="432794014" sldId="1132"/>
            <ac:spMk id="1356" creationId="{FAAE06BB-B75B-66FA-5542-8A0389F5D391}"/>
          </ac:spMkLst>
        </pc:spChg>
        <pc:spChg chg="mod">
          <ac:chgData name="Gareth Thomson | Football Queensland" userId="45505d28-f665-4546-80c4-7c2d16b5a302" providerId="ADAL" clId="{554FE7FD-D18D-4BB5-A4B8-9C51F228B7BB}" dt="2024-11-04T04:03:54.503" v="2821"/>
          <ac:spMkLst>
            <pc:docMk/>
            <pc:sldMk cId="432794014" sldId="1132"/>
            <ac:spMk id="1357" creationId="{3EA84405-EE38-3FD9-F629-C8E51D6FA212}"/>
          </ac:spMkLst>
        </pc:spChg>
        <pc:spChg chg="add mod">
          <ac:chgData name="Gareth Thomson | Football Queensland" userId="45505d28-f665-4546-80c4-7c2d16b5a302" providerId="ADAL" clId="{554FE7FD-D18D-4BB5-A4B8-9C51F228B7BB}" dt="2024-11-04T04:04:58.367" v="2855" actId="1076"/>
          <ac:spMkLst>
            <pc:docMk/>
            <pc:sldMk cId="432794014" sldId="1132"/>
            <ac:spMk id="1358" creationId="{7907D4A4-AB01-068B-9EA8-3853E7325F4A}"/>
          </ac:spMkLst>
        </pc:spChg>
        <pc:spChg chg="add mod">
          <ac:chgData name="Gareth Thomson | Football Queensland" userId="45505d28-f665-4546-80c4-7c2d16b5a302" providerId="ADAL" clId="{554FE7FD-D18D-4BB5-A4B8-9C51F228B7BB}" dt="2024-11-04T04:05:03.879" v="2857" actId="1076"/>
          <ac:spMkLst>
            <pc:docMk/>
            <pc:sldMk cId="432794014" sldId="1132"/>
            <ac:spMk id="1359" creationId="{75BC5B86-F582-6524-46F2-6FBB459C483B}"/>
          </ac:spMkLst>
        </pc:spChg>
        <pc:spChg chg="mod">
          <ac:chgData name="Gareth Thomson | Football Queensland" userId="45505d28-f665-4546-80c4-7c2d16b5a302" providerId="ADAL" clId="{554FE7FD-D18D-4BB5-A4B8-9C51F228B7BB}" dt="2024-11-04T04:03:57.647" v="2823"/>
          <ac:spMkLst>
            <pc:docMk/>
            <pc:sldMk cId="432794014" sldId="1132"/>
            <ac:spMk id="1361" creationId="{55251366-A224-CF0C-8B36-86725042D437}"/>
          </ac:spMkLst>
        </pc:spChg>
        <pc:spChg chg="mod">
          <ac:chgData name="Gareth Thomson | Football Queensland" userId="45505d28-f665-4546-80c4-7c2d16b5a302" providerId="ADAL" clId="{554FE7FD-D18D-4BB5-A4B8-9C51F228B7BB}" dt="2024-11-04T04:03:57.647" v="2823"/>
          <ac:spMkLst>
            <pc:docMk/>
            <pc:sldMk cId="432794014" sldId="1132"/>
            <ac:spMk id="1362" creationId="{2824CE90-83C2-B63A-B9E4-8034B3281907}"/>
          </ac:spMkLst>
        </pc:spChg>
        <pc:spChg chg="mod">
          <ac:chgData name="Gareth Thomson | Football Queensland" userId="45505d28-f665-4546-80c4-7c2d16b5a302" providerId="ADAL" clId="{554FE7FD-D18D-4BB5-A4B8-9C51F228B7BB}" dt="2024-11-04T04:03:57.647" v="2823"/>
          <ac:spMkLst>
            <pc:docMk/>
            <pc:sldMk cId="432794014" sldId="1132"/>
            <ac:spMk id="1363" creationId="{51F3342D-6A54-C933-6C1A-C94AFE55D65C}"/>
          </ac:spMkLst>
        </pc:spChg>
        <pc:spChg chg="mod">
          <ac:chgData name="Gareth Thomson | Football Queensland" userId="45505d28-f665-4546-80c4-7c2d16b5a302" providerId="ADAL" clId="{554FE7FD-D18D-4BB5-A4B8-9C51F228B7BB}" dt="2024-11-04T04:03:57.647" v="2823"/>
          <ac:spMkLst>
            <pc:docMk/>
            <pc:sldMk cId="432794014" sldId="1132"/>
            <ac:spMk id="1364" creationId="{98746C04-273F-4244-8F2C-E15BF6F7366D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66" creationId="{CDB71186-059B-2EF8-7F9D-BA60E9208D0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67" creationId="{FAF8EFB4-1534-EEA6-9587-D20FD04F881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73" creationId="{0A32D11C-6916-A72E-E968-15701B5EC2D9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74" creationId="{0C5323B8-82A1-B1D2-5D71-56504049BCD8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381" creationId="{EEE1B95D-6AF6-233B-F1C0-44E8A33B8C50}"/>
          </ac:spMkLst>
        </pc:spChg>
        <pc:spChg chg="mod">
          <ac:chgData name="Gareth Thomson | Football Queensland" userId="45505d28-f665-4546-80c4-7c2d16b5a302" providerId="ADAL" clId="{554FE7FD-D18D-4BB5-A4B8-9C51F228B7BB}" dt="2024-11-04T04:04:05.218" v="2831"/>
          <ac:spMkLst>
            <pc:docMk/>
            <pc:sldMk cId="432794014" sldId="1132"/>
            <ac:spMk id="1387" creationId="{142CC7D1-A8F8-43DE-4AA7-4986CE37272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18" creationId="{14FDC56D-1336-A991-961E-E7CE911D2442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19" creationId="{D4489F1B-716F-177B-05D4-7BE22F80A102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0" creationId="{F3AB4593-F80E-19B1-19B4-30A161E098DE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1" creationId="{7144C3BE-316A-F926-602F-7ACA7A77E485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2" creationId="{1BB405A3-C117-CFA8-BBAF-F1D9506A3599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3" creationId="{AFC0C2D3-A89E-A620-A064-18182C0CBA8C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4" creationId="{AA1791ED-D251-4969-C5FE-52F46FD7E29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5" creationId="{972739A9-EA8D-BA35-F66C-BCC876A5CC97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6" creationId="{902ABCC4-9A6B-BA80-17BD-4C882F328E7B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7" creationId="{F22BD435-571A-CB81-EC86-CD88A98BF646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8" creationId="{10C0AD8B-EB9F-2F6C-C014-EC96EFA1CB01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29" creationId="{5B48D707-6E93-ECD0-EA47-680CD5FEA0D0}"/>
          </ac:spMkLst>
        </pc:spChg>
        <pc:spChg chg="del">
          <ac:chgData name="Gareth Thomson | Football Queensland" userId="45505d28-f665-4546-80c4-7c2d16b5a302" providerId="ADAL" clId="{554FE7FD-D18D-4BB5-A4B8-9C51F228B7BB}" dt="2024-11-04T03:46:15.974" v="2593" actId="478"/>
          <ac:spMkLst>
            <pc:docMk/>
            <pc:sldMk cId="432794014" sldId="1132"/>
            <ac:spMk id="1430" creationId="{5D7DDF50-0EC1-E487-0787-EFE60A783D96}"/>
          </ac:spMkLst>
        </pc:spChg>
        <pc:spChg chg="add mod">
          <ac:chgData name="Gareth Thomson | Football Queensland" userId="45505d28-f665-4546-80c4-7c2d16b5a302" providerId="ADAL" clId="{554FE7FD-D18D-4BB5-A4B8-9C51F228B7BB}" dt="2024-11-04T06:29:38.361" v="3581" actId="1076"/>
          <ac:spMkLst>
            <pc:docMk/>
            <pc:sldMk cId="432794014" sldId="1132"/>
            <ac:spMk id="1431" creationId="{702AA97B-71F0-40FF-9FD5-BC7A89E64BB6}"/>
          </ac:spMkLst>
        </pc:spChg>
        <pc:spChg chg="add mod">
          <ac:chgData name="Gareth Thomson | Football Queensland" userId="45505d28-f665-4546-80c4-7c2d16b5a302" providerId="ADAL" clId="{554FE7FD-D18D-4BB5-A4B8-9C51F228B7BB}" dt="2024-11-04T06:29:42.092" v="3583" actId="1076"/>
          <ac:spMkLst>
            <pc:docMk/>
            <pc:sldMk cId="432794014" sldId="1132"/>
            <ac:spMk id="1432" creationId="{78677CF1-053C-863F-9C72-F32D5DC2A148}"/>
          </ac:spMkLst>
        </pc:spChg>
        <pc:spChg chg="add mod">
          <ac:chgData name="Gareth Thomson | Football Queensland" userId="45505d28-f665-4546-80c4-7c2d16b5a302" providerId="ADAL" clId="{554FE7FD-D18D-4BB5-A4B8-9C51F228B7BB}" dt="2024-11-04T06:30:00.292" v="3586" actId="1076"/>
          <ac:spMkLst>
            <pc:docMk/>
            <pc:sldMk cId="432794014" sldId="1132"/>
            <ac:spMk id="1433" creationId="{515138FA-11B4-AB74-284E-BEB38AB79A68}"/>
          </ac:spMkLst>
        </pc:spChg>
        <pc:spChg chg="add mod">
          <ac:chgData name="Gareth Thomson | Football Queensland" userId="45505d28-f665-4546-80c4-7c2d16b5a302" providerId="ADAL" clId="{554FE7FD-D18D-4BB5-A4B8-9C51F228B7BB}" dt="2024-11-04T06:30:00.292" v="3586" actId="1076"/>
          <ac:spMkLst>
            <pc:docMk/>
            <pc:sldMk cId="432794014" sldId="1132"/>
            <ac:spMk id="1434" creationId="{8993C92B-80EE-0FED-1DB1-5FFCE9045151}"/>
          </ac:spMkLst>
        </pc:spChg>
        <pc:spChg chg="add mod">
          <ac:chgData name="Gareth Thomson | Football Queensland" userId="45505d28-f665-4546-80c4-7c2d16b5a302" providerId="ADAL" clId="{554FE7FD-D18D-4BB5-A4B8-9C51F228B7BB}" dt="2024-11-04T06:30:42.154" v="3595" actId="1076"/>
          <ac:spMkLst>
            <pc:docMk/>
            <pc:sldMk cId="432794014" sldId="1132"/>
            <ac:spMk id="1435" creationId="{8AA94CB5-2C45-06C1-0383-94C1128A7FEA}"/>
          </ac:spMkLst>
        </pc:spChg>
        <pc:spChg chg="add mod">
          <ac:chgData name="Gareth Thomson | Football Queensland" userId="45505d28-f665-4546-80c4-7c2d16b5a302" providerId="ADAL" clId="{554FE7FD-D18D-4BB5-A4B8-9C51F228B7BB}" dt="2024-11-04T06:30:42.154" v="3595" actId="1076"/>
          <ac:spMkLst>
            <pc:docMk/>
            <pc:sldMk cId="432794014" sldId="1132"/>
            <ac:spMk id="1436" creationId="{0338319F-D391-02C3-DAC5-5FF7FFD9C2D6}"/>
          </ac:spMkLst>
        </pc:spChg>
        <pc:spChg chg="add mod">
          <ac:chgData name="Gareth Thomson | Football Queensland" userId="45505d28-f665-4546-80c4-7c2d16b5a302" providerId="ADAL" clId="{554FE7FD-D18D-4BB5-A4B8-9C51F228B7BB}" dt="2024-11-04T06:30:42.154" v="3595" actId="1076"/>
          <ac:spMkLst>
            <pc:docMk/>
            <pc:sldMk cId="432794014" sldId="1132"/>
            <ac:spMk id="1437" creationId="{31B4CA7C-9500-1C99-5427-F399F975DBE4}"/>
          </ac:spMkLst>
        </pc:spChg>
        <pc:spChg chg="add mod">
          <ac:chgData name="Gareth Thomson | Football Queensland" userId="45505d28-f665-4546-80c4-7c2d16b5a302" providerId="ADAL" clId="{554FE7FD-D18D-4BB5-A4B8-9C51F228B7BB}" dt="2024-11-04T06:36:28.330" v="3596" actId="1037"/>
          <ac:spMkLst>
            <pc:docMk/>
            <pc:sldMk cId="432794014" sldId="1132"/>
            <ac:spMk id="1438" creationId="{8085949F-49BE-024A-3A99-324D4AE64E99}"/>
          </ac:spMkLst>
        </pc:spChg>
        <pc:spChg chg="mod">
          <ac:chgData name="Gareth Thomson | Football Queensland" userId="45505d28-f665-4546-80c4-7c2d16b5a302" providerId="ADAL" clId="{554FE7FD-D18D-4BB5-A4B8-9C51F228B7BB}" dt="2024-11-04T10:33:28.609" v="5668"/>
          <ac:spMkLst>
            <pc:docMk/>
            <pc:sldMk cId="432794014" sldId="1132"/>
            <ac:spMk id="1440" creationId="{F470BEE9-31C5-71B9-501E-E1C5196B2467}"/>
          </ac:spMkLst>
        </pc:spChg>
        <pc:spChg chg="mod">
          <ac:chgData name="Gareth Thomson | Football Queensland" userId="45505d28-f665-4546-80c4-7c2d16b5a302" providerId="ADAL" clId="{554FE7FD-D18D-4BB5-A4B8-9C51F228B7BB}" dt="2024-11-04T10:33:28.609" v="5668"/>
          <ac:spMkLst>
            <pc:docMk/>
            <pc:sldMk cId="432794014" sldId="1132"/>
            <ac:spMk id="1441" creationId="{28EC59D0-8C6B-D3C9-4E69-C3155C793F7F}"/>
          </ac:spMkLst>
        </pc:spChg>
        <pc:spChg chg="mod">
          <ac:chgData name="Gareth Thomson | Football Queensland" userId="45505d28-f665-4546-80c4-7c2d16b5a302" providerId="ADAL" clId="{554FE7FD-D18D-4BB5-A4B8-9C51F228B7BB}" dt="2024-11-04T10:33:28.609" v="5668"/>
          <ac:spMkLst>
            <pc:docMk/>
            <pc:sldMk cId="432794014" sldId="1132"/>
            <ac:spMk id="1442" creationId="{D3D1F4CF-BD9A-9DEF-B787-A50B9482A64F}"/>
          </ac:spMkLst>
        </pc:spChg>
        <pc:spChg chg="mod">
          <ac:chgData name="Gareth Thomson | Football Queensland" userId="45505d28-f665-4546-80c4-7c2d16b5a302" providerId="ADAL" clId="{554FE7FD-D18D-4BB5-A4B8-9C51F228B7BB}" dt="2024-11-04T10:33:28.609" v="5668"/>
          <ac:spMkLst>
            <pc:docMk/>
            <pc:sldMk cId="432794014" sldId="1132"/>
            <ac:spMk id="1443" creationId="{51097A1D-D76E-99A7-305A-EDEDE0047DBA}"/>
          </ac:spMkLst>
        </pc:spChg>
        <pc:spChg chg="mod">
          <ac:chgData name="Gareth Thomson | Football Queensland" userId="45505d28-f665-4546-80c4-7c2d16b5a302" providerId="ADAL" clId="{554FE7FD-D18D-4BB5-A4B8-9C51F228B7BB}" dt="2024-11-04T10:33:29.710" v="5669"/>
          <ac:spMkLst>
            <pc:docMk/>
            <pc:sldMk cId="432794014" sldId="1132"/>
            <ac:spMk id="1445" creationId="{578CA63B-480E-D040-2AA4-FE5A1FBBB098}"/>
          </ac:spMkLst>
        </pc:spChg>
        <pc:spChg chg="mod">
          <ac:chgData name="Gareth Thomson | Football Queensland" userId="45505d28-f665-4546-80c4-7c2d16b5a302" providerId="ADAL" clId="{554FE7FD-D18D-4BB5-A4B8-9C51F228B7BB}" dt="2024-11-04T10:33:29.710" v="5669"/>
          <ac:spMkLst>
            <pc:docMk/>
            <pc:sldMk cId="432794014" sldId="1132"/>
            <ac:spMk id="1446" creationId="{EDD99071-F9D9-56FE-A7FB-DD9F1EAE7AEB}"/>
          </ac:spMkLst>
        </pc:spChg>
        <pc:spChg chg="mod">
          <ac:chgData name="Gareth Thomson | Football Queensland" userId="45505d28-f665-4546-80c4-7c2d16b5a302" providerId="ADAL" clId="{554FE7FD-D18D-4BB5-A4B8-9C51F228B7BB}" dt="2024-11-04T10:33:29.710" v="5669"/>
          <ac:spMkLst>
            <pc:docMk/>
            <pc:sldMk cId="432794014" sldId="1132"/>
            <ac:spMk id="1447" creationId="{12FEFA00-BB6D-6E09-6EF6-7B7B33B53ACE}"/>
          </ac:spMkLst>
        </pc:spChg>
        <pc:spChg chg="mod">
          <ac:chgData name="Gareth Thomson | Football Queensland" userId="45505d28-f665-4546-80c4-7c2d16b5a302" providerId="ADAL" clId="{554FE7FD-D18D-4BB5-A4B8-9C51F228B7BB}" dt="2024-11-04T10:33:29.710" v="5669"/>
          <ac:spMkLst>
            <pc:docMk/>
            <pc:sldMk cId="432794014" sldId="1132"/>
            <ac:spMk id="1448" creationId="{9B9EC48B-E90C-5286-605D-A64053DF422D}"/>
          </ac:spMkLst>
        </pc:spChg>
        <pc:spChg chg="add mod">
          <ac:chgData name="Gareth Thomson | Football Queensland" userId="45505d28-f665-4546-80c4-7c2d16b5a302" providerId="ADAL" clId="{554FE7FD-D18D-4BB5-A4B8-9C51F228B7BB}" dt="2024-11-04T11:42:03.912" v="8095"/>
          <ac:spMkLst>
            <pc:docMk/>
            <pc:sldMk cId="432794014" sldId="1132"/>
            <ac:spMk id="1449" creationId="{5ABC8F5E-C3C8-2C25-5065-1A072BEF2F73}"/>
          </ac:spMkLst>
        </pc:s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2" creationId="{1B3C3E8D-77FB-7D9A-AAF7-BAE63FCF39D7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24" creationId="{48D3F668-6F2E-7424-DF31-FF9AB306A19C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030" creationId="{7F60EED5-F654-E6EB-B5D4-CA59EC3DB3B4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039" creationId="{4F7911F1-0125-1A75-2A01-12E7AA270691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045" creationId="{2736332D-6793-3EF5-FAEE-E89349E6E418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050" creationId="{4B938620-299C-D2D7-AB8E-38D6D7402AE4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094" creationId="{4DAC22F2-B02D-C1B5-8ECD-F8A98D84830A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00" creationId="{49894409-30EF-4687-A4C9-7767B3F2D448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06" creationId="{6C3E9969-3429-02AA-CF67-EEFD12DB3BB8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26" creationId="{4864C5B0-9B36-AC9C-AADC-2E3FF2097A8D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39" creationId="{0DAFDDB5-6821-7512-55BA-015ABF8BD225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46" creationId="{020676D0-14B5-5168-4DEA-4F10F5D467A6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53" creationId="{8464F189-DA1F-0BE7-957A-3E5534B1CCB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22.528" v="2839" actId="688"/>
          <ac:grpSpMkLst>
            <pc:docMk/>
            <pc:sldMk cId="432794014" sldId="1132"/>
            <ac:grpSpMk id="1160" creationId="{44CB362D-E018-3455-80CC-99AB298984B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02.976" v="2828" actId="1076"/>
          <ac:grpSpMkLst>
            <pc:docMk/>
            <pc:sldMk cId="432794014" sldId="1132"/>
            <ac:grpSpMk id="1168" creationId="{45A17B6C-4BF2-BF94-D86D-74394FE1D04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04.732" v="2830" actId="1076"/>
          <ac:grpSpMkLst>
            <pc:docMk/>
            <pc:sldMk cId="432794014" sldId="1132"/>
            <ac:grpSpMk id="1175" creationId="{1EB029E2-D848-341C-12D5-29D12A10BA5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06.975" v="2832" actId="1076"/>
          <ac:grpSpMkLst>
            <pc:docMk/>
            <pc:sldMk cId="432794014" sldId="1132"/>
            <ac:grpSpMk id="1182" creationId="{4C7417A5-7393-A013-2BC4-1ADEF171723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32.366" v="2844" actId="688"/>
          <ac:grpSpMkLst>
            <pc:docMk/>
            <pc:sldMk cId="432794014" sldId="1132"/>
            <ac:grpSpMk id="1188" creationId="{F5D50CB0-4946-1E96-4526-F7BC0089AB23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194" creationId="{ED48BF89-9ECE-6652-D525-88D2A18A341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13.464" v="2836" actId="1076"/>
          <ac:grpSpMkLst>
            <pc:docMk/>
            <pc:sldMk cId="432794014" sldId="1132"/>
            <ac:grpSpMk id="1197" creationId="{E87D6D7A-075F-72EB-EED1-A5AB9E4F10B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5:09.960" v="2859" actId="1076"/>
          <ac:grpSpMkLst>
            <pc:docMk/>
            <pc:sldMk cId="432794014" sldId="1132"/>
            <ac:grpSpMk id="1204" creationId="{B1BCB7C0-2476-DBF3-5001-9EBB7F7D7F1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25.953" v="3607" actId="688"/>
          <ac:grpSpMkLst>
            <pc:docMk/>
            <pc:sldMk cId="432794014" sldId="1132"/>
            <ac:grpSpMk id="1221" creationId="{09B176FD-9D65-CF89-8C51-175C8D1E022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12.598" v="3602" actId="688"/>
          <ac:grpSpMkLst>
            <pc:docMk/>
            <pc:sldMk cId="432794014" sldId="1132"/>
            <ac:grpSpMk id="1227" creationId="{E4958ED6-4165-4976-5761-D40E866E3A2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01.699" v="3597"/>
          <ac:grpSpMkLst>
            <pc:docMk/>
            <pc:sldMk cId="432794014" sldId="1132"/>
            <ac:grpSpMk id="1232" creationId="{A4D57EDC-F229-DC98-F3B9-30D012720C21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16.825" v="3604" actId="688"/>
          <ac:grpSpMkLst>
            <pc:docMk/>
            <pc:sldMk cId="432794014" sldId="1132"/>
            <ac:grpSpMk id="1237" creationId="{B32FE648-AFA1-1572-9CEF-81CEEF08946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19.421" v="3605" actId="1076"/>
          <ac:grpSpMkLst>
            <pc:docMk/>
            <pc:sldMk cId="432794014" sldId="1132"/>
            <ac:grpSpMk id="1242" creationId="{41A5881D-BFB9-32B8-573F-CA66563ED57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07.655" v="3600" actId="688"/>
          <ac:grpSpMkLst>
            <pc:docMk/>
            <pc:sldMk cId="432794014" sldId="1132"/>
            <ac:grpSpMk id="1247" creationId="{35324F61-84E4-F952-3F46-EA7ECA5440F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8:56.775" v="3611" actId="1036"/>
          <ac:grpSpMkLst>
            <pc:docMk/>
            <pc:sldMk cId="432794014" sldId="1132"/>
            <ac:grpSpMk id="1281" creationId="{A089D45F-6D1F-C611-1B23-ADFA64AD0E89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285" creationId="{1BF029C6-0EE0-E8FA-9E71-FC5609FF742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8:42.123" v="4792" actId="1076"/>
          <ac:grpSpMkLst>
            <pc:docMk/>
            <pc:sldMk cId="432794014" sldId="1132"/>
            <ac:grpSpMk id="1290" creationId="{1AC8B167-374C-CC5C-D900-2883EFA92D09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03.769" v="4798" actId="1076"/>
          <ac:grpSpMkLst>
            <pc:docMk/>
            <pc:sldMk cId="432794014" sldId="1132"/>
            <ac:grpSpMk id="1297" creationId="{EF897012-AECD-9090-85E3-283F99F92569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08.117" v="4800" actId="1076"/>
          <ac:grpSpMkLst>
            <pc:docMk/>
            <pc:sldMk cId="432794014" sldId="1132"/>
            <ac:grpSpMk id="1304" creationId="{3BD675EB-0CFE-D1FC-D0C9-8F992BF4C35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20.801" v="4863" actId="1035"/>
          <ac:grpSpMkLst>
            <pc:docMk/>
            <pc:sldMk cId="432794014" sldId="1132"/>
            <ac:grpSpMk id="1311" creationId="{139DA780-F3D1-5674-1DDD-A4B4AC1001B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24.167" v="4865" actId="1076"/>
          <ac:grpSpMkLst>
            <pc:docMk/>
            <pc:sldMk cId="432794014" sldId="1132"/>
            <ac:grpSpMk id="1319" creationId="{74582573-B801-C294-26B2-63A75C4CDD0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33.916" v="4867" actId="1076"/>
          <ac:grpSpMkLst>
            <pc:docMk/>
            <pc:sldMk cId="432794014" sldId="1132"/>
            <ac:grpSpMk id="1326" creationId="{E53849BE-9F80-8FE3-3C18-0A81FE6B777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40:05.974" v="4876" actId="688"/>
          <ac:grpSpMkLst>
            <pc:docMk/>
            <pc:sldMk cId="432794014" sldId="1132"/>
            <ac:grpSpMk id="1331" creationId="{E44ED489-D557-275A-5C7D-832F95E0208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39:50.873" v="4871" actId="1076"/>
          <ac:grpSpMkLst>
            <pc:docMk/>
            <pc:sldMk cId="432794014" sldId="1132"/>
            <ac:grpSpMk id="1336" creationId="{CA35E3D8-25F4-2ED9-45C4-40697B446ADF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28.609" v="5668"/>
          <ac:grpSpMkLst>
            <pc:docMk/>
            <pc:sldMk cId="432794014" sldId="1132"/>
            <ac:grpSpMk id="1343" creationId="{B0A44BEA-0CF1-8C46-3126-A9331AD5010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56.104" v="2854" actId="688"/>
          <ac:grpSpMkLst>
            <pc:docMk/>
            <pc:sldMk cId="432794014" sldId="1132"/>
            <ac:grpSpMk id="1353" creationId="{4ED86A26-BCEC-00B4-80CD-955654ABE8F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4:04:49.510" v="2851" actId="1076"/>
          <ac:grpSpMkLst>
            <pc:docMk/>
            <pc:sldMk cId="432794014" sldId="1132"/>
            <ac:grpSpMk id="1360" creationId="{583EDD57-BBC9-EDA6-0380-A2E403C66400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68" creationId="{343C6ED7-6E85-59C4-273E-68E21FB79FAA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75" creationId="{56A4B97D-55F0-9A22-9F6F-3204572AA0B4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76" creationId="{1102F5A6-90CE-AA0F-D304-933EDC5FE5B5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82" creationId="{06DEF2A8-6CA9-C44A-6B2C-AAF7CA32ECA0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88" creationId="{F58BA316-63AA-18CF-52DA-1FA78277EB5B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93" creationId="{200F4EAC-B488-2FD5-DFA2-77E07847DA0A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398" creationId="{738F71F5-9244-A56B-A41C-FC0644901D7E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403" creationId="{CABC5676-F334-54BA-713B-FCF8648F673D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408" creationId="{0920372D-8DBF-A41A-F638-3C2E94C414C8}"/>
          </ac:grpSpMkLst>
        </pc:grpChg>
        <pc:grpChg chg="del">
          <ac:chgData name="Gareth Thomson | Football Queensland" userId="45505d28-f665-4546-80c4-7c2d16b5a302" providerId="ADAL" clId="{554FE7FD-D18D-4BB5-A4B8-9C51F228B7BB}" dt="2024-11-04T03:46:15.974" v="2593" actId="478"/>
          <ac:grpSpMkLst>
            <pc:docMk/>
            <pc:sldMk cId="432794014" sldId="1132"/>
            <ac:grpSpMk id="1413" creationId="{10C4B8A5-7600-3CCA-37A7-C36D078D97C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37:01.699" v="3597"/>
          <ac:grpSpMkLst>
            <pc:docMk/>
            <pc:sldMk cId="432794014" sldId="1132"/>
            <ac:grpSpMk id="1439" creationId="{D3B4C404-D324-2287-3E52-2CB5F81A2EFE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36.290" v="5670" actId="1076"/>
          <ac:grpSpMkLst>
            <pc:docMk/>
            <pc:sldMk cId="432794014" sldId="1132"/>
            <ac:grpSpMk id="1444" creationId="{71E919E3-1447-D7C7-7C32-3FA4CC057B46}"/>
          </ac:grpSpMkLst>
        </pc:grp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112" creationId="{22FC9CA4-5D6B-3220-238C-5733A3618CD8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113" creationId="{120CA960-B078-92E0-89EF-7AE7B7DC15BE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114" creationId="{1F8C4C56-C2C3-4AFB-91B0-7B210AE5BD01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115" creationId="{C4942F0F-6A01-2861-0EBD-911241C0D772}"/>
          </ac:picMkLst>
        </pc:picChg>
        <pc:picChg chg="add mod">
          <ac:chgData name="Gareth Thomson | Football Queensland" userId="45505d28-f665-4546-80c4-7c2d16b5a302" providerId="ADAL" clId="{554FE7FD-D18D-4BB5-A4B8-9C51F228B7BB}" dt="2024-11-04T06:29:11.442" v="3576" actId="1037"/>
          <ac:picMkLst>
            <pc:docMk/>
            <pc:sldMk cId="432794014" sldId="1132"/>
            <ac:picMk id="1214" creationId="{9C5D86D7-99A6-8324-E762-BAD508728C4A}"/>
          </ac:picMkLst>
        </pc:picChg>
        <pc:picChg chg="add mod">
          <ac:chgData name="Gareth Thomson | Football Queensland" userId="45505d28-f665-4546-80c4-7c2d16b5a302" providerId="ADAL" clId="{554FE7FD-D18D-4BB5-A4B8-9C51F228B7BB}" dt="2024-11-04T06:30:28.714" v="3594" actId="1076"/>
          <ac:picMkLst>
            <pc:docMk/>
            <pc:sldMk cId="432794014" sldId="1132"/>
            <ac:picMk id="1215" creationId="{2538A666-F3AB-A43E-B104-8489CF085AA1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313" creationId="{A5DC0F67-7792-4C27-C5D6-EAC3233E7384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314" creationId="{51B6B6BD-B072-E87E-D3A7-0E7F1233F143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315" creationId="{A615F189-4979-11D3-67E9-35D6FA1ACD02}"/>
          </ac:picMkLst>
        </pc:picChg>
        <pc:picChg chg="del">
          <ac:chgData name="Gareth Thomson | Football Queensland" userId="45505d28-f665-4546-80c4-7c2d16b5a302" providerId="ADAL" clId="{554FE7FD-D18D-4BB5-A4B8-9C51F228B7BB}" dt="2024-11-04T03:46:15.974" v="2593" actId="478"/>
          <ac:picMkLst>
            <pc:docMk/>
            <pc:sldMk cId="432794014" sldId="1132"/>
            <ac:picMk id="1316" creationId="{CD72160A-83F7-48D0-2424-B9F24E42986C}"/>
          </ac:picMkLst>
        </pc:picChg>
        <pc:cxnChg chg="del">
          <ac:chgData name="Gareth Thomson | Football Queensland" userId="45505d28-f665-4546-80c4-7c2d16b5a302" providerId="ADAL" clId="{554FE7FD-D18D-4BB5-A4B8-9C51F228B7BB}" dt="2024-11-04T03:46:15.974" v="2593" actId="478"/>
          <ac:cxnSpMkLst>
            <pc:docMk/>
            <pc:sldMk cId="432794014" sldId="1132"/>
            <ac:cxnSpMk id="1055" creationId="{13478ED9-9F48-38D6-E8B1-2338A0A766E9}"/>
          </ac:cxnSpMkLst>
        </pc:cxnChg>
        <pc:cxnChg chg="del">
          <ac:chgData name="Gareth Thomson | Football Queensland" userId="45505d28-f665-4546-80c4-7c2d16b5a302" providerId="ADAL" clId="{554FE7FD-D18D-4BB5-A4B8-9C51F228B7BB}" dt="2024-11-04T03:46:15.974" v="2593" actId="478"/>
          <ac:cxnSpMkLst>
            <pc:docMk/>
            <pc:sldMk cId="432794014" sldId="1132"/>
            <ac:cxnSpMk id="1111" creationId="{1B62A58B-7E30-27B3-26AF-60B72376FA10}"/>
          </ac:cxnSpMkLst>
        </pc:cxnChg>
      </pc:sldChg>
      <pc:sldChg chg="del">
        <pc:chgData name="Gareth Thomson | Football Queensland" userId="45505d28-f665-4546-80c4-7c2d16b5a302" providerId="ADAL" clId="{554FE7FD-D18D-4BB5-A4B8-9C51F228B7BB}" dt="2024-11-04T01:00:23.430" v="0" actId="47"/>
        <pc:sldMkLst>
          <pc:docMk/>
          <pc:sldMk cId="4185790076" sldId="1132"/>
        </pc:sldMkLst>
      </pc:sldChg>
      <pc:sldChg chg="addSp delSp modSp add mod">
        <pc:chgData name="Gareth Thomson | Football Queensland" userId="45505d28-f665-4546-80c4-7c2d16b5a302" providerId="ADAL" clId="{554FE7FD-D18D-4BB5-A4B8-9C51F228B7BB}" dt="2024-11-04T11:43:31.720" v="8121"/>
        <pc:sldMkLst>
          <pc:docMk/>
          <pc:sldMk cId="4246693659" sldId="1133"/>
        </pc:sldMkLst>
        <pc:spChg chg="mod">
          <ac:chgData name="Gareth Thomson | Football Queensland" userId="45505d28-f665-4546-80c4-7c2d16b5a302" providerId="ADAL" clId="{554FE7FD-D18D-4BB5-A4B8-9C51F228B7BB}" dt="2024-11-04T11:35:19.273" v="8086" actId="20577"/>
          <ac:spMkLst>
            <pc:docMk/>
            <pc:sldMk cId="4246693659" sldId="1133"/>
            <ac:spMk id="3" creationId="{4D5675E9-2323-1CEA-B9C1-4D339C654845}"/>
          </ac:spMkLst>
        </pc:spChg>
        <pc:spChg chg="mod">
          <ac:chgData name="Gareth Thomson | Football Queensland" userId="45505d28-f665-4546-80c4-7c2d16b5a302" providerId="ADAL" clId="{554FE7FD-D18D-4BB5-A4B8-9C51F228B7BB}" dt="2024-11-04T07:09:27.938" v="4649" actId="20577"/>
          <ac:spMkLst>
            <pc:docMk/>
            <pc:sldMk cId="4246693659" sldId="1133"/>
            <ac:spMk id="4" creationId="{9DD31E60-4E6F-EAAD-405D-37248501435B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" creationId="{CA093F37-8D94-4193-5C0B-4375705C541A}"/>
          </ac:spMkLst>
        </pc:spChg>
        <pc:spChg chg="del">
          <ac:chgData name="Gareth Thomson | Football Queensland" userId="45505d28-f665-4546-80c4-7c2d16b5a302" providerId="ADAL" clId="{554FE7FD-D18D-4BB5-A4B8-9C51F228B7BB}" dt="2024-11-04T05:31:51.307" v="2912" actId="478"/>
          <ac:spMkLst>
            <pc:docMk/>
            <pc:sldMk cId="4246693659" sldId="1133"/>
            <ac:spMk id="6" creationId="{3010B8CB-6BAB-1A01-CE6A-66587A0F8418}"/>
          </ac:spMkLst>
        </pc:spChg>
        <pc:spChg chg="del">
          <ac:chgData name="Gareth Thomson | Football Queensland" userId="45505d28-f665-4546-80c4-7c2d16b5a302" providerId="ADAL" clId="{554FE7FD-D18D-4BB5-A4B8-9C51F228B7BB}" dt="2024-11-04T05:31:51.307" v="2912" actId="478"/>
          <ac:spMkLst>
            <pc:docMk/>
            <pc:sldMk cId="4246693659" sldId="1133"/>
            <ac:spMk id="7" creationId="{0426A008-82E9-1E41-8F60-48097BC91E7F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10" creationId="{268C472F-0826-25EB-1C74-18141F21D5BC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11" creationId="{E4BC04F7-D332-6DBD-9923-064F82D11891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12" creationId="{A98A5A44-DC50-9F94-DCE6-752B5368076A}"/>
          </ac:spMkLst>
        </pc:spChg>
        <pc:spChg chg="add mod">
          <ac:chgData name="Gareth Thomson | Football Queensland" userId="45505d28-f665-4546-80c4-7c2d16b5a302" providerId="ADAL" clId="{554FE7FD-D18D-4BB5-A4B8-9C51F228B7BB}" dt="2024-11-04T05:27:07.653" v="2895" actId="1076"/>
          <ac:spMkLst>
            <pc:docMk/>
            <pc:sldMk cId="4246693659" sldId="1133"/>
            <ac:spMk id="13" creationId="{803C707A-2A75-FEBC-59EB-0657B23DAAC7}"/>
          </ac:spMkLst>
        </pc:spChg>
        <pc:spChg chg="add mod">
          <ac:chgData name="Gareth Thomson | Football Queensland" userId="45505d28-f665-4546-80c4-7c2d16b5a302" providerId="ADAL" clId="{554FE7FD-D18D-4BB5-A4B8-9C51F228B7BB}" dt="2024-11-04T05:26:56.844" v="2892" actId="1076"/>
          <ac:spMkLst>
            <pc:docMk/>
            <pc:sldMk cId="4246693659" sldId="1133"/>
            <ac:spMk id="14" creationId="{308E03A6-1A48-13A8-3783-1642608857F1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15" creationId="{2A89FA5C-AE4A-C3FA-EAD6-E97D8B99356C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17" creationId="{F7216894-A1A7-3DFD-B9C9-5BED670B3E5D}"/>
          </ac:spMkLst>
        </pc:spChg>
        <pc:spChg chg="del">
          <ac:chgData name="Gareth Thomson | Football Queensland" userId="45505d28-f665-4546-80c4-7c2d16b5a302" providerId="ADAL" clId="{554FE7FD-D18D-4BB5-A4B8-9C51F228B7BB}" dt="2024-11-04T05:31:51.307" v="2912" actId="478"/>
          <ac:spMkLst>
            <pc:docMk/>
            <pc:sldMk cId="4246693659" sldId="1133"/>
            <ac:spMk id="20" creationId="{68456765-84A1-882B-9DCA-7EAE117AFCCA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1" creationId="{45D0FBDA-B97E-356D-E8F3-B082F928F984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3" creationId="{5133A78D-F38E-1C94-4A39-E7E58333C1D0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4" creationId="{3CD2DD6A-1CE1-6357-1E4D-84F7A2062D09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5" creationId="{699C633C-EB5D-5989-D32E-A30D746DBAEE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6" creationId="{E1B63397-A8FA-877F-0857-CE1812C23729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27" creationId="{2A9594FB-AD28-D976-F9EC-16F5F7680A43}"/>
          </ac:spMkLst>
        </pc:spChg>
        <pc:spChg chg="add mod">
          <ac:chgData name="Gareth Thomson | Football Queensland" userId="45505d28-f665-4546-80c4-7c2d16b5a302" providerId="ADAL" clId="{554FE7FD-D18D-4BB5-A4B8-9C51F228B7BB}" dt="2024-11-04T05:26:51.221" v="2890" actId="1076"/>
          <ac:spMkLst>
            <pc:docMk/>
            <pc:sldMk cId="4246693659" sldId="1133"/>
            <ac:spMk id="28" creationId="{B8AF08A4-7225-3A15-1E7C-B9ED25C04F8A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0" creationId="{E59A740B-D19A-5FDB-05CA-26C2FF3460C8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1" creationId="{B0D65354-8AEC-AC57-7CA1-E5CBFDE01849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2" creationId="{60B4D810-E1FB-4ECD-B8BB-AC83048265D2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3" creationId="{B564D90C-6C8C-DBEA-A327-D7DB3E0272AC}"/>
          </ac:spMkLst>
        </pc:spChg>
        <pc:spChg chg="add mod">
          <ac:chgData name="Gareth Thomson | Football Queensland" userId="45505d28-f665-4546-80c4-7c2d16b5a302" providerId="ADAL" clId="{554FE7FD-D18D-4BB5-A4B8-9C51F228B7BB}" dt="2024-11-04T05:25:57.981" v="2872" actId="1076"/>
          <ac:spMkLst>
            <pc:docMk/>
            <pc:sldMk cId="4246693659" sldId="1133"/>
            <ac:spMk id="34" creationId="{8648FFF9-4BF7-4751-E417-FEB8097BD3A5}"/>
          </ac:spMkLst>
        </pc:spChg>
        <pc:spChg chg="add mod">
          <ac:chgData name="Gareth Thomson | Football Queensland" userId="45505d28-f665-4546-80c4-7c2d16b5a302" providerId="ADAL" clId="{554FE7FD-D18D-4BB5-A4B8-9C51F228B7BB}" dt="2024-11-04T05:25:50.776" v="2870" actId="1076"/>
          <ac:spMkLst>
            <pc:docMk/>
            <pc:sldMk cId="4246693659" sldId="1133"/>
            <ac:spMk id="35" creationId="{B59C8D38-B5C1-8837-BB40-8D863E3F2096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7" creationId="{27A1DE60-1B41-085F-130D-E3146760FB86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8" creationId="{56D39FA0-4635-3595-814E-5383684838DA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39" creationId="{F65D9D38-5FEF-CB1A-637D-0DC511FF85E7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0" creationId="{AF26A0C3-9CF2-8D04-BC27-6DAE22EA97B8}"/>
          </ac:spMkLst>
        </pc:spChg>
        <pc:spChg chg="add mod">
          <ac:chgData name="Gareth Thomson | Football Queensland" userId="45505d28-f665-4546-80c4-7c2d16b5a302" providerId="ADAL" clId="{554FE7FD-D18D-4BB5-A4B8-9C51F228B7BB}" dt="2024-11-04T05:26:13.851" v="2876" actId="1076"/>
          <ac:spMkLst>
            <pc:docMk/>
            <pc:sldMk cId="4246693659" sldId="1133"/>
            <ac:spMk id="41" creationId="{38F5C80C-B48A-4F4F-C982-71E4A5268FEA}"/>
          </ac:spMkLst>
        </pc:spChg>
        <pc:spChg chg="add mod">
          <ac:chgData name="Gareth Thomson | Football Queensland" userId="45505d28-f665-4546-80c4-7c2d16b5a302" providerId="ADAL" clId="{554FE7FD-D18D-4BB5-A4B8-9C51F228B7BB}" dt="2024-11-04T05:26:24.196" v="2880" actId="1076"/>
          <ac:spMkLst>
            <pc:docMk/>
            <pc:sldMk cId="4246693659" sldId="1133"/>
            <ac:spMk id="42" creationId="{3C85390F-BC62-D18C-8A54-5CA89A7C5C93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4" creationId="{01FAE5B4-D2C6-EB65-31CE-2373B2577795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5" creationId="{2458B338-E653-C849-3C29-0FCD2349B6F2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6" creationId="{4C716E9F-D180-A3F3-1BEE-618E51071DAC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7" creationId="{5F38F470-12D6-0FF2-AF2D-54A4F323FAC3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8" creationId="{225CF52A-4BEA-5C2F-3393-4FFDA2BE976F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49" creationId="{984E9880-3D16-2640-C4FB-E39B4E73BE0E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1" creationId="{E5E64CCB-95F6-8255-958A-8DB9C95CF2FB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2" creationId="{5972C26B-5D98-284B-9E35-8410BA65D7A8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3" creationId="{6EFC466D-E623-4467-8FB5-15132CEE60A3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4" creationId="{81C8A12E-C9AF-67CB-A4F0-69C11D1F1FDD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5" creationId="{A6BED6F8-4246-8F7F-5383-7021B78CBB64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6" creationId="{20DD7B0C-6D0C-481A-A65D-ECD1C1C2954B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8" creationId="{8DA9CB2B-2FFB-D102-F6D8-575AD1FA992D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59" creationId="{7135FAD1-377E-7868-A7E4-3838BF4F59B5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0" creationId="{2EAD6955-EB2E-7FB5-E4F3-56A63706AAAB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1" creationId="{2589D386-2192-5A02-838C-4998EF993EE8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2" creationId="{245DD7A9-B669-5543-53AA-28EF4A1C76C8}"/>
          </ac:spMkLst>
        </pc:spChg>
        <pc:spChg chg="add 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3" creationId="{A032FF4B-224E-BE20-05A7-340EDDF28A3F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5" creationId="{3AD6ED3A-0237-7390-4E7E-4F28D5BC835A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6" creationId="{7D425673-1DC0-90F5-9AD7-525829FB508C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7" creationId="{8E1BBD5B-611A-B20E-8439-A45302618DD6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68" creationId="{170CB0D2-9BB4-6F8B-11A9-A8D3F325D58B}"/>
          </ac:spMkLst>
        </pc:spChg>
        <pc:spChg chg="add mod">
          <ac:chgData name="Gareth Thomson | Football Queensland" userId="45505d28-f665-4546-80c4-7c2d16b5a302" providerId="ADAL" clId="{554FE7FD-D18D-4BB5-A4B8-9C51F228B7BB}" dt="2024-11-04T05:26:32.602" v="2883" actId="1076"/>
          <ac:spMkLst>
            <pc:docMk/>
            <pc:sldMk cId="4246693659" sldId="1133"/>
            <ac:spMk id="69" creationId="{FAD87A5A-CDBC-8315-ABFD-BF8702EF4BCA}"/>
          </ac:spMkLst>
        </pc:spChg>
        <pc:spChg chg="add mod">
          <ac:chgData name="Gareth Thomson | Football Queensland" userId="45505d28-f665-4546-80c4-7c2d16b5a302" providerId="ADAL" clId="{554FE7FD-D18D-4BB5-A4B8-9C51F228B7BB}" dt="2024-11-04T05:26:37.879" v="2885" actId="1076"/>
          <ac:spMkLst>
            <pc:docMk/>
            <pc:sldMk cId="4246693659" sldId="1133"/>
            <ac:spMk id="70" creationId="{2764713D-4C19-9E5D-29E0-2CEB56C4695F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72" creationId="{C827FBB0-547A-ABDE-8AC5-822CA4361425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73" creationId="{07DE717C-55D1-1FB8-F38F-A1DE58B929E5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74" creationId="{9D7D1CB3-4F8B-E83E-A8D5-F969626F0470}"/>
          </ac:spMkLst>
        </pc:spChg>
        <pc:spChg chg="mod">
          <ac:chgData name="Gareth Thomson | Football Queensland" userId="45505d28-f665-4546-80c4-7c2d16b5a302" providerId="ADAL" clId="{554FE7FD-D18D-4BB5-A4B8-9C51F228B7BB}" dt="2024-11-04T05:25:37.424" v="2867"/>
          <ac:spMkLst>
            <pc:docMk/>
            <pc:sldMk cId="4246693659" sldId="1133"/>
            <ac:spMk id="75" creationId="{10BC93C3-9A6F-E7C0-D098-EC652024A159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25:41.785" v="2868" actId="478"/>
          <ac:spMkLst>
            <pc:docMk/>
            <pc:sldMk cId="4246693659" sldId="1133"/>
            <ac:spMk id="76" creationId="{3A13E2B7-B515-E027-0FFF-1B59D89D3AA3}"/>
          </ac:spMkLst>
        </pc:spChg>
        <pc:spChg chg="add mod">
          <ac:chgData name="Gareth Thomson | Football Queensland" userId="45505d28-f665-4546-80c4-7c2d16b5a302" providerId="ADAL" clId="{554FE7FD-D18D-4BB5-A4B8-9C51F228B7BB}" dt="2024-11-04T11:43:31.720" v="8121"/>
          <ac:spMkLst>
            <pc:docMk/>
            <pc:sldMk cId="4246693659" sldId="1133"/>
            <ac:spMk id="87" creationId="{60805906-F6D5-96C4-2A1A-3FEF32951913}"/>
          </ac:spMkLst>
        </pc:spChg>
        <pc:spChg chg="add mod">
          <ac:chgData name="Gareth Thomson | Football Queensland" userId="45505d28-f665-4546-80c4-7c2d16b5a302" providerId="ADAL" clId="{554FE7FD-D18D-4BB5-A4B8-9C51F228B7BB}" dt="2024-11-04T11:41:38.967" v="8092" actId="113"/>
          <ac:spMkLst>
            <pc:docMk/>
            <pc:sldMk cId="4246693659" sldId="1133"/>
            <ac:spMk id="88" creationId="{8FFF768D-ACB2-9E3E-2B24-89490D76940F}"/>
          </ac:spMkLst>
        </pc:spChg>
        <pc:spChg chg="add mod">
          <ac:chgData name="Gareth Thomson | Football Queensland" userId="45505d28-f665-4546-80c4-7c2d16b5a302" providerId="ADAL" clId="{554FE7FD-D18D-4BB5-A4B8-9C51F228B7BB}" dt="2024-11-04T11:41:41.158" v="8094" actId="113"/>
          <ac:spMkLst>
            <pc:docMk/>
            <pc:sldMk cId="4246693659" sldId="1133"/>
            <ac:spMk id="89" creationId="{83320D18-0779-2611-C83A-06EA351C0C6A}"/>
          </ac:spMkLst>
        </pc:spChg>
        <pc:spChg chg="add 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0" creationId="{CF61BC79-8D78-8DFB-4A9D-A9598316DD74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4" creationId="{7E21AEA3-0C9F-B42B-CC4E-7413524F6D97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5" creationId="{B7C71FAB-0C78-5116-C6A7-867DD73E112C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6" creationId="{E36FDDD6-1D29-3425-B8F4-771BFC598925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7" creationId="{84B2E860-F6BC-076D-C109-FB5D6A405349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99" creationId="{7F20E71D-83F2-6E97-3AE2-76432512D567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0" creationId="{EC4C670B-DC61-4BF1-CA63-89B48DF84BD9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1" creationId="{5285342A-841D-43F1-A57C-8ADE088E9512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2" creationId="{2A708C0B-AF9A-0618-BD52-9D81FAC34130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4" creationId="{C0D58C3B-01AE-E52C-4378-37D75459DABE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5" creationId="{B053083F-99B6-4206-1E14-454112A19D0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6" creationId="{0636FCBA-3E73-F166-697D-3124FBB34FC0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7" creationId="{8D1A337E-ABC9-6A8B-BCC1-55C80C097832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09" creationId="{45C46206-BC2C-822F-0B77-7F47EEFCF69C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0" creationId="{08DA9056-8CAE-D637-3595-7F02E9B31571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1" creationId="{879D22B8-D9E3-59E8-5F08-7B5E35D8FF2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2" creationId="{B721B1EB-A6C1-3939-077E-0116C580D81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4" creationId="{7E1E5E60-2622-19C4-B0FC-371A11C99DB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5" creationId="{8BFD16B2-892F-FE7C-FCBA-481C8EB95006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6" creationId="{73DF6BD0-B010-CE65-0AE2-D0B57384DD62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7" creationId="{BF79FAAC-99BA-F4BC-E4BD-0D4C7FE0D8E0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19" creationId="{1926BCD9-070C-198B-7D20-F591AD0A515C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0" creationId="{787E6EE0-5C80-6A68-AA18-695D947D6E0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1" creationId="{D8503D7F-64B5-5013-D7AB-D9BF11C8C18A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2" creationId="{FC44562E-4081-BF5E-0C53-DB710E9149DC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4" creationId="{6974D838-20E9-C4B6-A137-374A1A05D6FB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5" creationId="{66BCC43F-131A-3E1F-2A26-B0499D1511CA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6" creationId="{2E6A9B47-93BD-F8C1-F9B9-5544B7608295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7" creationId="{B40DB9BD-45CA-8AC4-EB85-6960570EA8D3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29" creationId="{1B4F8E92-0946-0912-9069-F922033E773D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30" creationId="{B69B847C-8B95-E3ED-0564-4CA2DDD9C2AE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31" creationId="{759E57CB-C381-4664-D68C-F517E0623152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32" creationId="{A91C017A-E2AE-DEC9-3A21-33C8888A6F0B}"/>
          </ac:spMkLst>
        </pc:spChg>
        <pc:spChg chg="add mod">
          <ac:chgData name="Gareth Thomson | Football Queensland" userId="45505d28-f665-4546-80c4-7c2d16b5a302" providerId="ADAL" clId="{554FE7FD-D18D-4BB5-A4B8-9C51F228B7BB}" dt="2024-11-04T05:56:29.545" v="3244" actId="1076"/>
          <ac:spMkLst>
            <pc:docMk/>
            <pc:sldMk cId="4246693659" sldId="1133"/>
            <ac:spMk id="133" creationId="{6FD3F1A9-1A8D-04DF-9200-FBC9A04AD7A7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23.882" v="3242" actId="478"/>
          <ac:spMkLst>
            <pc:docMk/>
            <pc:sldMk cId="4246693659" sldId="1133"/>
            <ac:spMk id="134" creationId="{5D02816A-196E-7CF9-7910-27F71F68DF7B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11.737" v="3238" actId="478"/>
          <ac:spMkLst>
            <pc:docMk/>
            <pc:sldMk cId="4246693659" sldId="1133"/>
            <ac:spMk id="135" creationId="{CFFE12E4-F7E7-A0CD-C13E-9BC7191583A3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14.255" v="3239" actId="478"/>
          <ac:spMkLst>
            <pc:docMk/>
            <pc:sldMk cId="4246693659" sldId="1133"/>
            <ac:spMk id="136" creationId="{C754F421-3F5C-DCC4-A056-EAB8F9C8985D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26.318" v="3243" actId="478"/>
          <ac:spMkLst>
            <pc:docMk/>
            <pc:sldMk cId="4246693659" sldId="1133"/>
            <ac:spMk id="137" creationId="{80DED04B-F5C4-2A10-BD43-7525FBB6E4BD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18.458" v="3241" actId="478"/>
          <ac:spMkLst>
            <pc:docMk/>
            <pc:sldMk cId="4246693659" sldId="1133"/>
            <ac:spMk id="138" creationId="{0C687557-4CA6-2ADA-3950-5F29510FB6C1}"/>
          </ac:spMkLst>
        </pc:spChg>
        <pc:spChg chg="add del mod">
          <ac:chgData name="Gareth Thomson | Football Queensland" userId="45505d28-f665-4546-80c4-7c2d16b5a302" providerId="ADAL" clId="{554FE7FD-D18D-4BB5-A4B8-9C51F228B7BB}" dt="2024-11-04T05:56:23.882" v="3242" actId="478"/>
          <ac:spMkLst>
            <pc:docMk/>
            <pc:sldMk cId="4246693659" sldId="1133"/>
            <ac:spMk id="139" creationId="{76B1C7AD-3D6A-5DA7-0C4B-13A3F6F1FACE}"/>
          </ac:spMkLst>
        </pc:spChg>
        <pc:spChg chg="add mod">
          <ac:chgData name="Gareth Thomson | Football Queensland" userId="45505d28-f665-4546-80c4-7c2d16b5a302" providerId="ADAL" clId="{554FE7FD-D18D-4BB5-A4B8-9C51F228B7BB}" dt="2024-11-04T05:55:56.917" v="3236" actId="1037"/>
          <ac:spMkLst>
            <pc:docMk/>
            <pc:sldMk cId="4246693659" sldId="1133"/>
            <ac:spMk id="140" creationId="{CC9DC03F-5B32-19A6-95C9-EF2C3D394637}"/>
          </ac:spMkLst>
        </pc:spChg>
        <pc:spChg chg="add mod">
          <ac:chgData name="Gareth Thomson | Football Queensland" userId="45505d28-f665-4546-80c4-7c2d16b5a302" providerId="ADAL" clId="{554FE7FD-D18D-4BB5-A4B8-9C51F228B7BB}" dt="2024-11-04T05:55:56.917" v="3236" actId="1037"/>
          <ac:spMkLst>
            <pc:docMk/>
            <pc:sldMk cId="4246693659" sldId="1133"/>
            <ac:spMk id="141" creationId="{79E7BCF3-BCA4-69D8-1561-FE8F3FF858D5}"/>
          </ac:spMkLst>
        </pc:spChg>
        <pc:spChg chg="add mod">
          <ac:chgData name="Gareth Thomson | Football Queensland" userId="45505d28-f665-4546-80c4-7c2d16b5a302" providerId="ADAL" clId="{554FE7FD-D18D-4BB5-A4B8-9C51F228B7BB}" dt="2024-11-04T05:55:56.917" v="3236" actId="1037"/>
          <ac:spMkLst>
            <pc:docMk/>
            <pc:sldMk cId="4246693659" sldId="1133"/>
            <ac:spMk id="142" creationId="{7CFEC420-5DE7-EDF9-2CEC-BFDAF33B1592}"/>
          </ac:spMkLst>
        </pc:spChg>
        <pc:spChg chg="add mod">
          <ac:chgData name="Gareth Thomson | Football Queensland" userId="45505d28-f665-4546-80c4-7c2d16b5a302" providerId="ADAL" clId="{554FE7FD-D18D-4BB5-A4B8-9C51F228B7BB}" dt="2024-11-04T05:54:50.408" v="3172" actId="1035"/>
          <ac:spMkLst>
            <pc:docMk/>
            <pc:sldMk cId="4246693659" sldId="1133"/>
            <ac:spMk id="143" creationId="{39C7AC9B-BE36-817A-7CEB-D277C7FE08A4}"/>
          </ac:spMkLst>
        </pc:spChg>
        <pc:spChg chg="add mod">
          <ac:chgData name="Gareth Thomson | Football Queensland" userId="45505d28-f665-4546-80c4-7c2d16b5a302" providerId="ADAL" clId="{554FE7FD-D18D-4BB5-A4B8-9C51F228B7BB}" dt="2024-11-04T05:54:50.408" v="3172" actId="1035"/>
          <ac:spMkLst>
            <pc:docMk/>
            <pc:sldMk cId="4246693659" sldId="1133"/>
            <ac:spMk id="144" creationId="{F5DC1178-E04E-00DD-BDFC-25F7F9F42C68}"/>
          </ac:spMkLst>
        </pc:spChg>
        <pc:spChg chg="add mod">
          <ac:chgData name="Gareth Thomson | Football Queensland" userId="45505d28-f665-4546-80c4-7c2d16b5a302" providerId="ADAL" clId="{554FE7FD-D18D-4BB5-A4B8-9C51F228B7BB}" dt="2024-11-04T05:54:54.427" v="3198" actId="1035"/>
          <ac:spMkLst>
            <pc:docMk/>
            <pc:sldMk cId="4246693659" sldId="1133"/>
            <ac:spMk id="145" creationId="{8F2ADF53-7ADF-5FE6-858D-9F77752DEF08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49" creationId="{43A83196-CDE3-FE6D-95E7-0C09BC58B4DB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50" creationId="{DB9DC6EE-FF33-D9E6-2180-0D7186D45B21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51" creationId="{AB9D3E03-8B7E-FA4D-E35E-7F06D1A48F4A}"/>
          </ac:spMkLst>
        </pc:spChg>
        <pc:spChg chg="mod">
          <ac:chgData name="Gareth Thomson | Football Queensland" userId="45505d28-f665-4546-80c4-7c2d16b5a302" providerId="ADAL" clId="{554FE7FD-D18D-4BB5-A4B8-9C51F228B7BB}" dt="2024-11-04T05:54:24.342" v="3130"/>
          <ac:spMkLst>
            <pc:docMk/>
            <pc:sldMk cId="4246693659" sldId="1133"/>
            <ac:spMk id="152" creationId="{2EF48152-17D5-3465-D24B-CDAC4BD304D5}"/>
          </ac:spMkLst>
        </pc:spChg>
        <pc:spChg chg="add mod">
          <ac:chgData name="Gareth Thomson | Football Queensland" userId="45505d28-f665-4546-80c4-7c2d16b5a302" providerId="ADAL" clId="{554FE7FD-D18D-4BB5-A4B8-9C51F228B7BB}" dt="2024-11-04T05:54:30.088" v="3132" actId="1076"/>
          <ac:spMkLst>
            <pc:docMk/>
            <pc:sldMk cId="4246693659" sldId="1133"/>
            <ac:spMk id="153" creationId="{20726C27-CFEC-44C7-2283-8F7D0A5433BC}"/>
          </ac:spMkLst>
        </pc:spChg>
        <pc:spChg chg="add mod">
          <ac:chgData name="Gareth Thomson | Football Queensland" userId="45505d28-f665-4546-80c4-7c2d16b5a302" providerId="ADAL" clId="{554FE7FD-D18D-4BB5-A4B8-9C51F228B7BB}" dt="2024-11-04T06:00:25.665" v="3259" actId="1076"/>
          <ac:spMkLst>
            <pc:docMk/>
            <pc:sldMk cId="4246693659" sldId="1133"/>
            <ac:spMk id="159" creationId="{0020B5BC-A0B9-E6BB-9981-3256C3293CA2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65" creationId="{11F540AE-CDB8-F705-1402-C15EBEFFBD9C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66" creationId="{A58EA10B-8894-397F-9E06-79E8138F3D5F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67" creationId="{35A3AEA3-B298-8BFB-DA55-9551F604E995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68" creationId="{4C54A9A6-0FF7-7E69-9AF7-F8A366CD45F3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0" creationId="{AA2C7542-E3D6-E6E8-3384-5898E1C11724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1" creationId="{62887677-6E41-7F79-5A6D-78CCF8D9FBA9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2" creationId="{56832788-0C0C-DD17-8634-E36145F9CC3B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3" creationId="{030DADD0-CBE0-B1C4-991D-CC6B502031AD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5" creationId="{67C38F76-0A8A-6A98-38E8-3FE85DEA55CF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6" creationId="{89B0407B-448D-F8F8-462F-E0200AA14197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7" creationId="{86446C79-7849-2804-C9F5-7A62B6E381B0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78" creationId="{2E63DF59-AA73-0764-C7DF-4ECEA5EDF545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80" creationId="{61EF8948-D9CC-3024-4899-0E8EE83A065B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81" creationId="{5493E5FE-3F55-76A2-E03B-F53E217D3E53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82" creationId="{C7088E70-99E3-F7C5-32DF-12319AA56128}"/>
          </ac:spMkLst>
        </pc:spChg>
        <pc:spChg chg="mod">
          <ac:chgData name="Gareth Thomson | Football Queensland" userId="45505d28-f665-4546-80c4-7c2d16b5a302" providerId="ADAL" clId="{554FE7FD-D18D-4BB5-A4B8-9C51F228B7BB}" dt="2024-11-04T06:01:39.397" v="3272"/>
          <ac:spMkLst>
            <pc:docMk/>
            <pc:sldMk cId="4246693659" sldId="1133"/>
            <ac:spMk id="183" creationId="{D4886049-9642-AD1F-94C4-F4197451C9A9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85" creationId="{0C13CAA5-3658-AC07-123B-F35EE8E48FBA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86" creationId="{C91F65BC-4400-A398-5FD5-26B56ED013EA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87" creationId="{0CFB920E-3D35-6F6E-6CC4-5F43C7AED7F8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88" creationId="{87AB5C3F-93BC-F865-2B6C-CFD31957A079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0" creationId="{0C61AB9B-1ACF-B92B-54C4-A2FAA98A6DCE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1" creationId="{D6880896-4487-37B5-0CB7-B982651E7240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2" creationId="{6127AE04-E40B-FE1F-DF6A-52F642F935AD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3" creationId="{BE7DF629-93DA-2706-343A-49FD85CC7FE0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5" creationId="{088D6845-5453-25D7-C53B-50D3E59E246E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6" creationId="{F756E430-CC3F-9F0C-B580-D8DC242ECD20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7" creationId="{2CA6569B-8992-3ED9-9EF8-5EF4A9E557F7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198" creationId="{FEBE50D8-DFBE-1298-D248-A438AFA421AF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200" creationId="{6F88067E-6792-92E2-AD8E-961FC079A3B5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201" creationId="{09D6CA42-439C-CDB2-B4FC-C96AA1B7E969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202" creationId="{B3D26317-3E80-2DF8-ED8F-A43779832BFD}"/>
          </ac:spMkLst>
        </pc:spChg>
        <pc:spChg chg="mod">
          <ac:chgData name="Gareth Thomson | Football Queensland" userId="45505d28-f665-4546-80c4-7c2d16b5a302" providerId="ADAL" clId="{554FE7FD-D18D-4BB5-A4B8-9C51F228B7BB}" dt="2024-11-04T06:01:42.977" v="3274"/>
          <ac:spMkLst>
            <pc:docMk/>
            <pc:sldMk cId="4246693659" sldId="1133"/>
            <ac:spMk id="203" creationId="{92663283-15B7-75B8-10B8-B475DAD61023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05" creationId="{1DE6D4EC-C0E6-C292-4D56-3D4CC381186E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06" creationId="{F241B2DB-2CD8-ABC5-03D3-4F101BC7CD59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07" creationId="{C8212B85-C5DA-536D-7BD3-5BB25FD54197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08" creationId="{25651D25-A708-BE04-75A5-6A79F800C3F9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10" creationId="{48F8A94E-A2BF-276C-FC6F-6BF9800ABFF6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11" creationId="{4C29E8A5-C1E7-E8C1-7C0A-6A6B572089B8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12" creationId="{82FD8C50-0F2F-49D4-C7F8-CB535F52ED87}"/>
          </ac:spMkLst>
        </pc:spChg>
        <pc:spChg chg="mod">
          <ac:chgData name="Gareth Thomson | Football Queensland" userId="45505d28-f665-4546-80c4-7c2d16b5a302" providerId="ADAL" clId="{554FE7FD-D18D-4BB5-A4B8-9C51F228B7BB}" dt="2024-11-04T06:10:47.372" v="3320" actId="404"/>
          <ac:spMkLst>
            <pc:docMk/>
            <pc:sldMk cId="4246693659" sldId="1133"/>
            <ac:spMk id="213" creationId="{E5A93428-9332-2C17-5031-47B5328E75C4}"/>
          </ac:spMkLst>
        </pc:spChg>
        <pc:spChg chg="add mod">
          <ac:chgData name="Gareth Thomson | Football Queensland" userId="45505d28-f665-4546-80c4-7c2d16b5a302" providerId="ADAL" clId="{554FE7FD-D18D-4BB5-A4B8-9C51F228B7BB}" dt="2024-11-04T06:08:51.442" v="3288" actId="1076"/>
          <ac:spMkLst>
            <pc:docMk/>
            <pc:sldMk cId="4246693659" sldId="1133"/>
            <ac:spMk id="214" creationId="{E37F9373-1B10-720A-341A-E00560649C63}"/>
          </ac:spMkLst>
        </pc:spChg>
        <pc:spChg chg="add mod">
          <ac:chgData name="Gareth Thomson | Football Queensland" userId="45505d28-f665-4546-80c4-7c2d16b5a302" providerId="ADAL" clId="{554FE7FD-D18D-4BB5-A4B8-9C51F228B7BB}" dt="2024-11-04T06:08:54.758" v="3290" actId="1076"/>
          <ac:spMkLst>
            <pc:docMk/>
            <pc:sldMk cId="4246693659" sldId="1133"/>
            <ac:spMk id="215" creationId="{C374C3A7-5351-2086-B317-F974AAE56D99}"/>
          </ac:spMkLst>
        </pc:spChg>
        <pc:spChg chg="add mod">
          <ac:chgData name="Gareth Thomson | Football Queensland" userId="45505d28-f665-4546-80c4-7c2d16b5a302" providerId="ADAL" clId="{554FE7FD-D18D-4BB5-A4B8-9C51F228B7BB}" dt="2024-11-04T06:08:59.722" v="3295" actId="1037"/>
          <ac:spMkLst>
            <pc:docMk/>
            <pc:sldMk cId="4246693659" sldId="1133"/>
            <ac:spMk id="216" creationId="{B72D20EC-3165-9DAE-AAD8-7A1530F18EAE}"/>
          </ac:spMkLst>
        </pc:spChg>
        <pc:spChg chg="add mod">
          <ac:chgData name="Gareth Thomson | Football Queensland" userId="45505d28-f665-4546-80c4-7c2d16b5a302" providerId="ADAL" clId="{554FE7FD-D18D-4BB5-A4B8-9C51F228B7BB}" dt="2024-11-04T06:09:04.983" v="3297" actId="1076"/>
          <ac:spMkLst>
            <pc:docMk/>
            <pc:sldMk cId="4246693659" sldId="1133"/>
            <ac:spMk id="217" creationId="{19E80E0F-C1D3-76FB-6195-8A3EF0F82C93}"/>
          </ac:spMkLst>
        </pc:spChg>
        <pc:spChg chg="add mod">
          <ac:chgData name="Gareth Thomson | Football Queensland" userId="45505d28-f665-4546-80c4-7c2d16b5a302" providerId="ADAL" clId="{554FE7FD-D18D-4BB5-A4B8-9C51F228B7BB}" dt="2024-11-04T06:09:09.583" v="3299" actId="1076"/>
          <ac:spMkLst>
            <pc:docMk/>
            <pc:sldMk cId="4246693659" sldId="1133"/>
            <ac:spMk id="218" creationId="{2AB4B0D1-6781-9A6B-33D0-176B3D574ADD}"/>
          </ac:spMkLst>
        </pc:spChg>
        <pc:spChg chg="add mod">
          <ac:chgData name="Gareth Thomson | Football Queensland" userId="45505d28-f665-4546-80c4-7c2d16b5a302" providerId="ADAL" clId="{554FE7FD-D18D-4BB5-A4B8-9C51F228B7BB}" dt="2024-11-04T06:10:30.280" v="3311" actId="1076"/>
          <ac:spMkLst>
            <pc:docMk/>
            <pc:sldMk cId="4246693659" sldId="1133"/>
            <ac:spMk id="219" creationId="{A3FE19D1-0B3A-A19A-1C55-1C50F19581C7}"/>
          </ac:spMkLst>
        </pc:spChg>
        <pc:spChg chg="add mod">
          <ac:chgData name="Gareth Thomson | Football Queensland" userId="45505d28-f665-4546-80c4-7c2d16b5a302" providerId="ADAL" clId="{554FE7FD-D18D-4BB5-A4B8-9C51F228B7BB}" dt="2024-11-04T06:10:28.300" v="3310" actId="1076"/>
          <ac:spMkLst>
            <pc:docMk/>
            <pc:sldMk cId="4246693659" sldId="1133"/>
            <ac:spMk id="222" creationId="{7FD58B0C-AF0E-D53A-E18E-1563E1E22C51}"/>
          </ac:spMkLst>
        </pc:spChg>
        <pc:spChg chg="add mod">
          <ac:chgData name="Gareth Thomson | Football Queensland" userId="45505d28-f665-4546-80c4-7c2d16b5a302" providerId="ADAL" clId="{554FE7FD-D18D-4BB5-A4B8-9C51F228B7BB}" dt="2024-11-04T06:10:39.579" v="3315" actId="1076"/>
          <ac:spMkLst>
            <pc:docMk/>
            <pc:sldMk cId="4246693659" sldId="1133"/>
            <ac:spMk id="223" creationId="{DEB0013F-2B21-9C87-0BEA-0F3911FDBE3F}"/>
          </ac:spMkLst>
        </pc:spChg>
        <pc:spChg chg="add mod">
          <ac:chgData name="Gareth Thomson | Football Queensland" userId="45505d28-f665-4546-80c4-7c2d16b5a302" providerId="ADAL" clId="{554FE7FD-D18D-4BB5-A4B8-9C51F228B7BB}" dt="2024-11-04T06:10:59.452" v="3323" actId="1076"/>
          <ac:spMkLst>
            <pc:docMk/>
            <pc:sldMk cId="4246693659" sldId="1133"/>
            <ac:spMk id="224" creationId="{A73FD805-669D-CB80-98AE-566309D438E3}"/>
          </ac:spMkLst>
        </pc:spChg>
        <pc:spChg chg="add mod">
          <ac:chgData name="Gareth Thomson | Football Queensland" userId="45505d28-f665-4546-80c4-7c2d16b5a302" providerId="ADAL" clId="{554FE7FD-D18D-4BB5-A4B8-9C51F228B7BB}" dt="2024-11-04T06:11:05.142" v="3326" actId="1076"/>
          <ac:spMkLst>
            <pc:docMk/>
            <pc:sldMk cId="4246693659" sldId="1133"/>
            <ac:spMk id="225" creationId="{38D96FBE-BD5C-6803-59AF-A14EF2969258}"/>
          </ac:spMkLst>
        </pc:spChg>
        <pc:spChg chg="mod">
          <ac:chgData name="Gareth Thomson | Football Queensland" userId="45505d28-f665-4546-80c4-7c2d16b5a302" providerId="ADAL" clId="{554FE7FD-D18D-4BB5-A4B8-9C51F228B7BB}" dt="2024-11-04T10:33:09.986" v="5664"/>
          <ac:spMkLst>
            <pc:docMk/>
            <pc:sldMk cId="4246693659" sldId="1133"/>
            <ac:spMk id="227" creationId="{1A50F8EB-7320-B15B-DFA5-67DA55D9809C}"/>
          </ac:spMkLst>
        </pc:spChg>
        <pc:spChg chg="mod">
          <ac:chgData name="Gareth Thomson | Football Queensland" userId="45505d28-f665-4546-80c4-7c2d16b5a302" providerId="ADAL" clId="{554FE7FD-D18D-4BB5-A4B8-9C51F228B7BB}" dt="2024-11-04T10:33:09.986" v="5664"/>
          <ac:spMkLst>
            <pc:docMk/>
            <pc:sldMk cId="4246693659" sldId="1133"/>
            <ac:spMk id="228" creationId="{5553ECA6-85D8-AF7D-C1BE-AE9072B26BF8}"/>
          </ac:spMkLst>
        </pc:spChg>
        <pc:spChg chg="mod">
          <ac:chgData name="Gareth Thomson | Football Queensland" userId="45505d28-f665-4546-80c4-7c2d16b5a302" providerId="ADAL" clId="{554FE7FD-D18D-4BB5-A4B8-9C51F228B7BB}" dt="2024-11-04T10:33:09.986" v="5664"/>
          <ac:spMkLst>
            <pc:docMk/>
            <pc:sldMk cId="4246693659" sldId="1133"/>
            <ac:spMk id="229" creationId="{BCE4E29E-BC13-9B2E-37A8-2F936E24F9C2}"/>
          </ac:spMkLst>
        </pc:spChg>
        <pc:spChg chg="mod">
          <ac:chgData name="Gareth Thomson | Football Queensland" userId="45505d28-f665-4546-80c4-7c2d16b5a302" providerId="ADAL" clId="{554FE7FD-D18D-4BB5-A4B8-9C51F228B7BB}" dt="2024-11-04T10:33:09.986" v="5664"/>
          <ac:spMkLst>
            <pc:docMk/>
            <pc:sldMk cId="4246693659" sldId="1133"/>
            <ac:spMk id="230" creationId="{E4EEA3B9-2856-EEF2-B5F3-66E02176C7F9}"/>
          </ac:spMkLst>
        </pc:spChg>
        <pc:grpChg chg="add mod">
          <ac:chgData name="Gareth Thomson | Football Queensland" userId="45505d28-f665-4546-80c4-7c2d16b5a302" providerId="ADAL" clId="{554FE7FD-D18D-4BB5-A4B8-9C51F228B7BB}" dt="2024-11-04T05:27:04.898" v="2894" actId="688"/>
          <ac:grpSpMkLst>
            <pc:docMk/>
            <pc:sldMk cId="4246693659" sldId="1133"/>
            <ac:grpSpMk id="2" creationId="{D709DA3C-8C39-F526-6237-72FCB08010F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37.424" v="2867"/>
          <ac:grpSpMkLst>
            <pc:docMk/>
            <pc:sldMk cId="4246693659" sldId="1133"/>
            <ac:grpSpMk id="22" creationId="{4FB931FE-120C-4826-451C-48E846DB7C2B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50.776" v="2870" actId="1076"/>
          <ac:grpSpMkLst>
            <pc:docMk/>
            <pc:sldMk cId="4246693659" sldId="1133"/>
            <ac:grpSpMk id="29" creationId="{E83CA173-B7F6-4A4D-9971-3AFD68D44C5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6:16.178" v="2877" actId="1076"/>
          <ac:grpSpMkLst>
            <pc:docMk/>
            <pc:sldMk cId="4246693659" sldId="1133"/>
            <ac:grpSpMk id="36" creationId="{C102262A-650C-4173-D053-423D8420CB7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37.424" v="2867"/>
          <ac:grpSpMkLst>
            <pc:docMk/>
            <pc:sldMk cId="4246693659" sldId="1133"/>
            <ac:grpSpMk id="43" creationId="{55776194-E13C-F246-AE49-2B65DFC051C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37.424" v="2867"/>
          <ac:grpSpMkLst>
            <pc:docMk/>
            <pc:sldMk cId="4246693659" sldId="1133"/>
            <ac:grpSpMk id="50" creationId="{723BD54E-76D5-54A8-E59B-9D8AB2097E4C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37.424" v="2867"/>
          <ac:grpSpMkLst>
            <pc:docMk/>
            <pc:sldMk cId="4246693659" sldId="1133"/>
            <ac:grpSpMk id="57" creationId="{6C93C69E-792A-BBF3-2F9A-4770FC655631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6:30.053" v="2882" actId="688"/>
          <ac:grpSpMkLst>
            <pc:docMk/>
            <pc:sldMk cId="4246693659" sldId="1133"/>
            <ac:grpSpMk id="64" creationId="{3E75E234-B4B7-0AC5-E25E-06142E26224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25:46.450" v="2869" actId="1076"/>
          <ac:grpSpMkLst>
            <pc:docMk/>
            <pc:sldMk cId="4246693659" sldId="1133"/>
            <ac:grpSpMk id="71" creationId="{99CB506C-EF1B-EA0F-4AFD-767415A03D69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44.681" v="3251" actId="1076"/>
          <ac:grpSpMkLst>
            <pc:docMk/>
            <pc:sldMk cId="4246693659" sldId="1133"/>
            <ac:grpSpMk id="93" creationId="{1F442C11-CD0B-7F06-4C70-BB5FE5E773F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4:24.342" v="3130"/>
          <ac:grpSpMkLst>
            <pc:docMk/>
            <pc:sldMk cId="4246693659" sldId="1133"/>
            <ac:grpSpMk id="98" creationId="{A371D223-5183-7856-B9C4-F931D2AA21D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57.915" v="3257" actId="1076"/>
          <ac:grpSpMkLst>
            <pc:docMk/>
            <pc:sldMk cId="4246693659" sldId="1133"/>
            <ac:grpSpMk id="103" creationId="{6A2E80CB-50BE-EDC3-22FB-62549558AA6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54.693" v="3256" actId="688"/>
          <ac:grpSpMkLst>
            <pc:docMk/>
            <pc:sldMk cId="4246693659" sldId="1133"/>
            <ac:grpSpMk id="108" creationId="{6EF314C0-07DA-25AD-628E-80AA28797B9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51.517" v="3255" actId="688"/>
          <ac:grpSpMkLst>
            <pc:docMk/>
            <pc:sldMk cId="4246693659" sldId="1133"/>
            <ac:grpSpMk id="113" creationId="{BE46ABD5-BB36-B61A-4E2E-1B49C6D0D3D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4:24.342" v="3130"/>
          <ac:grpSpMkLst>
            <pc:docMk/>
            <pc:sldMk cId="4246693659" sldId="1133"/>
            <ac:grpSpMk id="118" creationId="{23666E5D-168C-C9AA-75E1-31BA551BF986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47.982" v="3253" actId="688"/>
          <ac:grpSpMkLst>
            <pc:docMk/>
            <pc:sldMk cId="4246693659" sldId="1133"/>
            <ac:grpSpMk id="123" creationId="{88F15EDC-786F-42E2-8066-3F14C86B15A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6:43.040" v="3250" actId="1076"/>
          <ac:grpSpMkLst>
            <pc:docMk/>
            <pc:sldMk cId="4246693659" sldId="1133"/>
            <ac:grpSpMk id="128" creationId="{C97FA3BE-6439-B6F8-772D-10F0A562A28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5:54:24.342" v="3130"/>
          <ac:grpSpMkLst>
            <pc:docMk/>
            <pc:sldMk cId="4246693659" sldId="1133"/>
            <ac:grpSpMk id="148" creationId="{4B9F55F0-16AF-3A01-0358-5297E8A21CF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8:36.226" v="3282" actId="688"/>
          <ac:grpSpMkLst>
            <pc:docMk/>
            <pc:sldMk cId="4246693659" sldId="1133"/>
            <ac:grpSpMk id="164" creationId="{23780303-E000-BBFF-E1DE-29105D385A90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8:43.097" v="3286" actId="1076"/>
          <ac:grpSpMkLst>
            <pc:docMk/>
            <pc:sldMk cId="4246693659" sldId="1133"/>
            <ac:grpSpMk id="169" creationId="{091DB341-3583-96DA-273A-0B757D027D12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8:39.351" v="3284" actId="688"/>
          <ac:grpSpMkLst>
            <pc:docMk/>
            <pc:sldMk cId="4246693659" sldId="1133"/>
            <ac:grpSpMk id="174" creationId="{601C96F4-FA7E-727B-C764-1D6FC272BEA4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9:23.519" v="3304" actId="1076"/>
          <ac:grpSpMkLst>
            <pc:docMk/>
            <pc:sldMk cId="4246693659" sldId="1133"/>
            <ac:grpSpMk id="179" creationId="{50EDA674-1FBA-3EBB-AA9C-E8BBAF740C45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6:01:50.504" v="3276" actId="478"/>
          <ac:grpSpMkLst>
            <pc:docMk/>
            <pc:sldMk cId="4246693659" sldId="1133"/>
            <ac:grpSpMk id="184" creationId="{DE25E8A7-B4F5-4F58-AE8A-AAD13EBACE9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1:45.495" v="3275" actId="1076"/>
          <ac:grpSpMkLst>
            <pc:docMk/>
            <pc:sldMk cId="4246693659" sldId="1133"/>
            <ac:grpSpMk id="189" creationId="{EDC8AA89-EF8F-E728-C419-11A58E49A863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6:01:50.504" v="3276" actId="478"/>
          <ac:grpSpMkLst>
            <pc:docMk/>
            <pc:sldMk cId="4246693659" sldId="1133"/>
            <ac:grpSpMk id="194" creationId="{992D846B-B4E5-5E29-4C63-55FD75C826F3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1:45.495" v="3275" actId="1076"/>
          <ac:grpSpMkLst>
            <pc:docMk/>
            <pc:sldMk cId="4246693659" sldId="1133"/>
            <ac:grpSpMk id="199" creationId="{A875A1EE-D229-321B-656A-5F6EE13FADA8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1:54.305" v="3278" actId="1076"/>
          <ac:grpSpMkLst>
            <pc:docMk/>
            <pc:sldMk cId="4246693659" sldId="1133"/>
            <ac:grpSpMk id="204" creationId="{52FF558C-D0DF-AA72-6AAE-AC3FFC422DAF}"/>
          </ac:grpSpMkLst>
        </pc:grpChg>
        <pc:grpChg chg="add mod">
          <ac:chgData name="Gareth Thomson | Football Queensland" userId="45505d28-f665-4546-80c4-7c2d16b5a302" providerId="ADAL" clId="{554FE7FD-D18D-4BB5-A4B8-9C51F228B7BB}" dt="2024-11-04T06:09:15.204" v="3301" actId="688"/>
          <ac:grpSpMkLst>
            <pc:docMk/>
            <pc:sldMk cId="4246693659" sldId="1133"/>
            <ac:grpSpMk id="209" creationId="{F37FAD93-ED4C-3079-E998-9C0CBDF06983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09.986" v="5664"/>
          <ac:grpSpMkLst>
            <pc:docMk/>
            <pc:sldMk cId="4246693659" sldId="1133"/>
            <ac:grpSpMk id="226" creationId="{E194199F-ABB4-9C0D-6B8A-F69FFA6C6A88}"/>
          </ac:grpSpMkLst>
        </pc:grpChg>
        <pc:picChg chg="add del mod">
          <ac:chgData name="Gareth Thomson | Football Queensland" userId="45505d28-f665-4546-80c4-7c2d16b5a302" providerId="ADAL" clId="{554FE7FD-D18D-4BB5-A4B8-9C51F228B7BB}" dt="2024-11-04T05:55:11.574" v="3200" actId="478"/>
          <ac:picMkLst>
            <pc:docMk/>
            <pc:sldMk cId="4246693659" sldId="1133"/>
            <ac:picMk id="91" creationId="{F065F97A-6C5F-A676-BDD3-DD8A2743D590}"/>
          </ac:picMkLst>
        </pc:picChg>
        <pc:picChg chg="add mod">
          <ac:chgData name="Gareth Thomson | Football Queensland" userId="45505d28-f665-4546-80c4-7c2d16b5a302" providerId="ADAL" clId="{554FE7FD-D18D-4BB5-A4B8-9C51F228B7BB}" dt="2024-11-04T05:55:15.172" v="3207" actId="1035"/>
          <ac:picMkLst>
            <pc:docMk/>
            <pc:sldMk cId="4246693659" sldId="1133"/>
            <ac:picMk id="92" creationId="{AD43DA05-3BE3-7098-3318-ED89460D64EB}"/>
          </ac:picMkLst>
        </pc:picChg>
        <pc:picChg chg="add mod">
          <ac:chgData name="Gareth Thomson | Football Queensland" userId="45505d28-f665-4546-80c4-7c2d16b5a302" providerId="ADAL" clId="{554FE7FD-D18D-4BB5-A4B8-9C51F228B7BB}" dt="2024-11-04T05:55:08.204" v="3199" actId="1076"/>
          <ac:picMkLst>
            <pc:docMk/>
            <pc:sldMk cId="4246693659" sldId="1133"/>
            <ac:picMk id="154" creationId="{5176C02A-60C6-C586-475F-3C7783E751CF}"/>
          </ac:picMkLst>
        </pc:picChg>
        <pc:picChg chg="add mod">
          <ac:chgData name="Gareth Thomson | Football Queensland" userId="45505d28-f665-4546-80c4-7c2d16b5a302" providerId="ADAL" clId="{554FE7FD-D18D-4BB5-A4B8-9C51F228B7BB}" dt="2024-11-04T05:55:51.027" v="3213" actId="1076"/>
          <ac:picMkLst>
            <pc:docMk/>
            <pc:sldMk cId="4246693659" sldId="1133"/>
            <ac:picMk id="155" creationId="{09581990-F766-FCA3-7505-EF117BB0C1E3}"/>
          </ac:picMkLst>
        </pc:picChg>
        <pc:picChg chg="add mod">
          <ac:chgData name="Gareth Thomson | Football Queensland" userId="45505d28-f665-4546-80c4-7c2d16b5a302" providerId="ADAL" clId="{554FE7FD-D18D-4BB5-A4B8-9C51F228B7BB}" dt="2024-11-04T05:55:51.027" v="3213" actId="1076"/>
          <ac:picMkLst>
            <pc:docMk/>
            <pc:sldMk cId="4246693659" sldId="1133"/>
            <ac:picMk id="156" creationId="{23C7E249-1F6F-F797-6A98-A7C7DBB34164}"/>
          </ac:picMkLst>
        </pc:picChg>
        <pc:picChg chg="add mod">
          <ac:chgData name="Gareth Thomson | Football Queensland" userId="45505d28-f665-4546-80c4-7c2d16b5a302" providerId="ADAL" clId="{554FE7FD-D18D-4BB5-A4B8-9C51F228B7BB}" dt="2024-11-04T06:01:27.322" v="3269" actId="1076"/>
          <ac:picMkLst>
            <pc:docMk/>
            <pc:sldMk cId="4246693659" sldId="1133"/>
            <ac:picMk id="160" creationId="{CCD9B5EB-00C4-AC48-CC73-B16D103F8F41}"/>
          </ac:picMkLst>
        </pc:picChg>
        <pc:picChg chg="add mod">
          <ac:chgData name="Gareth Thomson | Football Queensland" userId="45505d28-f665-4546-80c4-7c2d16b5a302" providerId="ADAL" clId="{554FE7FD-D18D-4BB5-A4B8-9C51F228B7BB}" dt="2024-11-04T06:01:34.429" v="3271" actId="1076"/>
          <ac:picMkLst>
            <pc:docMk/>
            <pc:sldMk cId="4246693659" sldId="1133"/>
            <ac:picMk id="161" creationId="{EE884F33-B1DF-197E-8312-4E6624C5A458}"/>
          </ac:picMkLst>
        </pc:picChg>
        <pc:picChg chg="add mod">
          <ac:chgData name="Gareth Thomson | Football Queensland" userId="45505d28-f665-4546-80c4-7c2d16b5a302" providerId="ADAL" clId="{554FE7FD-D18D-4BB5-A4B8-9C51F228B7BB}" dt="2024-11-04T06:01:17.251" v="3267" actId="1038"/>
          <ac:picMkLst>
            <pc:docMk/>
            <pc:sldMk cId="4246693659" sldId="1133"/>
            <ac:picMk id="162" creationId="{732DFB98-8394-AB54-C47F-27B76C684AC7}"/>
          </ac:picMkLst>
        </pc:picChg>
        <pc:picChg chg="add mod">
          <ac:chgData name="Gareth Thomson | Football Queensland" userId="45505d28-f665-4546-80c4-7c2d16b5a302" providerId="ADAL" clId="{554FE7FD-D18D-4BB5-A4B8-9C51F228B7BB}" dt="2024-11-04T06:01:11.005" v="3262" actId="1076"/>
          <ac:picMkLst>
            <pc:docMk/>
            <pc:sldMk cId="4246693659" sldId="1133"/>
            <ac:picMk id="163" creationId="{07EDEDFB-5395-A8F7-3D70-2BA06F3B91F0}"/>
          </ac:picMkLst>
        </pc:picChg>
        <pc:cxnChg chg="add mod">
          <ac:chgData name="Gareth Thomson | Football Queensland" userId="45505d28-f665-4546-80c4-7c2d16b5a302" providerId="ADAL" clId="{554FE7FD-D18D-4BB5-A4B8-9C51F228B7BB}" dt="2024-11-04T05:30:35.935" v="2900" actId="14100"/>
          <ac:cxnSpMkLst>
            <pc:docMk/>
            <pc:sldMk cId="4246693659" sldId="1133"/>
            <ac:cxnSpMk id="78" creationId="{2347F048-350C-65EA-E6A6-C638EE671A97}"/>
          </ac:cxnSpMkLst>
        </pc:cxnChg>
        <pc:cxnChg chg="add mod">
          <ac:chgData name="Gareth Thomson | Football Queensland" userId="45505d28-f665-4546-80c4-7c2d16b5a302" providerId="ADAL" clId="{554FE7FD-D18D-4BB5-A4B8-9C51F228B7BB}" dt="2024-11-04T05:26:53.496" v="2891" actId="14100"/>
          <ac:cxnSpMkLst>
            <pc:docMk/>
            <pc:sldMk cId="4246693659" sldId="1133"/>
            <ac:cxnSpMk id="79" creationId="{D9EF7416-16AC-CEB4-4328-56144D423E01}"/>
          </ac:cxnSpMkLst>
        </pc:cxnChg>
        <pc:cxnChg chg="add mod">
          <ac:chgData name="Gareth Thomson | Football Queensland" userId="45505d28-f665-4546-80c4-7c2d16b5a302" providerId="ADAL" clId="{554FE7FD-D18D-4BB5-A4B8-9C51F228B7BB}" dt="2024-11-04T05:27:18.001" v="2899" actId="14100"/>
          <ac:cxnSpMkLst>
            <pc:docMk/>
            <pc:sldMk cId="4246693659" sldId="1133"/>
            <ac:cxnSpMk id="83" creationId="{D06FE401-52A2-5D18-CA45-94AC84228C6D}"/>
          </ac:cxnSpMkLst>
        </pc:cxnChg>
        <pc:cxnChg chg="add del mod">
          <ac:chgData name="Gareth Thomson | Football Queensland" userId="45505d28-f665-4546-80c4-7c2d16b5a302" providerId="ADAL" clId="{554FE7FD-D18D-4BB5-A4B8-9C51F228B7BB}" dt="2024-11-04T05:56:09.320" v="3237" actId="478"/>
          <ac:cxnSpMkLst>
            <pc:docMk/>
            <pc:sldMk cId="4246693659" sldId="1133"/>
            <ac:cxnSpMk id="146" creationId="{DEA81999-B145-1495-38C0-EBFEBFA50ED5}"/>
          </ac:cxnSpMkLst>
        </pc:cxnChg>
        <pc:cxnChg chg="add del mod">
          <ac:chgData name="Gareth Thomson | Football Queensland" userId="45505d28-f665-4546-80c4-7c2d16b5a302" providerId="ADAL" clId="{554FE7FD-D18D-4BB5-A4B8-9C51F228B7BB}" dt="2024-11-04T05:56:16.373" v="3240" actId="478"/>
          <ac:cxnSpMkLst>
            <pc:docMk/>
            <pc:sldMk cId="4246693659" sldId="1133"/>
            <ac:cxnSpMk id="147" creationId="{BCCE99A9-EFE1-F8BF-F31E-3E022CE1D7EE}"/>
          </ac:cxnSpMkLst>
        </pc:cxnChg>
        <pc:cxnChg chg="add mod">
          <ac:chgData name="Gareth Thomson | Football Queensland" userId="45505d28-f665-4546-80c4-7c2d16b5a302" providerId="ADAL" clId="{554FE7FD-D18D-4BB5-A4B8-9C51F228B7BB}" dt="2024-11-04T05:56:36.903" v="3247" actId="14100"/>
          <ac:cxnSpMkLst>
            <pc:docMk/>
            <pc:sldMk cId="4246693659" sldId="1133"/>
            <ac:cxnSpMk id="157" creationId="{CCA359DC-1542-2559-1DBD-A6430185AA3B}"/>
          </ac:cxnSpMkLst>
        </pc:cxnChg>
        <pc:cxnChg chg="add mod">
          <ac:chgData name="Gareth Thomson | Football Queensland" userId="45505d28-f665-4546-80c4-7c2d16b5a302" providerId="ADAL" clId="{554FE7FD-D18D-4BB5-A4B8-9C51F228B7BB}" dt="2024-11-04T06:10:15.206" v="3307" actId="14100"/>
          <ac:cxnSpMkLst>
            <pc:docMk/>
            <pc:sldMk cId="4246693659" sldId="1133"/>
            <ac:cxnSpMk id="220" creationId="{BE602D4B-D1B2-13A0-D728-E0976B51C171}"/>
          </ac:cxnSpMkLst>
        </pc:cxnChg>
      </pc:sldChg>
      <pc:sldChg chg="delSp modSp add del mod ord">
        <pc:chgData name="Gareth Thomson | Football Queensland" userId="45505d28-f665-4546-80c4-7c2d16b5a302" providerId="ADAL" clId="{554FE7FD-D18D-4BB5-A4B8-9C51F228B7BB}" dt="2024-11-04T06:15:13.594" v="3335" actId="47"/>
        <pc:sldMkLst>
          <pc:docMk/>
          <pc:sldMk cId="111354823" sldId="1134"/>
        </pc:sldMkLst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3" creationId="{DEB26D31-33D5-D84E-1F6F-97AAF87E430A}"/>
          </ac:spMkLst>
        </pc:spChg>
        <pc:spChg chg="del">
          <ac:chgData name="Gareth Thomson | Football Queensland" userId="45505d28-f665-4546-80c4-7c2d16b5a302" providerId="ADAL" clId="{554FE7FD-D18D-4BB5-A4B8-9C51F228B7BB}" dt="2024-11-04T06:14:40.673" v="3333" actId="478"/>
          <ac:spMkLst>
            <pc:docMk/>
            <pc:sldMk cId="111354823" sldId="1134"/>
            <ac:spMk id="4" creationId="{7C616F85-A0BA-1E15-EE1B-6941A2F10F2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6" creationId="{3E2EE105-93D9-2DAA-B18B-E75243B944EC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7" creationId="{B7F445E0-154B-BE93-C12B-8F6FCDF6BE46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6" creationId="{F313C016-E5B8-863B-DEF5-DAF62976BEEE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8" creationId="{CA73529F-53D2-5EAA-1DA9-723D3763A34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9" creationId="{16E90E6A-F1CB-E1FC-5249-52DC9EFB0AEE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20" creationId="{FF26A699-3493-18AD-F03C-CCA7B1E93E58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30" creationId="{DB0C548E-36E7-33DD-73EC-872331C9995C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27" creationId="{CDE0B3DD-6E3E-77FE-72BF-EB5F11FB86DA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55" creationId="{91AFF2DE-2BC4-2F27-E801-9B45032AA270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65" creationId="{F16960A4-115E-5E10-8A55-701686B49ECE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71" creationId="{289EF996-6EF4-F221-176F-887F302B716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77" creationId="{693D6FC6-FE1D-9513-D9C1-D941484FBC1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83" creationId="{314E4276-3399-FB23-D8B0-BF3CBA05D0FD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85" creationId="{B4210094-E36D-AF6A-C600-7425DAEED97B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1" creationId="{7C13FF63-E3A3-A5B3-6752-3A9DF2432179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2" creationId="{FE14EBAA-8465-433A-E222-C849467A26D9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5" creationId="{D240D4BC-1FCC-3204-1BDA-25CCAAB87796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6" creationId="{B474DB7A-4870-C48F-677B-A5C73454E63B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7" creationId="{9329D57B-9374-77A9-3654-46EBCDE87A38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8" creationId="{4295529B-FBEE-6DBF-36FD-3F6B45A9A74F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199" creationId="{11BF2C5E-2DE0-0CA5-348E-AA8F554C79E3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0" creationId="{262B2050-47F9-ED98-008C-0E437784E83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1" creationId="{DCEF3D68-4186-65F0-E733-5767A552BA84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2" creationId="{4BE83C26-8AAB-148B-C415-756082E5EDB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3" creationId="{85DE4ADF-B074-109D-99CA-1D62CC1B2039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4" creationId="{3C97CA33-A0E7-39AB-7D5A-52075361E8EA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5" creationId="{FF35DB19-EA3C-4637-759E-9335EF5A3D28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6" creationId="{17D4C6BA-BFDB-A8CE-2A41-A8CFE43650D7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7" creationId="{9FCFAE4C-28D1-727E-818A-5AEC4576E87B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8" creationId="{F78E32F3-61FA-803E-4553-BA945AEDE78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09" creationId="{4E2A3BA1-8143-96A3-A8B2-A8ED393650B7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0" creationId="{7CCA8630-8898-E3A7-7533-564F91534E6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1" creationId="{C5ED1571-4F86-DA71-0DB8-CC142677C0F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2" creationId="{C442DD8B-1010-67DD-C32D-2D48175487BA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3" creationId="{16BB4CAA-EF10-9412-C242-F10AFBA3EFD7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4" creationId="{C0798B65-FAEF-0493-CF0D-7FBED7849EE3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5" creationId="{1A6AACF0-5A8B-CC66-E68E-33B50F0B19B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6" creationId="{812FE65C-CDE9-36DF-81C7-B6D591B82F7A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7" creationId="{AC1069BE-6333-5AEF-636C-7373F04D8460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19" creationId="{EC625925-CDBC-C2E3-C26F-89CB23B9619F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20" creationId="{FD82CF07-ECAE-FA31-3436-11173F3CED8E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27" creationId="{30B1882B-8ACF-FB9B-3344-026F5572B22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28" creationId="{050DF79D-A295-2E87-BB5A-2C2171A0F34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29" creationId="{BF134B80-23AF-7793-8BE0-43B462CAE88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35" creationId="{8ED314EB-F903-3D67-7AF2-67D909BB2946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41" creationId="{CED11F7C-F771-FC10-E871-5380CD94BD3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47" creationId="{60E9B526-BA58-3C36-69DA-6D849A71983B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53" creationId="{EE71B479-90BA-11C9-3949-A91D1A0E4CF2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59" creationId="{48A1B7F3-D572-4DDF-6188-721DEB3CCB5E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65" creationId="{04D27DB1-4522-0D0F-AC82-5CBEA1D3F14D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71" creationId="{F2069D1B-CAF3-AAD7-2073-F4D11A04A47D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77" creationId="{B2CB2471-9FD4-722D-736C-221572CB77E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86" creationId="{C7FB72CD-AF38-415E-910B-0493379A1C6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87" creationId="{949ABA0E-CDD9-B1AF-1BD1-89DCE9202A03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88" creationId="{FE521F9F-1499-CDF4-DDAC-05A4C6EAA807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289" creationId="{AE513865-89E0-60D6-01A3-8A4D4F6134A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37" creationId="{D5E3462F-D90A-7A8B-76CB-BED61C01003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38" creationId="{D87F4163-980C-28D2-2554-B579A357C9F1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39" creationId="{A4957102-1AD6-810E-20A3-7B1BCDF9B5E0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0" creationId="{8998F726-E3D3-3392-8413-77217C7870E9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1" creationId="{B69A9639-41F4-07A6-796C-547A4E505160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2" creationId="{2652AEA3-9780-99E5-B35D-B318FCA4421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3" creationId="{23931AAC-21F2-E6E2-2B1E-568B8370A6D2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4" creationId="{6D1D66EE-A6A9-2825-4313-39C2608CD218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5" creationId="{637349B0-533B-0166-92F5-5D4C64B332C9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6" creationId="{24F954C8-49CB-D5E6-468A-67DE8CF8E104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7" creationId="{ABA51FA9-CB40-B809-A151-BD0D0569E7D6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8" creationId="{E54C1EC0-CC95-2CA5-AB13-EC5BD6418AC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49" creationId="{331C0FBF-8EFB-B5DA-DA7C-4432810C9AE5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63" creationId="{FE268D7F-AA58-D4BE-2B96-23104953B25A}"/>
          </ac:spMkLst>
        </pc:spChg>
        <pc:spChg chg="del">
          <ac:chgData name="Gareth Thomson | Football Queensland" userId="45505d28-f665-4546-80c4-7c2d16b5a302" providerId="ADAL" clId="{554FE7FD-D18D-4BB5-A4B8-9C51F228B7BB}" dt="2024-11-04T06:14:28.711" v="3330" actId="478"/>
          <ac:spMkLst>
            <pc:docMk/>
            <pc:sldMk cId="111354823" sldId="1134"/>
            <ac:spMk id="1364" creationId="{B47BD040-461E-4C80-5D9F-08E087BCF3C8}"/>
          </ac:spMkLst>
        </pc:s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23" creationId="{445CDF9F-6D31-2011-732E-01D8C5999E55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026" creationId="{C3D55D7E-1701-CF4F-5B6E-33CFD6A8F775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28" creationId="{5AFACB05-D43C-DE28-0512-4FEB261F8661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58" creationId="{FD24AC7B-D932-BABA-8ED4-590EDFC0C9EE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66" creationId="{CE01A996-F6F5-172F-11D0-678EFD9FAA61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72" creationId="{BF9BFAC6-3AF3-E1F5-9F0F-F5B0DBB1FDF5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78" creationId="{252E7D11-9488-2972-AF19-6E2ED45B8486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186" creationId="{C0195961-C599-CA8C-5A8B-FD2203410C26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21" creationId="{FC1ACF50-9766-9685-0174-449B3ED41622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30" creationId="{1B195DB5-F340-2E4C-7D7C-D222D8FE47BB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36" creationId="{7BFF3C04-F9B4-ADE5-EA62-7A49AC7262F0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42" creationId="{D59317C1-B030-A760-3A82-C80E1730A671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48" creationId="{C2F92BA2-3DF0-FD64-3D69-8E71D499181C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54" creationId="{74ED6090-CD73-DC2F-79DF-C64FC5068BB0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60" creationId="{6E489DAB-E788-0E21-675C-8DE713E33EEC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66" creationId="{89F19471-8118-40BB-BF59-0AB5D10F75B9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72" creationId="{99A976CF-E4A5-2301-8426-8A63E86DC0AC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92" creationId="{B1ECFA70-D518-7799-4BBD-53F5468BA5A1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297" creationId="{5772A221-5F46-3354-7229-4DB5E37706C1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02" creationId="{4D03A026-B9C2-898D-C809-279216833B8D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07" creationId="{C8E11075-D2E8-5AAA-8DAE-FAD382FF7D28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17" creationId="{6EAFB210-83AC-12D1-003A-DB924F3ED090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22" creationId="{43A04475-E699-6F6A-3609-9151C4075FE0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27" creationId="{CA489643-A88F-54CF-5CE9-287EA54DE3CC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32" creationId="{E9E98C0A-AEB4-974D-AE58-DB3DDD7C10F0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53" creationId="{4B9CA634-7123-244C-B29E-D1240AE3746B}"/>
          </ac:grpSpMkLst>
        </pc:grpChg>
        <pc:grpChg chg="del">
          <ac:chgData name="Gareth Thomson | Football Queensland" userId="45505d28-f665-4546-80c4-7c2d16b5a302" providerId="ADAL" clId="{554FE7FD-D18D-4BB5-A4B8-9C51F228B7BB}" dt="2024-11-04T06:14:28.711" v="3330" actId="478"/>
          <ac:grpSpMkLst>
            <pc:docMk/>
            <pc:sldMk cId="111354823" sldId="1134"/>
            <ac:grpSpMk id="1358" creationId="{3573CCED-32D4-51BC-0E5D-96ED87B47FC1}"/>
          </ac:grpSpMkLst>
        </pc:grpChg>
        <pc:picChg chg="del mod modCrop">
          <ac:chgData name="Gareth Thomson | Football Queensland" userId="45505d28-f665-4546-80c4-7c2d16b5a302" providerId="ADAL" clId="{554FE7FD-D18D-4BB5-A4B8-9C51F228B7BB}" dt="2024-11-04T06:14:38.509" v="3332" actId="478"/>
          <ac:picMkLst>
            <pc:docMk/>
            <pc:sldMk cId="111354823" sldId="1134"/>
            <ac:picMk id="8" creationId="{2711982D-DC98-F275-1463-5A8F4397DC05}"/>
          </ac:picMkLst>
        </pc:picChg>
        <pc:picChg chg="del">
          <ac:chgData name="Gareth Thomson | Football Queensland" userId="45505d28-f665-4546-80c4-7c2d16b5a302" providerId="ADAL" clId="{554FE7FD-D18D-4BB5-A4B8-9C51F228B7BB}" dt="2024-11-04T06:14:28.711" v="3330" actId="478"/>
          <ac:picMkLst>
            <pc:docMk/>
            <pc:sldMk cId="111354823" sldId="1134"/>
            <ac:picMk id="1290" creationId="{F2D6146F-42B4-C86E-66E2-8961BA556C52}"/>
          </ac:picMkLst>
        </pc:picChg>
        <pc:picChg chg="del">
          <ac:chgData name="Gareth Thomson | Football Queensland" userId="45505d28-f665-4546-80c4-7c2d16b5a302" providerId="ADAL" clId="{554FE7FD-D18D-4BB5-A4B8-9C51F228B7BB}" dt="2024-11-04T06:14:28.711" v="3330" actId="478"/>
          <ac:picMkLst>
            <pc:docMk/>
            <pc:sldMk cId="111354823" sldId="1134"/>
            <ac:picMk id="1291" creationId="{BE86BB07-70AC-1C23-5922-D29518CA76C4}"/>
          </ac:picMkLst>
        </pc:picChg>
        <pc:cxnChg chg="del">
          <ac:chgData name="Gareth Thomson | Football Queensland" userId="45505d28-f665-4546-80c4-7c2d16b5a302" providerId="ADAL" clId="{554FE7FD-D18D-4BB5-A4B8-9C51F228B7BB}" dt="2024-11-04T06:14:28.711" v="3330" actId="478"/>
          <ac:cxnSpMkLst>
            <pc:docMk/>
            <pc:sldMk cId="111354823" sldId="1134"/>
            <ac:cxnSpMk id="1279" creationId="{CAACA32B-7A7A-5961-8AE2-5C31B870B5F0}"/>
          </ac:cxnSpMkLst>
        </pc:cxnChg>
        <pc:cxnChg chg="del">
          <ac:chgData name="Gareth Thomson | Football Queensland" userId="45505d28-f665-4546-80c4-7c2d16b5a302" providerId="ADAL" clId="{554FE7FD-D18D-4BB5-A4B8-9C51F228B7BB}" dt="2024-11-04T06:14:28.711" v="3330" actId="478"/>
          <ac:cxnSpMkLst>
            <pc:docMk/>
            <pc:sldMk cId="111354823" sldId="1134"/>
            <ac:cxnSpMk id="1281" creationId="{6B0D6A1F-EFDA-6A02-251C-2C833688EA23}"/>
          </ac:cxnSpMkLst>
        </pc:cxnChg>
        <pc:cxnChg chg="del">
          <ac:chgData name="Gareth Thomson | Football Queensland" userId="45505d28-f665-4546-80c4-7c2d16b5a302" providerId="ADAL" clId="{554FE7FD-D18D-4BB5-A4B8-9C51F228B7BB}" dt="2024-11-04T06:14:28.711" v="3330" actId="478"/>
          <ac:cxnSpMkLst>
            <pc:docMk/>
            <pc:sldMk cId="111354823" sldId="1134"/>
            <ac:cxnSpMk id="1283" creationId="{C31E256D-1777-175F-A73B-982508458A42}"/>
          </ac:cxnSpMkLst>
        </pc:cxnChg>
        <pc:cxnChg chg="del">
          <ac:chgData name="Gareth Thomson | Football Queensland" userId="45505d28-f665-4546-80c4-7c2d16b5a302" providerId="ADAL" clId="{554FE7FD-D18D-4BB5-A4B8-9C51F228B7BB}" dt="2024-11-04T06:14:28.711" v="3330" actId="478"/>
          <ac:cxnSpMkLst>
            <pc:docMk/>
            <pc:sldMk cId="111354823" sldId="1134"/>
            <ac:cxnSpMk id="1351" creationId="{EE62B873-B41C-0453-3579-2369ED7431BA}"/>
          </ac:cxnSpMkLst>
        </pc:cxnChg>
        <pc:cxnChg chg="del">
          <ac:chgData name="Gareth Thomson | Football Queensland" userId="45505d28-f665-4546-80c4-7c2d16b5a302" providerId="ADAL" clId="{554FE7FD-D18D-4BB5-A4B8-9C51F228B7BB}" dt="2024-11-04T06:14:28.711" v="3330" actId="478"/>
          <ac:cxnSpMkLst>
            <pc:docMk/>
            <pc:sldMk cId="111354823" sldId="1134"/>
            <ac:cxnSpMk id="1352" creationId="{FE3B190E-1138-8BDE-B89E-19D8ABBF35B1}"/>
          </ac:cxnSpMkLst>
        </pc:cxnChg>
      </pc:sldChg>
      <pc:sldChg chg="addSp delSp modSp add del mod modNotesTx">
        <pc:chgData name="Gareth Thomson | Football Queensland" userId="45505d28-f665-4546-80c4-7c2d16b5a302" providerId="ADAL" clId="{554FE7FD-D18D-4BB5-A4B8-9C51F228B7BB}" dt="2024-11-04T10:43:15.551" v="6474" actId="47"/>
        <pc:sldMkLst>
          <pc:docMk/>
          <pc:sldMk cId="702304728" sldId="1153"/>
        </pc:sldMkLst>
        <pc:spChg chg="del mod">
          <ac:chgData name="Gareth Thomson | Football Queensland" userId="45505d28-f665-4546-80c4-7c2d16b5a302" providerId="ADAL" clId="{554FE7FD-D18D-4BB5-A4B8-9C51F228B7BB}" dt="2024-11-04T06:17:20.504" v="3382" actId="478"/>
          <ac:spMkLst>
            <pc:docMk/>
            <pc:sldMk cId="702304728" sldId="1153"/>
            <ac:spMk id="3" creationId="{C78412F5-B5AE-B71E-532D-D295E69EF68A}"/>
          </ac:spMkLst>
        </pc:spChg>
        <pc:spChg chg="mod">
          <ac:chgData name="Gareth Thomson | Football Queensland" userId="45505d28-f665-4546-80c4-7c2d16b5a302" providerId="ADAL" clId="{554FE7FD-D18D-4BB5-A4B8-9C51F228B7BB}" dt="2024-11-04T06:51:16.114" v="3898" actId="1076"/>
          <ac:spMkLst>
            <pc:docMk/>
            <pc:sldMk cId="702304728" sldId="1153"/>
            <ac:spMk id="5" creationId="{95D7F69D-0015-12E7-37F3-4F7A6AFC5108}"/>
          </ac:spMkLst>
        </pc:spChg>
        <pc:spChg chg="add del mod">
          <ac:chgData name="Gareth Thomson | Football Queensland" userId="45505d28-f665-4546-80c4-7c2d16b5a302" providerId="ADAL" clId="{554FE7FD-D18D-4BB5-A4B8-9C51F228B7BB}" dt="2024-11-04T06:17:28.374" v="3383" actId="478"/>
          <ac:spMkLst>
            <pc:docMk/>
            <pc:sldMk cId="702304728" sldId="1153"/>
            <ac:spMk id="7" creationId="{61CBE67F-B60E-5397-6AFF-533615E250CB}"/>
          </ac:spMkLst>
        </pc:spChg>
        <pc:spChg chg="add mod">
          <ac:chgData name="Gareth Thomson | Football Queensland" userId="45505d28-f665-4546-80c4-7c2d16b5a302" providerId="ADAL" clId="{554FE7FD-D18D-4BB5-A4B8-9C51F228B7BB}" dt="2024-11-04T10:42:33.618" v="6471" actId="20577"/>
          <ac:spMkLst>
            <pc:docMk/>
            <pc:sldMk cId="702304728" sldId="1153"/>
            <ac:spMk id="17" creationId="{2BF48B4F-DBCF-48C9-40EC-27530C31AEDC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43:00.546" v="6473" actId="478"/>
          <ac:spMkLst>
            <pc:docMk/>
            <pc:sldMk cId="702304728" sldId="1153"/>
            <ac:spMk id="23" creationId="{B85DC022-0D53-8CEA-1C48-A373BE8DA94C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43:00.546" v="6473" actId="478"/>
          <ac:spMkLst>
            <pc:docMk/>
            <pc:sldMk cId="702304728" sldId="1153"/>
            <ac:spMk id="24" creationId="{6BEBB996-634F-5263-6781-E4FAD15E4D83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40:54.809" v="4882" actId="478"/>
          <ac:spMkLst>
            <pc:docMk/>
            <pc:sldMk cId="702304728" sldId="1153"/>
            <ac:spMk id="25" creationId="{A8EAE5A4-2E61-7EF9-10D0-DDFF35C575B5}"/>
          </ac:spMkLst>
        </pc:spChg>
        <pc:graphicFrameChg chg="del mod">
          <ac:chgData name="Gareth Thomson | Football Queensland" userId="45505d28-f665-4546-80c4-7c2d16b5a302" providerId="ADAL" clId="{554FE7FD-D18D-4BB5-A4B8-9C51F228B7BB}" dt="2024-11-04T06:16:17.692" v="3365" actId="478"/>
          <ac:graphicFrameMkLst>
            <pc:docMk/>
            <pc:sldMk cId="702304728" sldId="1153"/>
            <ac:graphicFrameMk id="6" creationId="{17F2A214-104D-347C-3529-4B560D696E46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06:59:44.890" v="4382" actId="478"/>
          <ac:graphicFrameMkLst>
            <pc:docMk/>
            <pc:sldMk cId="702304728" sldId="1153"/>
            <ac:graphicFrameMk id="11" creationId="{9BD482CB-8ECB-405B-9822-5874B07805FD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06:59:44.890" v="4382" actId="478"/>
          <ac:graphicFrameMkLst>
            <pc:docMk/>
            <pc:sldMk cId="702304728" sldId="1153"/>
            <ac:graphicFrameMk id="12" creationId="{B2DE7909-71D2-F7DA-8F8D-A3F67DEF034C}"/>
          </ac:graphicFrameMkLst>
        </pc:graphicFrameChg>
        <pc:graphicFrameChg chg="add del mod">
          <ac:chgData name="Gareth Thomson | Football Queensland" userId="45505d28-f665-4546-80c4-7c2d16b5a302" providerId="ADAL" clId="{554FE7FD-D18D-4BB5-A4B8-9C51F228B7BB}" dt="2024-11-04T06:26:35.090" v="3560" actId="478"/>
          <ac:graphicFrameMkLst>
            <pc:docMk/>
            <pc:sldMk cId="702304728" sldId="1153"/>
            <ac:graphicFrameMk id="13" creationId="{DCDA31E9-C85A-DEAE-CEA8-34014D8201B2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06:50:19.226" v="3824" actId="478"/>
          <ac:graphicFrameMkLst>
            <pc:docMk/>
            <pc:sldMk cId="702304728" sldId="1153"/>
            <ac:graphicFrameMk id="14" creationId="{BC86FA12-6F31-E85C-523E-F068E83E9673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10:43:00.546" v="6473" actId="478"/>
          <ac:graphicFrameMkLst>
            <pc:docMk/>
            <pc:sldMk cId="702304728" sldId="1153"/>
            <ac:graphicFrameMk id="15" creationId="{F0389262-DA5B-7033-D9D2-AC9134BBDA95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10:43:00.546" v="6473" actId="478"/>
          <ac:graphicFrameMkLst>
            <pc:docMk/>
            <pc:sldMk cId="702304728" sldId="1153"/>
            <ac:graphicFrameMk id="16" creationId="{7B6ABCEF-1284-8C79-B350-758803735383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10:43:00.546" v="6473" actId="478"/>
          <ac:graphicFrameMkLst>
            <pc:docMk/>
            <pc:sldMk cId="702304728" sldId="1153"/>
            <ac:graphicFrameMk id="18" creationId="{DD1CF9CA-1194-7E25-E331-0EEBB844E4A2}"/>
          </ac:graphicFrameMkLst>
        </pc:graphicFrameChg>
        <pc:graphicFrameChg chg="add del mod modGraphic">
          <ac:chgData name="Gareth Thomson | Football Queensland" userId="45505d28-f665-4546-80c4-7c2d16b5a302" providerId="ADAL" clId="{554FE7FD-D18D-4BB5-A4B8-9C51F228B7BB}" dt="2024-11-04T10:43:00.546" v="6473" actId="478"/>
          <ac:graphicFrameMkLst>
            <pc:docMk/>
            <pc:sldMk cId="702304728" sldId="1153"/>
            <ac:graphicFrameMk id="19" creationId="{93697226-4E95-4616-7668-FA719EB07598}"/>
          </ac:graphicFrameMkLst>
        </pc:graphicFrameChg>
        <pc:picChg chg="mod ord modCrop">
          <ac:chgData name="Gareth Thomson | Football Queensland" userId="45505d28-f665-4546-80c4-7c2d16b5a302" providerId="ADAL" clId="{554FE7FD-D18D-4BB5-A4B8-9C51F228B7BB}" dt="2024-11-04T06:17:10.320" v="3380" actId="167"/>
          <ac:picMkLst>
            <pc:docMk/>
            <pc:sldMk cId="702304728" sldId="1153"/>
            <ac:picMk id="4" creationId="{109866C0-0832-D757-1EF2-2DCB05DBC858}"/>
          </ac:picMkLst>
        </pc:picChg>
        <pc:picChg chg="mod ord modCrop">
          <ac:chgData name="Gareth Thomson | Football Queensland" userId="45505d28-f665-4546-80c4-7c2d16b5a302" providerId="ADAL" clId="{554FE7FD-D18D-4BB5-A4B8-9C51F228B7BB}" dt="2024-11-04T06:17:43.102" v="3386" actId="732"/>
          <ac:picMkLst>
            <pc:docMk/>
            <pc:sldMk cId="702304728" sldId="1153"/>
            <ac:picMk id="8" creationId="{18211A97-973C-4CDD-FABB-D3F69F35A781}"/>
          </ac:picMkLst>
        </pc:picChg>
        <pc:picChg chg="del mod">
          <ac:chgData name="Gareth Thomson | Football Queensland" userId="45505d28-f665-4546-80c4-7c2d16b5a302" providerId="ADAL" clId="{554FE7FD-D18D-4BB5-A4B8-9C51F228B7BB}" dt="2024-11-04T06:58:58.062" v="4375" actId="478"/>
          <ac:picMkLst>
            <pc:docMk/>
            <pc:sldMk cId="702304728" sldId="1153"/>
            <ac:picMk id="10" creationId="{7D5266B0-900E-0261-C42B-1B87A9E78F1B}"/>
          </ac:picMkLst>
        </pc:picChg>
        <pc:picChg chg="add del mod modCrop">
          <ac:chgData name="Gareth Thomson | Football Queensland" userId="45505d28-f665-4546-80c4-7c2d16b5a302" providerId="ADAL" clId="{554FE7FD-D18D-4BB5-A4B8-9C51F228B7BB}" dt="2024-11-04T10:43:00.546" v="6473" actId="478"/>
          <ac:picMkLst>
            <pc:docMk/>
            <pc:sldMk cId="702304728" sldId="1153"/>
            <ac:picMk id="21" creationId="{C4168F92-AB70-0A21-04FB-5900176EADC4}"/>
          </ac:picMkLst>
        </pc:picChg>
        <pc:picChg chg="add del mod">
          <ac:chgData name="Gareth Thomson | Football Queensland" userId="45505d28-f665-4546-80c4-7c2d16b5a302" providerId="ADAL" clId="{554FE7FD-D18D-4BB5-A4B8-9C51F228B7BB}" dt="2024-11-04T10:43:00.546" v="6473" actId="478"/>
          <ac:picMkLst>
            <pc:docMk/>
            <pc:sldMk cId="702304728" sldId="1153"/>
            <ac:picMk id="22" creationId="{43E8AFEA-5897-677B-239A-80BBA95F2A9F}"/>
          </ac:picMkLst>
        </pc:picChg>
      </pc:sldChg>
      <pc:sldChg chg="addSp delSp modSp add mod ord">
        <pc:chgData name="Gareth Thomson | Football Queensland" userId="45505d28-f665-4546-80c4-7c2d16b5a302" providerId="ADAL" clId="{554FE7FD-D18D-4BB5-A4B8-9C51F228B7BB}" dt="2024-11-04T11:43:35.329" v="8122"/>
        <pc:sldMkLst>
          <pc:docMk/>
          <pc:sldMk cId="644873091" sldId="1154"/>
        </pc:sldMkLst>
        <pc:spChg chg="mod">
          <ac:chgData name="Gareth Thomson | Football Queensland" userId="45505d28-f665-4546-80c4-7c2d16b5a302" providerId="ADAL" clId="{554FE7FD-D18D-4BB5-A4B8-9C51F228B7BB}" dt="2024-11-04T10:27:18.568" v="5617" actId="20577"/>
          <ac:spMkLst>
            <pc:docMk/>
            <pc:sldMk cId="644873091" sldId="1154"/>
            <ac:spMk id="3" creationId="{1D7EAE48-B7AB-80BD-813B-BED6ACE91DC1}"/>
          </ac:spMkLst>
        </pc:spChg>
        <pc:spChg chg="mod">
          <ac:chgData name="Gareth Thomson | Football Queensland" userId="45505d28-f665-4546-80c4-7c2d16b5a302" providerId="ADAL" clId="{554FE7FD-D18D-4BB5-A4B8-9C51F228B7BB}" dt="2024-11-04T07:09:33.809" v="4658" actId="20577"/>
          <ac:spMkLst>
            <pc:docMk/>
            <pc:sldMk cId="644873091" sldId="1154"/>
            <ac:spMk id="4" creationId="{7B57957A-CDF3-BBF8-9D34-166E6C097C64}"/>
          </ac:spMkLst>
        </pc:spChg>
        <pc:spChg chg="add 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6" creationId="{230FBDAB-C617-726C-8F21-1D187BAEBFD2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" creationId="{35AF7BC9-B615-4ABC-5DF5-306E04F01CC8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" creationId="{8E679A57-852A-B23A-C4EE-8AEB23208D6D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7" creationId="{2073C6F3-1A93-7E74-A27A-7F6C27DAC624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06.787" v="5188" actId="478"/>
          <ac:spMkLst>
            <pc:docMk/>
            <pc:sldMk cId="644873091" sldId="1154"/>
            <ac:spMk id="20" creationId="{6E66F4BD-D74C-C2A2-D06C-28311370D3D1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21" creationId="{7DA8096E-DB9E-ABFC-DDF4-6A7162AE6072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22" creationId="{E3DE8A5B-02CC-A433-5B34-F15A8E9C0857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06.787" v="5188" actId="478"/>
          <ac:spMkLst>
            <pc:docMk/>
            <pc:sldMk cId="644873091" sldId="1154"/>
            <ac:spMk id="23" creationId="{DFF38B17-CD61-3192-D36C-E8BC4FC911B1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06.787" v="5188" actId="478"/>
          <ac:spMkLst>
            <pc:docMk/>
            <pc:sldMk cId="644873091" sldId="1154"/>
            <ac:spMk id="26" creationId="{F5CE05F5-AF94-B2BD-7325-E36B35C92EDF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06.787" v="5188" actId="478"/>
          <ac:spMkLst>
            <pc:docMk/>
            <pc:sldMk cId="644873091" sldId="1154"/>
            <ac:spMk id="27" creationId="{18FAA30D-A466-7448-AB28-C729DA1B8C2A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14.676" v="5189" actId="478"/>
          <ac:spMkLst>
            <pc:docMk/>
            <pc:sldMk cId="644873091" sldId="1154"/>
            <ac:spMk id="28" creationId="{1B4B85B5-01D4-830A-D739-CEA08509F320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14.676" v="5189" actId="478"/>
          <ac:spMkLst>
            <pc:docMk/>
            <pc:sldMk cId="644873091" sldId="1154"/>
            <ac:spMk id="29" creationId="{DBE5AB07-E6C2-2216-C12D-4BA80D3FE47E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14.676" v="5189" actId="478"/>
          <ac:spMkLst>
            <pc:docMk/>
            <pc:sldMk cId="644873091" sldId="1154"/>
            <ac:spMk id="30" creationId="{76FB01FF-796B-5182-10E2-9860789BD1F9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026" creationId="{74444139-816E-3644-87E2-35105F12474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27" creationId="{C40FE7C7-634F-7ED8-0AEC-1101987FA105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28" creationId="{D3BFFBB5-92E4-5DFC-4D88-4C9C28F243FB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29" creationId="{BC4117DB-06B7-27A2-50B6-39AA2E3644D9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032" creationId="{0B39D137-600A-F73C-3352-5B643A7F74E5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034" creationId="{5AEB08A6-3F04-EBAA-CDA3-75E6279B4C9B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37" creationId="{574EB72C-9BC5-E5A2-A0CB-BD7A9749380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38" creationId="{5406741E-5FF3-292D-3A0E-30C6ABAB770B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44" creationId="{1106CC92-72E6-5924-1923-AC5751AC60A1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92" creationId="{B5894A4B-94FC-9D7D-847F-62B73A26F0FF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93" creationId="{5F7B80B7-A968-05C7-2EBB-58A1949B48AB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099" creationId="{66178EAF-37C9-4DAF-AE8E-3343E3A073D8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116" creationId="{F0F88928-C05A-6438-5985-3AC950251DA5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117" creationId="{6BA4107F-3E58-8260-E752-16685660018E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118" creationId="{8D16C611-1261-FBC0-2E5C-8E542D06209D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19" creationId="{DFCC18E0-4F1A-6108-7BDC-A89AB845DB8D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24" creationId="{4F2FD49A-CFB9-78A0-1B8A-6F759130C1EF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25" creationId="{C24F1846-3A5E-61FC-3A8A-DA67E1394D0B}"/>
          </ac:spMkLst>
        </pc:spChg>
        <pc:spChg chg="add del mod">
          <ac:chgData name="Gareth Thomson | Football Queensland" userId="45505d28-f665-4546-80c4-7c2d16b5a302" providerId="ADAL" clId="{554FE7FD-D18D-4BB5-A4B8-9C51F228B7BB}" dt="2024-11-04T09:50:14.676" v="5189" actId="478"/>
          <ac:spMkLst>
            <pc:docMk/>
            <pc:sldMk cId="644873091" sldId="1154"/>
            <ac:spMk id="1127" creationId="{E50F60FA-2325-B27B-4ACA-C4AF9CB8F2B7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29" creationId="{1B99A53D-33A0-8B9F-E134-E1430A3DF128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30" creationId="{826FC579-1FE9-8025-9E60-87EBCE69EA68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31" creationId="{633331C3-7A98-9824-175E-C16727BC9F79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32" creationId="{10CB189D-5C2D-C3A3-6BD4-2D427110E5F6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37" creationId="{7A1FDDDD-B2FF-28B0-6656-47335CD440B2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38" creationId="{23D4FFC7-3273-D17D-0355-F4ADBF630A78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44" creationId="{C21852AD-C5C5-40E7-50AA-8CFF1CBE6C02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45" creationId="{EC5476AB-B8AC-3BD7-8448-B6B3967621E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51" creationId="{03613F5A-A34F-96F0-B301-4BFC5CBE1955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52" creationId="{2A161CA6-1189-140F-99A2-9899FAD52E8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58" creationId="{244BEF3A-049C-D4D3-1F5F-7639AC66714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0" creationId="{0152000E-E76E-4A21-7BBD-7A048F75ACB2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1" creationId="{7723F38C-D2CC-41A2-2631-5EBCFD7D1A69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62" creationId="{663158B1-E14B-CD75-7728-96468065F1E0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3" creationId="{34CD3186-28A0-EBF5-9A33-6E3AE27D16BB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5" creationId="{25469B18-1D05-4007-D724-795D306C8BAB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6" creationId="{DF863FCD-BC8B-5E6B-D154-F82E2997319B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7" creationId="{E30E8EF6-8D93-F05D-B54A-EC8877A9896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68" creationId="{0E1CC839-4E51-F482-A9FB-6DB678D771FF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70" creationId="{33EC0CDD-5B7E-E560-36C9-DFDF7737A642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71" creationId="{229E9684-7DD1-EE7D-4008-AEFB89A71C32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72" creationId="{DE255962-AABC-7EC7-1D49-B3271CCB155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173" creationId="{425FB8E4-0C9D-A251-0D5D-96B7336B8793}"/>
          </ac:spMkLst>
        </pc:spChg>
        <pc:spChg chg="mod">
          <ac:chgData name="Gareth Thomson | Football Queensland" userId="45505d28-f665-4546-80c4-7c2d16b5a302" providerId="ADAL" clId="{554FE7FD-D18D-4BB5-A4B8-9C51F228B7BB}" dt="2024-11-04T09:50:49.509" v="5193"/>
          <ac:spMkLst>
            <pc:docMk/>
            <pc:sldMk cId="644873091" sldId="1154"/>
            <ac:spMk id="1175" creationId="{C067154C-2730-0140-40F2-D802097F9FDF}"/>
          </ac:spMkLst>
        </pc:spChg>
        <pc:spChg chg="mod">
          <ac:chgData name="Gareth Thomson | Football Queensland" userId="45505d28-f665-4546-80c4-7c2d16b5a302" providerId="ADAL" clId="{554FE7FD-D18D-4BB5-A4B8-9C51F228B7BB}" dt="2024-11-04T09:50:49.509" v="5193"/>
          <ac:spMkLst>
            <pc:docMk/>
            <pc:sldMk cId="644873091" sldId="1154"/>
            <ac:spMk id="1176" creationId="{AD607AF2-5F3C-0D58-73B2-C48D46501195}"/>
          </ac:spMkLst>
        </pc:spChg>
        <pc:spChg chg="mod">
          <ac:chgData name="Gareth Thomson | Football Queensland" userId="45505d28-f665-4546-80c4-7c2d16b5a302" providerId="ADAL" clId="{554FE7FD-D18D-4BB5-A4B8-9C51F228B7BB}" dt="2024-11-04T09:50:49.509" v="5193"/>
          <ac:spMkLst>
            <pc:docMk/>
            <pc:sldMk cId="644873091" sldId="1154"/>
            <ac:spMk id="1177" creationId="{5A23F26B-ABB3-8DF9-130C-83688C77587F}"/>
          </ac:spMkLst>
        </pc:spChg>
        <pc:spChg chg="mod">
          <ac:chgData name="Gareth Thomson | Football Queensland" userId="45505d28-f665-4546-80c4-7c2d16b5a302" providerId="ADAL" clId="{554FE7FD-D18D-4BB5-A4B8-9C51F228B7BB}" dt="2024-11-04T09:50:49.509" v="5193"/>
          <ac:spMkLst>
            <pc:docMk/>
            <pc:sldMk cId="644873091" sldId="1154"/>
            <ac:spMk id="1178" creationId="{48D10FE7-7C2C-17E9-88E6-F496B374CDA8}"/>
          </ac:spMkLst>
        </pc:spChg>
        <pc:spChg chg="mod">
          <ac:chgData name="Gareth Thomson | Football Queensland" userId="45505d28-f665-4546-80c4-7c2d16b5a302" providerId="ADAL" clId="{554FE7FD-D18D-4BB5-A4B8-9C51F228B7BB}" dt="2024-11-04T09:50:55.974" v="5196"/>
          <ac:spMkLst>
            <pc:docMk/>
            <pc:sldMk cId="644873091" sldId="1154"/>
            <ac:spMk id="1180" creationId="{84D821F0-2454-27FF-808D-1178EEC1890A}"/>
          </ac:spMkLst>
        </pc:spChg>
        <pc:spChg chg="mod">
          <ac:chgData name="Gareth Thomson | Football Queensland" userId="45505d28-f665-4546-80c4-7c2d16b5a302" providerId="ADAL" clId="{554FE7FD-D18D-4BB5-A4B8-9C51F228B7BB}" dt="2024-11-04T09:50:55.974" v="5196"/>
          <ac:spMkLst>
            <pc:docMk/>
            <pc:sldMk cId="644873091" sldId="1154"/>
            <ac:spMk id="1181" creationId="{42436ABD-1BE6-414F-64D2-47E2083BD555}"/>
          </ac:spMkLst>
        </pc:spChg>
        <pc:spChg chg="mod">
          <ac:chgData name="Gareth Thomson | Football Queensland" userId="45505d28-f665-4546-80c4-7c2d16b5a302" providerId="ADAL" clId="{554FE7FD-D18D-4BB5-A4B8-9C51F228B7BB}" dt="2024-11-04T09:50:55.974" v="5196"/>
          <ac:spMkLst>
            <pc:docMk/>
            <pc:sldMk cId="644873091" sldId="1154"/>
            <ac:spMk id="1182" creationId="{21563662-1A78-7A23-BF20-C1055EDF6D42}"/>
          </ac:spMkLst>
        </pc:spChg>
        <pc:spChg chg="mod">
          <ac:chgData name="Gareth Thomson | Football Queensland" userId="45505d28-f665-4546-80c4-7c2d16b5a302" providerId="ADAL" clId="{554FE7FD-D18D-4BB5-A4B8-9C51F228B7BB}" dt="2024-11-04T09:51:01.889" v="5200" actId="688"/>
          <ac:spMkLst>
            <pc:docMk/>
            <pc:sldMk cId="644873091" sldId="1154"/>
            <ac:spMk id="1183" creationId="{127C719B-C348-9631-3D3E-DD53EAEA54FC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87" creationId="{CC1A526A-A135-9EC9-9FAF-B23B7E01CA91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88" creationId="{32168CBF-FC61-5CEF-44D5-97399AC55AD6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89" creationId="{55CE096C-C660-B835-32AF-F7CD811609F0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0" creationId="{74C54939-5A02-7612-AE89-443CC0A9735C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2" creationId="{575C2831-69E9-A6BB-8A0D-6100C34EA7FD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193" creationId="{85FD616D-B9C3-1782-B53D-487A0E1076C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5" creationId="{1191C333-950D-6623-3A22-5EB3F7AC9A1F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6" creationId="{ED0CEC92-6220-A24D-EDDC-9F78D02AC650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7" creationId="{1055E5BE-D23F-364D-51CE-62A6D92AEDA1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199" creationId="{622CC5DA-C077-20C3-C6C6-8159C8D4F87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0" creationId="{17541069-D37E-65E2-1B21-C89D16B681F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1" creationId="{7AA74C22-DF9F-C0FA-1DA7-D75D95918741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2" creationId="{32788C6C-5A2C-DC34-2AA4-B66A2F616FD2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4" creationId="{C2883360-3F1C-7048-A09D-B43BE8837A80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5" creationId="{4244370B-98CB-64DB-8537-25B558FC96A5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6" creationId="{73118286-D012-8140-CD73-9E92A5ED930A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7" creationId="{37D9F071-CF75-DEB5-2AB7-0885AA21F9A0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09" creationId="{4D2EE75B-E4C6-74B1-5159-575E7206D749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0" creationId="{2E9DB96E-2EB5-F3CB-E7C9-66868F4E4D41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1" creationId="{50B78D1A-D6B4-DDCD-FBDC-4F545886A949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2" creationId="{7136C366-656E-6F99-8BA8-DF86A60DB56E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4" creationId="{ED92349B-E222-69E8-DEE3-6AFCEE8BEA08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5" creationId="{5213D1CD-7A0E-70C0-F5A4-427536DDAA8F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6" creationId="{7138086F-1D91-FE74-DFA8-2BEE498ACC75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19" creationId="{16DABF7B-8E01-4E9E-150B-2C279C4E7AE8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0" creationId="{51C19A88-6384-B0BC-C6FB-90EFD23D70B0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1" creationId="{7A0D5DC2-54C0-C8A7-44E4-6300FB30653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2" creationId="{54FF5FF1-3D76-7BF9-0248-47345A049AF2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4" creationId="{323152C5-1BD2-85F7-2314-2FFA19519B16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5" creationId="{E5BD5E49-240A-DD82-5AD8-08A6EA570FEF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7" creationId="{E72AE3CE-E1D6-D02A-C658-2458B29687B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28" creationId="{A5A34332-C34F-FAFE-9B79-9DAD6114070C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30" creationId="{3BF8374A-FAAA-2FE8-3691-42DB4390A466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31" creationId="{28330E82-6BCD-4858-B20B-D25A93B5E429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32" creationId="{B7023800-93BB-D8A5-F4E6-6BCD1562AF7A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233" creationId="{9246B099-2160-1E9B-6414-452ED9C11840}"/>
          </ac:spMkLst>
        </pc:spChg>
        <pc:spChg chg="add mod">
          <ac:chgData name="Gareth Thomson | Football Queensland" userId="45505d28-f665-4546-80c4-7c2d16b5a302" providerId="ADAL" clId="{554FE7FD-D18D-4BB5-A4B8-9C51F228B7BB}" dt="2024-11-04T09:52:20.922" v="5213" actId="1076"/>
          <ac:spMkLst>
            <pc:docMk/>
            <pc:sldMk cId="644873091" sldId="1154"/>
            <ac:spMk id="1234" creationId="{4D282D64-223D-23E4-8EB6-41A01D0883F2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38" creationId="{93B3C697-7FD7-D511-B9AA-BD9101A438B1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39" creationId="{819C5F00-9A95-B2FE-7A72-F64C94BD0FDB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0" creationId="{141C0209-A6DA-70AE-C64B-D21DB40CF081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1" creationId="{97838A3F-3511-9EE5-4B11-5E9F45D833A2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3" creationId="{4C0A5847-C085-548B-C69B-CA63AF75653A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4" creationId="{C944D0B6-9163-0E18-5826-424B63FF830C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5" creationId="{58F53911-57D5-2647-33D5-94E64D0C4A9E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46" creationId="{93DF3F6C-66B5-1325-A7F4-A6EC65DA0A46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0" creationId="{1BB3D095-A741-3D30-3B80-1CE448260B75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2" creationId="{6D0C7911-F7EC-8DCE-2F88-73612E5198ED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3" creationId="{1B1FF636-B848-9A60-2C90-33DBB8F30003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4" creationId="{4E66C5BB-0FA2-A98E-4731-DE170D29494D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6" creationId="{B5F3C93A-1C33-B3B9-2529-CE6C1DC12364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8" creationId="{E27BFA76-53A4-537F-404A-B45FB56073A7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89" creationId="{521DAE8B-535A-8CCD-FD41-CAD2E54A4760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0" creationId="{D8594042-290E-CBBB-C14D-21CC56510967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1" creationId="{2A9B8B45-FE16-E476-9BD8-91ABD241C3A3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3" creationId="{F0F9553A-788E-34BC-CB88-96E999AC98EA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4" creationId="{46F13429-DA0B-ADBC-3587-D05077867561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5" creationId="{326B0CBD-D4B7-3378-CDFF-549BCFC5F838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6" creationId="{3B2E6AC8-63C0-FC8C-FA5C-6447F040E7BF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8" creationId="{9F3450EF-44C4-AE74-7284-967C76B0EFF9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299" creationId="{8E012AA6-0EDB-B77E-C3D8-948FF47B54EA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0" creationId="{DBF357E3-3D86-F920-979E-ACD837E25BC0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1" creationId="{A9C04657-7D51-4AA5-FA92-8356724F4570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3" creationId="{94BA73A6-27D5-0801-3682-ED29993323DC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4" creationId="{1FF662CB-9AE5-7115-08A3-709343354B93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5" creationId="{118D3634-ED52-6FDE-27DD-25053C07EF65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6" creationId="{278917DC-C015-DF51-7F4D-EE836BC8E5A7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8" creationId="{0D15B9AA-5D76-E533-8E4D-342759867048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09" creationId="{E87940B2-E6FB-FF51-F019-0D105DDF5BAC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10" creationId="{978FCDEA-A41C-2FFF-F3E5-B5BE6F3C52EE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11" creationId="{72519AC8-14AB-915E-C214-E55FD11859C5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12" creationId="{E473B2A1-2A61-7224-6D2D-59A19286E97E}"/>
          </ac:spMkLst>
        </pc:spChg>
        <pc:spChg chg="mod">
          <ac:chgData name="Gareth Thomson | Football Queensland" userId="45505d28-f665-4546-80c4-7c2d16b5a302" providerId="ADAL" clId="{554FE7FD-D18D-4BB5-A4B8-9C51F228B7BB}" dt="2024-11-04T09:52:15.569" v="5212"/>
          <ac:spMkLst>
            <pc:docMk/>
            <pc:sldMk cId="644873091" sldId="1154"/>
            <ac:spMk id="1317" creationId="{5E8DA9D5-9BC8-CDAA-0796-4A6E3E42003E}"/>
          </ac:spMkLst>
        </pc:spChg>
        <pc:spChg chg="mod">
          <ac:chgData name="Gareth Thomson | Football Queensland" userId="45505d28-f665-4546-80c4-7c2d16b5a302" providerId="ADAL" clId="{554FE7FD-D18D-4BB5-A4B8-9C51F228B7BB}" dt="2024-11-04T09:56:09.057" v="5215"/>
          <ac:spMkLst>
            <pc:docMk/>
            <pc:sldMk cId="644873091" sldId="1154"/>
            <ac:spMk id="1319" creationId="{8AB2F1FE-7713-F4BA-EDA5-9803EDF60064}"/>
          </ac:spMkLst>
        </pc:spChg>
        <pc:spChg chg="mod">
          <ac:chgData name="Gareth Thomson | Football Queensland" userId="45505d28-f665-4546-80c4-7c2d16b5a302" providerId="ADAL" clId="{554FE7FD-D18D-4BB5-A4B8-9C51F228B7BB}" dt="2024-11-04T09:56:09.057" v="5215"/>
          <ac:spMkLst>
            <pc:docMk/>
            <pc:sldMk cId="644873091" sldId="1154"/>
            <ac:spMk id="1320" creationId="{F8093D7E-28F5-0A4C-53E7-825CA631469D}"/>
          </ac:spMkLst>
        </pc:spChg>
        <pc:spChg chg="mod">
          <ac:chgData name="Gareth Thomson | Football Queensland" userId="45505d28-f665-4546-80c4-7c2d16b5a302" providerId="ADAL" clId="{554FE7FD-D18D-4BB5-A4B8-9C51F228B7BB}" dt="2024-11-04T09:56:26.218" v="5220" actId="207"/>
          <ac:spMkLst>
            <pc:docMk/>
            <pc:sldMk cId="644873091" sldId="1154"/>
            <ac:spMk id="1321" creationId="{8F84083C-66E0-A22A-9F2E-944B4CAEC873}"/>
          </ac:spMkLst>
        </pc:spChg>
        <pc:spChg chg="mod">
          <ac:chgData name="Gareth Thomson | Football Queensland" userId="45505d28-f665-4546-80c4-7c2d16b5a302" providerId="ADAL" clId="{554FE7FD-D18D-4BB5-A4B8-9C51F228B7BB}" dt="2024-11-04T09:56:23.961" v="5219" actId="207"/>
          <ac:spMkLst>
            <pc:docMk/>
            <pc:sldMk cId="644873091" sldId="1154"/>
            <ac:spMk id="1322" creationId="{00DFC27A-DA62-BECB-7A61-F0E4DF43209B}"/>
          </ac:spMkLst>
        </pc:spChg>
        <pc:spChg chg="mod">
          <ac:chgData name="Gareth Thomson | Football Queensland" userId="45505d28-f665-4546-80c4-7c2d16b5a302" providerId="ADAL" clId="{554FE7FD-D18D-4BB5-A4B8-9C51F228B7BB}" dt="2024-11-04T09:56:29.895" v="5221"/>
          <ac:spMkLst>
            <pc:docMk/>
            <pc:sldMk cId="644873091" sldId="1154"/>
            <ac:spMk id="1324" creationId="{3494E2D6-9204-EAF3-4CEA-88CC06E1C889}"/>
          </ac:spMkLst>
        </pc:spChg>
        <pc:spChg chg="mod">
          <ac:chgData name="Gareth Thomson | Football Queensland" userId="45505d28-f665-4546-80c4-7c2d16b5a302" providerId="ADAL" clId="{554FE7FD-D18D-4BB5-A4B8-9C51F228B7BB}" dt="2024-11-04T09:56:29.895" v="5221"/>
          <ac:spMkLst>
            <pc:docMk/>
            <pc:sldMk cId="644873091" sldId="1154"/>
            <ac:spMk id="1325" creationId="{E80A8F73-40A8-FC70-17E7-5F947EFDF37A}"/>
          </ac:spMkLst>
        </pc:spChg>
        <pc:spChg chg="mod">
          <ac:chgData name="Gareth Thomson | Football Queensland" userId="45505d28-f665-4546-80c4-7c2d16b5a302" providerId="ADAL" clId="{554FE7FD-D18D-4BB5-A4B8-9C51F228B7BB}" dt="2024-11-04T09:56:29.895" v="5221"/>
          <ac:spMkLst>
            <pc:docMk/>
            <pc:sldMk cId="644873091" sldId="1154"/>
            <ac:spMk id="1326" creationId="{F62444A9-C2E6-D306-F399-07CD04CFE38B}"/>
          </ac:spMkLst>
        </pc:spChg>
        <pc:spChg chg="mod">
          <ac:chgData name="Gareth Thomson | Football Queensland" userId="45505d28-f665-4546-80c4-7c2d16b5a302" providerId="ADAL" clId="{554FE7FD-D18D-4BB5-A4B8-9C51F228B7BB}" dt="2024-11-04T09:56:29.895" v="5221"/>
          <ac:spMkLst>
            <pc:docMk/>
            <pc:sldMk cId="644873091" sldId="1154"/>
            <ac:spMk id="1327" creationId="{82E058EC-958E-C055-4569-43C2B530D063}"/>
          </ac:spMkLst>
        </pc:spChg>
        <pc:spChg chg="mod">
          <ac:chgData name="Gareth Thomson | Football Queensland" userId="45505d28-f665-4546-80c4-7c2d16b5a302" providerId="ADAL" clId="{554FE7FD-D18D-4BB5-A4B8-9C51F228B7BB}" dt="2024-11-04T09:56:40.496" v="5223"/>
          <ac:spMkLst>
            <pc:docMk/>
            <pc:sldMk cId="644873091" sldId="1154"/>
            <ac:spMk id="1329" creationId="{5B03DC8A-66D2-6261-43D9-9EC7BEB1178E}"/>
          </ac:spMkLst>
        </pc:spChg>
        <pc:spChg chg="mod">
          <ac:chgData name="Gareth Thomson | Football Queensland" userId="45505d28-f665-4546-80c4-7c2d16b5a302" providerId="ADAL" clId="{554FE7FD-D18D-4BB5-A4B8-9C51F228B7BB}" dt="2024-11-04T09:56:40.496" v="5223"/>
          <ac:spMkLst>
            <pc:docMk/>
            <pc:sldMk cId="644873091" sldId="1154"/>
            <ac:spMk id="1330" creationId="{79C55F1C-A9F0-52D9-3FBA-0F071DF95DA2}"/>
          </ac:spMkLst>
        </pc:spChg>
        <pc:spChg chg="mod">
          <ac:chgData name="Gareth Thomson | Football Queensland" userId="45505d28-f665-4546-80c4-7c2d16b5a302" providerId="ADAL" clId="{554FE7FD-D18D-4BB5-A4B8-9C51F228B7BB}" dt="2024-11-04T09:56:40.496" v="5223"/>
          <ac:spMkLst>
            <pc:docMk/>
            <pc:sldMk cId="644873091" sldId="1154"/>
            <ac:spMk id="1331" creationId="{D88DDE51-CC69-039D-C8B1-724674011349}"/>
          </ac:spMkLst>
        </pc:spChg>
        <pc:spChg chg="mod">
          <ac:chgData name="Gareth Thomson | Football Queensland" userId="45505d28-f665-4546-80c4-7c2d16b5a302" providerId="ADAL" clId="{554FE7FD-D18D-4BB5-A4B8-9C51F228B7BB}" dt="2024-11-04T09:56:40.496" v="5223"/>
          <ac:spMkLst>
            <pc:docMk/>
            <pc:sldMk cId="644873091" sldId="1154"/>
            <ac:spMk id="1332" creationId="{5D925E19-0343-96B0-8237-857C85F6D5EF}"/>
          </ac:spMkLst>
        </pc:spChg>
        <pc:spChg chg="mod">
          <ac:chgData name="Gareth Thomson | Football Queensland" userId="45505d28-f665-4546-80c4-7c2d16b5a302" providerId="ADAL" clId="{554FE7FD-D18D-4BB5-A4B8-9C51F228B7BB}" dt="2024-11-04T09:56:52.704" v="5282"/>
          <ac:spMkLst>
            <pc:docMk/>
            <pc:sldMk cId="644873091" sldId="1154"/>
            <ac:spMk id="1334" creationId="{8F3A0361-599A-D747-FFB7-A44ABC69E1D8}"/>
          </ac:spMkLst>
        </pc:spChg>
        <pc:spChg chg="mod">
          <ac:chgData name="Gareth Thomson | Football Queensland" userId="45505d28-f665-4546-80c4-7c2d16b5a302" providerId="ADAL" clId="{554FE7FD-D18D-4BB5-A4B8-9C51F228B7BB}" dt="2024-11-04T09:56:52.704" v="5282"/>
          <ac:spMkLst>
            <pc:docMk/>
            <pc:sldMk cId="644873091" sldId="1154"/>
            <ac:spMk id="1335" creationId="{616C21AC-9685-BF15-D87F-B429B7682F2C}"/>
          </ac:spMkLst>
        </pc:spChg>
        <pc:spChg chg="mod">
          <ac:chgData name="Gareth Thomson | Football Queensland" userId="45505d28-f665-4546-80c4-7c2d16b5a302" providerId="ADAL" clId="{554FE7FD-D18D-4BB5-A4B8-9C51F228B7BB}" dt="2024-11-04T09:56:52.704" v="5282"/>
          <ac:spMkLst>
            <pc:docMk/>
            <pc:sldMk cId="644873091" sldId="1154"/>
            <ac:spMk id="1336" creationId="{12F1651C-F011-ED16-0961-65479BB41CBD}"/>
          </ac:spMkLst>
        </pc:spChg>
        <pc:spChg chg="mod">
          <ac:chgData name="Gareth Thomson | Football Queensland" userId="45505d28-f665-4546-80c4-7c2d16b5a302" providerId="ADAL" clId="{554FE7FD-D18D-4BB5-A4B8-9C51F228B7BB}" dt="2024-11-04T09:56:52.704" v="5282"/>
          <ac:spMkLst>
            <pc:docMk/>
            <pc:sldMk cId="644873091" sldId="1154"/>
            <ac:spMk id="1337" creationId="{FE82E8B3-F4FC-614F-E7F0-FE942351A6F3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339" creationId="{63CA5102-160E-4DC4-B937-0A18EA2CBEA8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340" creationId="{6EE6F88D-A2FF-536E-CE54-584D7025E105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341" creationId="{4FFC32AE-F716-F57A-9C94-F1E36E808D6E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342" creationId="{7AD1D157-B3F7-8835-DEF7-997C5CAA5815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45" creationId="{903CAE5E-9236-8C99-F2A9-F0B6536FFE91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46" creationId="{E129EB5B-FF32-BE4B-D14D-40183522379B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47" creationId="{4B24D76D-7827-6D51-69D8-E29C42693F04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48" creationId="{42D4F7A9-EE73-54AD-1741-B278FD9C8CD9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1" creationId="{C8255A8A-6436-3E51-F6A7-32A8B3D69045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2" creationId="{811E4EE6-1444-0C2A-DC38-91598D866AB7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3" creationId="{DE004E23-EDF4-30BD-9E36-A720207498B9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4" creationId="{428BC465-119A-DA8A-ECF6-76AA504287C4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6" creationId="{16DD47AE-3425-3654-56A2-A8C67189F389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7" creationId="{F77BCC89-2149-29E8-5B38-758EF5AE8069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8" creationId="{DA9392F8-6065-DD28-4CDD-445B4C068E67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59" creationId="{4CDE4200-DC6D-3716-5914-94AF0EE6EF4F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61" creationId="{98173E82-2055-4E3A-8E65-5DD3273F8DB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62" creationId="{8DFAF29E-F9CB-4DB7-26CB-F77BEF2D0CCE}"/>
          </ac:spMkLst>
        </pc:spChg>
        <pc:spChg chg="mod">
          <ac:chgData name="Gareth Thomson | Football Queensland" userId="45505d28-f665-4546-80c4-7c2d16b5a302" providerId="ADAL" clId="{554FE7FD-D18D-4BB5-A4B8-9C51F228B7BB}" dt="2024-11-04T09:49:56.433" v="5187"/>
          <ac:spMkLst>
            <pc:docMk/>
            <pc:sldMk cId="644873091" sldId="1154"/>
            <ac:spMk id="1363" creationId="{1A0E4A47-8ED7-DB79-2FEA-34C82C3190EF}"/>
          </ac:spMkLst>
        </pc:spChg>
        <pc:spChg chg="mod">
          <ac:chgData name="Gareth Thomson | Football Queensland" userId="45505d28-f665-4546-80c4-7c2d16b5a302" providerId="ADAL" clId="{554FE7FD-D18D-4BB5-A4B8-9C51F228B7BB}" dt="2024-11-04T09:50:38.387" v="5191" actId="20577"/>
          <ac:spMkLst>
            <pc:docMk/>
            <pc:sldMk cId="644873091" sldId="1154"/>
            <ac:spMk id="1364" creationId="{3ECFC8E4-1D85-C8D2-FF2B-D2C22E73388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66" creationId="{9D718E7B-5D1C-8383-7BFD-9F24FA5311C8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67" creationId="{E5DDB2F8-061B-97BF-C584-4CF6FF61089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73" creationId="{FFC0D0CC-9051-CBAE-BE42-EFD92964E263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74" creationId="{F995BA40-79BF-4752-FAB6-81B0F492A61A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381" creationId="{2091FB7F-C4B6-33AD-E0B9-9C67D6FB5DC8}"/>
          </ac:spMkLst>
        </pc:spChg>
        <pc:spChg chg="add mod">
          <ac:chgData name="Gareth Thomson | Football Queensland" userId="45505d28-f665-4546-80c4-7c2d16b5a302" providerId="ADAL" clId="{554FE7FD-D18D-4BB5-A4B8-9C51F228B7BB}" dt="2024-11-04T09:52:14.746" v="5211" actId="1076"/>
          <ac:spMkLst>
            <pc:docMk/>
            <pc:sldMk cId="644873091" sldId="1154"/>
            <ac:spMk id="1387" creationId="{E72D6944-F4B3-F3E9-12D3-F7564F47ECDA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18" creationId="{AC755681-4F5E-9927-693D-64CE2666608C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19" creationId="{43D8D923-AEAE-CB6F-42DF-E9267C6FE977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0" creationId="{063D4D26-04D9-58AF-D6C5-84EEF192E968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1" creationId="{18C70EE3-4881-411E-BBA0-82A78E0B2545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2" creationId="{FE6A9686-D30D-611D-AA89-37620DA2B80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3" creationId="{38808C88-88D6-B112-6B7E-1570BCCCB81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4" creationId="{C2AE7523-745C-EAFF-35FA-D6C4548C1AF0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5" creationId="{2E7595DA-AF3D-54D9-E8B8-59DABA5F1F6E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6" creationId="{82A7FFBF-AF82-6A71-DD00-AC53AE22ED3B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7" creationId="{1CE345E4-8CF8-A0A1-B374-DFD6E34A662C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8" creationId="{BBEFDA4C-B6FF-21FE-A57D-7DCEC648E824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29" creationId="{4EE341F3-2AC1-39A8-055C-0BCEC9C3EC42}"/>
          </ac:spMkLst>
        </pc:spChg>
        <pc:spChg chg="del">
          <ac:chgData name="Gareth Thomson | Football Queensland" userId="45505d28-f665-4546-80c4-7c2d16b5a302" providerId="ADAL" clId="{554FE7FD-D18D-4BB5-A4B8-9C51F228B7BB}" dt="2024-11-04T09:49:45.986" v="5186" actId="478"/>
          <ac:spMkLst>
            <pc:docMk/>
            <pc:sldMk cId="644873091" sldId="1154"/>
            <ac:spMk id="1430" creationId="{DE15076D-402D-08E2-30AA-BB74D76E773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431" creationId="{E9633FCD-6E07-3168-B759-5EC946401045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432" creationId="{060C0A39-01B3-ECFB-BD09-53B1505D5144}"/>
          </ac:spMkLst>
        </pc:spChg>
        <pc:spChg chg="mod">
          <ac:chgData name="Gareth Thomson | Football Queensland" userId="45505d28-f665-4546-80c4-7c2d16b5a302" providerId="ADAL" clId="{554FE7FD-D18D-4BB5-A4B8-9C51F228B7BB}" dt="2024-11-04T11:43:35.329" v="8122"/>
          <ac:spMkLst>
            <pc:docMk/>
            <pc:sldMk cId="644873091" sldId="1154"/>
            <ac:spMk id="1433" creationId="{9A5CB5E3-8FB7-78D6-6576-C0F010A0B96A}"/>
          </ac:spMkLst>
        </pc:spChg>
        <pc:spChg chg="mod">
          <ac:chgData name="Gareth Thomson | Football Queensland" userId="45505d28-f665-4546-80c4-7c2d16b5a302" providerId="ADAL" clId="{554FE7FD-D18D-4BB5-A4B8-9C51F228B7BB}" dt="2024-11-04T10:24:39.762" v="5570" actId="20577"/>
          <ac:spMkLst>
            <pc:docMk/>
            <pc:sldMk cId="644873091" sldId="1154"/>
            <ac:spMk id="1434" creationId="{C0E0B9E3-1CAF-966E-F1F7-29E06CAAFFFF}"/>
          </ac:spMkLst>
        </pc:spChg>
        <pc:spChg chg="mod">
          <ac:chgData name="Gareth Thomson | Football Queensland" userId="45505d28-f665-4546-80c4-7c2d16b5a302" providerId="ADAL" clId="{554FE7FD-D18D-4BB5-A4B8-9C51F228B7BB}" dt="2024-11-04T10:30:40.214" v="5626" actId="113"/>
          <ac:spMkLst>
            <pc:docMk/>
            <pc:sldMk cId="644873091" sldId="1154"/>
            <ac:spMk id="1435" creationId="{25D65BC3-33BD-FB77-1292-649BFE001AA6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437" creationId="{2690DD43-7088-E0D5-364A-23B7D11E7B0B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438" creationId="{6A195F89-102A-A7A8-A7C9-33AF9F1B405D}"/>
          </ac:spMkLst>
        </pc:spChg>
        <pc:spChg chg="mod">
          <ac:chgData name="Gareth Thomson | Football Queensland" userId="45505d28-f665-4546-80c4-7c2d16b5a302" providerId="ADAL" clId="{554FE7FD-D18D-4BB5-A4B8-9C51F228B7BB}" dt="2024-11-04T09:52:04.973" v="5210"/>
          <ac:spMkLst>
            <pc:docMk/>
            <pc:sldMk cId="644873091" sldId="1154"/>
            <ac:spMk id="1439" creationId="{FD80496B-5F1D-C66B-495B-B151D9B59801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0" creationId="{C2BD7875-C32D-CD16-D334-EB31FA2961D8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1" creationId="{5D5F74F3-C725-01B9-935E-9F4FC2BFAFB0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2" creationId="{F334A134-1B0D-A1F3-F8BB-110F09C80349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3" creationId="{AB72E601-E03E-0323-39D0-6A635C7DA8FB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5" creationId="{9D362D8D-52E2-E7C7-941E-482FC12239D2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6" creationId="{95095F0E-0010-2EC8-584D-E37E2FDA1FFE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7" creationId="{5303DDCB-D8EA-8082-E2E3-9BC845E70F54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48" creationId="{28731FF1-9254-F6A2-6DCB-7AE5261F3255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0" creationId="{1F66015B-9E3C-4EDE-D14C-155F04A288C2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1" creationId="{0DAEF299-6506-E4C0-1BAE-4A3394C1374B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2" creationId="{3A4479D3-3299-96B5-3EB1-16830797ACEB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3" creationId="{B2424097-12E2-1495-D160-CD332D0158E3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5" creationId="{BD0E2D68-BAAE-7447-6926-618A3DDC4F27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6" creationId="{A1973915-E097-6A4F-D0DD-0D41538BFFCD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7" creationId="{87629737-7A4C-C10B-68DC-4050914C2BBA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58" creationId="{C0A57576-63EB-4F62-74F1-DA0520E11CB5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60" creationId="{C601D5F3-15D1-DB26-EDDA-A01294916C36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61" creationId="{694BC2EC-4CCC-2F6E-B327-951DAC600DE9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62" creationId="{BD8851B5-8658-3409-53C6-551D40D11DA3}"/>
          </ac:spMkLst>
        </pc:spChg>
        <pc:spChg chg="mod">
          <ac:chgData name="Gareth Thomson | Football Queensland" userId="45505d28-f665-4546-80c4-7c2d16b5a302" providerId="ADAL" clId="{554FE7FD-D18D-4BB5-A4B8-9C51F228B7BB}" dt="2024-11-04T09:57:03.642" v="5285"/>
          <ac:spMkLst>
            <pc:docMk/>
            <pc:sldMk cId="644873091" sldId="1154"/>
            <ac:spMk id="1463" creationId="{AEABDB89-1E26-B829-44A9-3D9470F42311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04:18.709" v="5311" actId="478"/>
          <ac:spMkLst>
            <pc:docMk/>
            <pc:sldMk cId="644873091" sldId="1154"/>
            <ac:spMk id="1464" creationId="{C9965F84-10B0-066D-1C3C-5163F6589BBA}"/>
          </ac:spMkLst>
        </pc:spChg>
        <pc:spChg chg="mod">
          <ac:chgData name="Gareth Thomson | Football Queensland" userId="45505d28-f665-4546-80c4-7c2d16b5a302" providerId="ADAL" clId="{554FE7FD-D18D-4BB5-A4B8-9C51F228B7BB}" dt="2024-11-04T10:03:55.484" v="5300"/>
          <ac:spMkLst>
            <pc:docMk/>
            <pc:sldMk cId="644873091" sldId="1154"/>
            <ac:spMk id="1466" creationId="{54561B54-1A4B-F4EF-C127-23863EDBA047}"/>
          </ac:spMkLst>
        </pc:spChg>
        <pc:spChg chg="mod">
          <ac:chgData name="Gareth Thomson | Football Queensland" userId="45505d28-f665-4546-80c4-7c2d16b5a302" providerId="ADAL" clId="{554FE7FD-D18D-4BB5-A4B8-9C51F228B7BB}" dt="2024-11-04T10:03:55.484" v="5300"/>
          <ac:spMkLst>
            <pc:docMk/>
            <pc:sldMk cId="644873091" sldId="1154"/>
            <ac:spMk id="1467" creationId="{2EBE0721-09C5-BECD-5681-911157C74768}"/>
          </ac:spMkLst>
        </pc:spChg>
        <pc:spChg chg="mod">
          <ac:chgData name="Gareth Thomson | Football Queensland" userId="45505d28-f665-4546-80c4-7c2d16b5a302" providerId="ADAL" clId="{554FE7FD-D18D-4BB5-A4B8-9C51F228B7BB}" dt="2024-11-04T10:03:55.484" v="5300"/>
          <ac:spMkLst>
            <pc:docMk/>
            <pc:sldMk cId="644873091" sldId="1154"/>
            <ac:spMk id="1468" creationId="{EDA11901-6D24-3A83-98A5-EAA26C4548FC}"/>
          </ac:spMkLst>
        </pc:spChg>
        <pc:spChg chg="mod">
          <ac:chgData name="Gareth Thomson | Football Queensland" userId="45505d28-f665-4546-80c4-7c2d16b5a302" providerId="ADAL" clId="{554FE7FD-D18D-4BB5-A4B8-9C51F228B7BB}" dt="2024-11-04T10:03:55.484" v="5300"/>
          <ac:spMkLst>
            <pc:docMk/>
            <pc:sldMk cId="644873091" sldId="1154"/>
            <ac:spMk id="1469" creationId="{EBB361F4-74B6-859C-A2B6-E485A50A1B53}"/>
          </ac:spMkLst>
        </pc:spChg>
        <pc:spChg chg="mod">
          <ac:chgData name="Gareth Thomson | Football Queensland" userId="45505d28-f665-4546-80c4-7c2d16b5a302" providerId="ADAL" clId="{554FE7FD-D18D-4BB5-A4B8-9C51F228B7BB}" dt="2024-11-04T10:03:58.029" v="5302"/>
          <ac:spMkLst>
            <pc:docMk/>
            <pc:sldMk cId="644873091" sldId="1154"/>
            <ac:spMk id="1471" creationId="{3D99CA6D-1CFF-DADA-99A5-691F262CEFC6}"/>
          </ac:spMkLst>
        </pc:spChg>
        <pc:spChg chg="mod">
          <ac:chgData name="Gareth Thomson | Football Queensland" userId="45505d28-f665-4546-80c4-7c2d16b5a302" providerId="ADAL" clId="{554FE7FD-D18D-4BB5-A4B8-9C51F228B7BB}" dt="2024-11-04T10:03:58.029" v="5302"/>
          <ac:spMkLst>
            <pc:docMk/>
            <pc:sldMk cId="644873091" sldId="1154"/>
            <ac:spMk id="1472" creationId="{1044D38B-DDA4-D0D3-A9B6-05BA4753A186}"/>
          </ac:spMkLst>
        </pc:spChg>
        <pc:spChg chg="mod">
          <ac:chgData name="Gareth Thomson | Football Queensland" userId="45505d28-f665-4546-80c4-7c2d16b5a302" providerId="ADAL" clId="{554FE7FD-D18D-4BB5-A4B8-9C51F228B7BB}" dt="2024-11-04T10:03:58.029" v="5302"/>
          <ac:spMkLst>
            <pc:docMk/>
            <pc:sldMk cId="644873091" sldId="1154"/>
            <ac:spMk id="1473" creationId="{690E5B8E-A307-62D2-D3E6-CE6B153228DE}"/>
          </ac:spMkLst>
        </pc:spChg>
        <pc:spChg chg="mod">
          <ac:chgData name="Gareth Thomson | Football Queensland" userId="45505d28-f665-4546-80c4-7c2d16b5a302" providerId="ADAL" clId="{554FE7FD-D18D-4BB5-A4B8-9C51F228B7BB}" dt="2024-11-04T10:03:58.029" v="5302"/>
          <ac:spMkLst>
            <pc:docMk/>
            <pc:sldMk cId="644873091" sldId="1154"/>
            <ac:spMk id="1474" creationId="{28118C34-87AC-F1C1-C6BB-D60FBA3C8E9C}"/>
          </ac:spMkLst>
        </pc:spChg>
        <pc:spChg chg="mod">
          <ac:chgData name="Gareth Thomson | Football Queensland" userId="45505d28-f665-4546-80c4-7c2d16b5a302" providerId="ADAL" clId="{554FE7FD-D18D-4BB5-A4B8-9C51F228B7BB}" dt="2024-11-04T10:04:02.089" v="5305"/>
          <ac:spMkLst>
            <pc:docMk/>
            <pc:sldMk cId="644873091" sldId="1154"/>
            <ac:spMk id="1476" creationId="{5090F456-5871-8540-B0FF-1656C7D308BA}"/>
          </ac:spMkLst>
        </pc:spChg>
        <pc:spChg chg="mod">
          <ac:chgData name="Gareth Thomson | Football Queensland" userId="45505d28-f665-4546-80c4-7c2d16b5a302" providerId="ADAL" clId="{554FE7FD-D18D-4BB5-A4B8-9C51F228B7BB}" dt="2024-11-04T10:04:02.089" v="5305"/>
          <ac:spMkLst>
            <pc:docMk/>
            <pc:sldMk cId="644873091" sldId="1154"/>
            <ac:spMk id="1477" creationId="{12671C2B-0F3A-EA61-BB37-E3ACFFEF3A20}"/>
          </ac:spMkLst>
        </pc:spChg>
        <pc:spChg chg="mod">
          <ac:chgData name="Gareth Thomson | Football Queensland" userId="45505d28-f665-4546-80c4-7c2d16b5a302" providerId="ADAL" clId="{554FE7FD-D18D-4BB5-A4B8-9C51F228B7BB}" dt="2024-11-04T10:04:02.089" v="5305"/>
          <ac:spMkLst>
            <pc:docMk/>
            <pc:sldMk cId="644873091" sldId="1154"/>
            <ac:spMk id="1478" creationId="{EA113745-CD1E-AC69-D388-60E61258B68F}"/>
          </ac:spMkLst>
        </pc:spChg>
        <pc:spChg chg="mod">
          <ac:chgData name="Gareth Thomson | Football Queensland" userId="45505d28-f665-4546-80c4-7c2d16b5a302" providerId="ADAL" clId="{554FE7FD-D18D-4BB5-A4B8-9C51F228B7BB}" dt="2024-11-04T10:04:02.089" v="5305"/>
          <ac:spMkLst>
            <pc:docMk/>
            <pc:sldMk cId="644873091" sldId="1154"/>
            <ac:spMk id="1479" creationId="{4B5B9983-AEDF-EB85-A614-DA3A2DA19E0E}"/>
          </ac:spMkLst>
        </pc:spChg>
        <pc:spChg chg="mod">
          <ac:chgData name="Gareth Thomson | Football Queensland" userId="45505d28-f665-4546-80c4-7c2d16b5a302" providerId="ADAL" clId="{554FE7FD-D18D-4BB5-A4B8-9C51F228B7BB}" dt="2024-11-04T10:04:05.319" v="5307"/>
          <ac:spMkLst>
            <pc:docMk/>
            <pc:sldMk cId="644873091" sldId="1154"/>
            <ac:spMk id="1481" creationId="{4C9DDD27-AC02-36DA-C6AA-C0856A52456A}"/>
          </ac:spMkLst>
        </pc:spChg>
        <pc:spChg chg="mod">
          <ac:chgData name="Gareth Thomson | Football Queensland" userId="45505d28-f665-4546-80c4-7c2d16b5a302" providerId="ADAL" clId="{554FE7FD-D18D-4BB5-A4B8-9C51F228B7BB}" dt="2024-11-04T10:04:05.319" v="5307"/>
          <ac:spMkLst>
            <pc:docMk/>
            <pc:sldMk cId="644873091" sldId="1154"/>
            <ac:spMk id="1482" creationId="{E3371BDB-92E1-085A-28D4-0571B02A5D49}"/>
          </ac:spMkLst>
        </pc:spChg>
        <pc:spChg chg="mod">
          <ac:chgData name="Gareth Thomson | Football Queensland" userId="45505d28-f665-4546-80c4-7c2d16b5a302" providerId="ADAL" clId="{554FE7FD-D18D-4BB5-A4B8-9C51F228B7BB}" dt="2024-11-04T10:04:05.319" v="5307"/>
          <ac:spMkLst>
            <pc:docMk/>
            <pc:sldMk cId="644873091" sldId="1154"/>
            <ac:spMk id="1483" creationId="{B341DA40-F397-6FFF-6866-258E163ED486}"/>
          </ac:spMkLst>
        </pc:spChg>
        <pc:spChg chg="mod">
          <ac:chgData name="Gareth Thomson | Football Queensland" userId="45505d28-f665-4546-80c4-7c2d16b5a302" providerId="ADAL" clId="{554FE7FD-D18D-4BB5-A4B8-9C51F228B7BB}" dt="2024-11-04T10:04:05.319" v="5307"/>
          <ac:spMkLst>
            <pc:docMk/>
            <pc:sldMk cId="644873091" sldId="1154"/>
            <ac:spMk id="1484" creationId="{D1D19468-146E-C01E-2A5C-B5B5CD586714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12:33.253" v="5344" actId="478"/>
          <ac:spMkLst>
            <pc:docMk/>
            <pc:sldMk cId="644873091" sldId="1154"/>
            <ac:spMk id="1485" creationId="{929F49AF-0E67-79AB-439A-477F8BC906F8}"/>
          </ac:spMkLst>
        </pc:spChg>
        <pc:spChg chg="add mod">
          <ac:chgData name="Gareth Thomson | Football Queensland" userId="45505d28-f665-4546-80c4-7c2d16b5a302" providerId="ADAL" clId="{554FE7FD-D18D-4BB5-A4B8-9C51F228B7BB}" dt="2024-11-04T10:15:11.853" v="5396" actId="207"/>
          <ac:spMkLst>
            <pc:docMk/>
            <pc:sldMk cId="644873091" sldId="1154"/>
            <ac:spMk id="1486" creationId="{70D83061-1B52-B4E0-42CB-44C986ACFB25}"/>
          </ac:spMkLst>
        </pc:spChg>
        <pc:spChg chg="add mod">
          <ac:chgData name="Gareth Thomson | Football Queensland" userId="45505d28-f665-4546-80c4-7c2d16b5a302" providerId="ADAL" clId="{554FE7FD-D18D-4BB5-A4B8-9C51F228B7BB}" dt="2024-11-04T10:15:44.350" v="5405" actId="207"/>
          <ac:spMkLst>
            <pc:docMk/>
            <pc:sldMk cId="644873091" sldId="1154"/>
            <ac:spMk id="1487" creationId="{D9B9A704-7981-4DC3-232F-24A8D42519B4}"/>
          </ac:spMkLst>
        </pc:spChg>
        <pc:spChg chg="mod">
          <ac:chgData name="Gareth Thomson | Football Queensland" userId="45505d28-f665-4546-80c4-7c2d16b5a302" providerId="ADAL" clId="{554FE7FD-D18D-4BB5-A4B8-9C51F228B7BB}" dt="2024-11-04T10:06:35.298" v="5319"/>
          <ac:spMkLst>
            <pc:docMk/>
            <pc:sldMk cId="644873091" sldId="1154"/>
            <ac:spMk id="1489" creationId="{7ACF9E58-2B2B-FFD7-8904-380822C3244D}"/>
          </ac:spMkLst>
        </pc:spChg>
        <pc:spChg chg="mod">
          <ac:chgData name="Gareth Thomson | Football Queensland" userId="45505d28-f665-4546-80c4-7c2d16b5a302" providerId="ADAL" clId="{554FE7FD-D18D-4BB5-A4B8-9C51F228B7BB}" dt="2024-11-04T10:06:35.298" v="5319"/>
          <ac:spMkLst>
            <pc:docMk/>
            <pc:sldMk cId="644873091" sldId="1154"/>
            <ac:spMk id="1490" creationId="{3B201D8F-6819-A3C7-2107-7F84F77C5005}"/>
          </ac:spMkLst>
        </pc:spChg>
        <pc:spChg chg="mod">
          <ac:chgData name="Gareth Thomson | Football Queensland" userId="45505d28-f665-4546-80c4-7c2d16b5a302" providerId="ADAL" clId="{554FE7FD-D18D-4BB5-A4B8-9C51F228B7BB}" dt="2024-11-04T10:06:35.298" v="5319"/>
          <ac:spMkLst>
            <pc:docMk/>
            <pc:sldMk cId="644873091" sldId="1154"/>
            <ac:spMk id="1491" creationId="{98AFBB81-8EF4-EBE8-114D-722F27C0C6F9}"/>
          </ac:spMkLst>
        </pc:spChg>
        <pc:spChg chg="mod">
          <ac:chgData name="Gareth Thomson | Football Queensland" userId="45505d28-f665-4546-80c4-7c2d16b5a302" providerId="ADAL" clId="{554FE7FD-D18D-4BB5-A4B8-9C51F228B7BB}" dt="2024-11-04T10:06:35.298" v="5319"/>
          <ac:spMkLst>
            <pc:docMk/>
            <pc:sldMk cId="644873091" sldId="1154"/>
            <ac:spMk id="1492" creationId="{3FD05BB4-C4B5-316D-1017-85F82753C228}"/>
          </ac:spMkLst>
        </pc:spChg>
        <pc:spChg chg="mod">
          <ac:chgData name="Gareth Thomson | Football Queensland" userId="45505d28-f665-4546-80c4-7c2d16b5a302" providerId="ADAL" clId="{554FE7FD-D18D-4BB5-A4B8-9C51F228B7BB}" dt="2024-11-04T10:06:46.512" v="5323"/>
          <ac:spMkLst>
            <pc:docMk/>
            <pc:sldMk cId="644873091" sldId="1154"/>
            <ac:spMk id="1494" creationId="{87407C8B-4EDD-FE38-96FF-E8B720B674F9}"/>
          </ac:spMkLst>
        </pc:spChg>
        <pc:spChg chg="mod">
          <ac:chgData name="Gareth Thomson | Football Queensland" userId="45505d28-f665-4546-80c4-7c2d16b5a302" providerId="ADAL" clId="{554FE7FD-D18D-4BB5-A4B8-9C51F228B7BB}" dt="2024-11-04T10:06:46.512" v="5323"/>
          <ac:spMkLst>
            <pc:docMk/>
            <pc:sldMk cId="644873091" sldId="1154"/>
            <ac:spMk id="1495" creationId="{DDCF79E3-0A69-53DE-EA43-D06B3BA39336}"/>
          </ac:spMkLst>
        </pc:spChg>
        <pc:spChg chg="mod">
          <ac:chgData name="Gareth Thomson | Football Queensland" userId="45505d28-f665-4546-80c4-7c2d16b5a302" providerId="ADAL" clId="{554FE7FD-D18D-4BB5-A4B8-9C51F228B7BB}" dt="2024-11-04T10:06:46.512" v="5323"/>
          <ac:spMkLst>
            <pc:docMk/>
            <pc:sldMk cId="644873091" sldId="1154"/>
            <ac:spMk id="1496" creationId="{0E91B7A2-ECF1-F747-23B0-A78636C67DE4}"/>
          </ac:spMkLst>
        </pc:spChg>
        <pc:spChg chg="mod">
          <ac:chgData name="Gareth Thomson | Football Queensland" userId="45505d28-f665-4546-80c4-7c2d16b5a302" providerId="ADAL" clId="{554FE7FD-D18D-4BB5-A4B8-9C51F228B7BB}" dt="2024-11-04T10:06:46.512" v="5323"/>
          <ac:spMkLst>
            <pc:docMk/>
            <pc:sldMk cId="644873091" sldId="1154"/>
            <ac:spMk id="1497" creationId="{B4CEE3B6-9795-7076-CF64-D59FC0C19C2C}"/>
          </ac:spMkLst>
        </pc:spChg>
        <pc:spChg chg="mod">
          <ac:chgData name="Gareth Thomson | Football Queensland" userId="45505d28-f665-4546-80c4-7c2d16b5a302" providerId="ADAL" clId="{554FE7FD-D18D-4BB5-A4B8-9C51F228B7BB}" dt="2024-11-04T10:06:52.403" v="5326"/>
          <ac:spMkLst>
            <pc:docMk/>
            <pc:sldMk cId="644873091" sldId="1154"/>
            <ac:spMk id="1499" creationId="{47EEFEC3-D4F2-4D8C-5CDA-8300339383E1}"/>
          </ac:spMkLst>
        </pc:spChg>
        <pc:spChg chg="mod">
          <ac:chgData name="Gareth Thomson | Football Queensland" userId="45505d28-f665-4546-80c4-7c2d16b5a302" providerId="ADAL" clId="{554FE7FD-D18D-4BB5-A4B8-9C51F228B7BB}" dt="2024-11-04T10:06:52.403" v="5326"/>
          <ac:spMkLst>
            <pc:docMk/>
            <pc:sldMk cId="644873091" sldId="1154"/>
            <ac:spMk id="1500" creationId="{5BF331DD-D758-5CFF-19F7-86D2A786EAC1}"/>
          </ac:spMkLst>
        </pc:spChg>
        <pc:spChg chg="mod">
          <ac:chgData name="Gareth Thomson | Football Queensland" userId="45505d28-f665-4546-80c4-7c2d16b5a302" providerId="ADAL" clId="{554FE7FD-D18D-4BB5-A4B8-9C51F228B7BB}" dt="2024-11-04T10:06:52.403" v="5326"/>
          <ac:spMkLst>
            <pc:docMk/>
            <pc:sldMk cId="644873091" sldId="1154"/>
            <ac:spMk id="1501" creationId="{091B2DFB-37BD-87ED-A9EF-5F26AEF3F3DA}"/>
          </ac:spMkLst>
        </pc:spChg>
        <pc:spChg chg="mod">
          <ac:chgData name="Gareth Thomson | Football Queensland" userId="45505d28-f665-4546-80c4-7c2d16b5a302" providerId="ADAL" clId="{554FE7FD-D18D-4BB5-A4B8-9C51F228B7BB}" dt="2024-11-04T10:14:57.696" v="5394" actId="20577"/>
          <ac:spMkLst>
            <pc:docMk/>
            <pc:sldMk cId="644873091" sldId="1154"/>
            <ac:spMk id="1502" creationId="{A55B28D3-9E3E-DFF5-610C-D412DF2414D1}"/>
          </ac:spMkLst>
        </pc:spChg>
        <pc:spChg chg="mod">
          <ac:chgData name="Gareth Thomson | Football Queensland" userId="45505d28-f665-4546-80c4-7c2d16b5a302" providerId="ADAL" clId="{554FE7FD-D18D-4BB5-A4B8-9C51F228B7BB}" dt="2024-11-04T10:11:48.071" v="5330"/>
          <ac:spMkLst>
            <pc:docMk/>
            <pc:sldMk cId="644873091" sldId="1154"/>
            <ac:spMk id="1505" creationId="{C9D78B03-6C88-FDFA-A76D-BF0D6473BBDB}"/>
          </ac:spMkLst>
        </pc:spChg>
        <pc:spChg chg="mod">
          <ac:chgData name="Gareth Thomson | Football Queensland" userId="45505d28-f665-4546-80c4-7c2d16b5a302" providerId="ADAL" clId="{554FE7FD-D18D-4BB5-A4B8-9C51F228B7BB}" dt="2024-11-04T10:11:48.071" v="5330"/>
          <ac:spMkLst>
            <pc:docMk/>
            <pc:sldMk cId="644873091" sldId="1154"/>
            <ac:spMk id="1506" creationId="{A2D1AE89-0A7C-7569-09AA-DFADC7F765B7}"/>
          </ac:spMkLst>
        </pc:spChg>
        <pc:spChg chg="mod">
          <ac:chgData name="Gareth Thomson | Football Queensland" userId="45505d28-f665-4546-80c4-7c2d16b5a302" providerId="ADAL" clId="{554FE7FD-D18D-4BB5-A4B8-9C51F228B7BB}" dt="2024-11-04T10:11:48.071" v="5330"/>
          <ac:spMkLst>
            <pc:docMk/>
            <pc:sldMk cId="644873091" sldId="1154"/>
            <ac:spMk id="1507" creationId="{9EB2C1C0-AA02-670B-EC01-B2315CFBD164}"/>
          </ac:spMkLst>
        </pc:spChg>
        <pc:spChg chg="mod">
          <ac:chgData name="Gareth Thomson | Football Queensland" userId="45505d28-f665-4546-80c4-7c2d16b5a302" providerId="ADAL" clId="{554FE7FD-D18D-4BB5-A4B8-9C51F228B7BB}" dt="2024-11-04T10:11:48.071" v="5330"/>
          <ac:spMkLst>
            <pc:docMk/>
            <pc:sldMk cId="644873091" sldId="1154"/>
            <ac:spMk id="1508" creationId="{4DFF8EF7-DB78-147B-8398-A5A2A4C9B840}"/>
          </ac:spMkLst>
        </pc:spChg>
        <pc:spChg chg="mod">
          <ac:chgData name="Gareth Thomson | Football Queensland" userId="45505d28-f665-4546-80c4-7c2d16b5a302" providerId="ADAL" clId="{554FE7FD-D18D-4BB5-A4B8-9C51F228B7BB}" dt="2024-11-04T10:13:37.163" v="5368"/>
          <ac:spMkLst>
            <pc:docMk/>
            <pc:sldMk cId="644873091" sldId="1154"/>
            <ac:spMk id="1521" creationId="{3E66939E-39DD-C373-0998-04A30E333B72}"/>
          </ac:spMkLst>
        </pc:spChg>
        <pc:spChg chg="mod">
          <ac:chgData name="Gareth Thomson | Football Queensland" userId="45505d28-f665-4546-80c4-7c2d16b5a302" providerId="ADAL" clId="{554FE7FD-D18D-4BB5-A4B8-9C51F228B7BB}" dt="2024-11-04T10:13:37.163" v="5368"/>
          <ac:spMkLst>
            <pc:docMk/>
            <pc:sldMk cId="644873091" sldId="1154"/>
            <ac:spMk id="1522" creationId="{EBD49229-6C82-B6EC-92EC-E171F514B977}"/>
          </ac:spMkLst>
        </pc:spChg>
        <pc:spChg chg="mod">
          <ac:chgData name="Gareth Thomson | Football Queensland" userId="45505d28-f665-4546-80c4-7c2d16b5a302" providerId="ADAL" clId="{554FE7FD-D18D-4BB5-A4B8-9C51F228B7BB}" dt="2024-11-04T10:13:37.163" v="5368"/>
          <ac:spMkLst>
            <pc:docMk/>
            <pc:sldMk cId="644873091" sldId="1154"/>
            <ac:spMk id="1523" creationId="{1FBC382E-F737-352F-0D29-7ACA9351CCC4}"/>
          </ac:spMkLst>
        </pc:spChg>
        <pc:spChg chg="mod">
          <ac:chgData name="Gareth Thomson | Football Queensland" userId="45505d28-f665-4546-80c4-7c2d16b5a302" providerId="ADAL" clId="{554FE7FD-D18D-4BB5-A4B8-9C51F228B7BB}" dt="2024-11-04T10:14:59.282" v="5395" actId="20577"/>
          <ac:spMkLst>
            <pc:docMk/>
            <pc:sldMk cId="644873091" sldId="1154"/>
            <ac:spMk id="1524" creationId="{DC27644B-6237-B4FA-F5C4-A08744604D48}"/>
          </ac:spMkLst>
        </pc:spChg>
        <pc:spChg chg="add mod">
          <ac:chgData name="Gareth Thomson | Football Queensland" userId="45505d28-f665-4546-80c4-7c2d16b5a302" providerId="ADAL" clId="{554FE7FD-D18D-4BB5-A4B8-9C51F228B7BB}" dt="2024-11-04T10:13:56.881" v="5376" actId="1076"/>
          <ac:spMkLst>
            <pc:docMk/>
            <pc:sldMk cId="644873091" sldId="1154"/>
            <ac:spMk id="1528" creationId="{084F9E88-71EC-BCB6-9526-0C0BA51AAD80}"/>
          </ac:spMkLst>
        </pc:spChg>
        <pc:spChg chg="add mod">
          <ac:chgData name="Gareth Thomson | Football Queensland" userId="45505d28-f665-4546-80c4-7c2d16b5a302" providerId="ADAL" clId="{554FE7FD-D18D-4BB5-A4B8-9C51F228B7BB}" dt="2024-11-04T10:13:59.973" v="5378" actId="1076"/>
          <ac:spMkLst>
            <pc:docMk/>
            <pc:sldMk cId="644873091" sldId="1154"/>
            <ac:spMk id="1529" creationId="{05C8829D-98EA-4A8E-16E8-693E76B0B84E}"/>
          </ac:spMkLst>
        </pc:spChg>
        <pc:spChg chg="add mod">
          <ac:chgData name="Gareth Thomson | Football Queensland" userId="45505d28-f665-4546-80c4-7c2d16b5a302" providerId="ADAL" clId="{554FE7FD-D18D-4BB5-A4B8-9C51F228B7BB}" dt="2024-11-04T10:14:03.709" v="5380" actId="1076"/>
          <ac:spMkLst>
            <pc:docMk/>
            <pc:sldMk cId="644873091" sldId="1154"/>
            <ac:spMk id="1530" creationId="{5067FB36-E877-0D09-BD30-BED43B6D3429}"/>
          </ac:spMkLst>
        </pc:spChg>
        <pc:spChg chg="add mod">
          <ac:chgData name="Gareth Thomson | Football Queensland" userId="45505d28-f665-4546-80c4-7c2d16b5a302" providerId="ADAL" clId="{554FE7FD-D18D-4BB5-A4B8-9C51F228B7BB}" dt="2024-11-04T10:16:24.528" v="5441" actId="1035"/>
          <ac:spMkLst>
            <pc:docMk/>
            <pc:sldMk cId="644873091" sldId="1154"/>
            <ac:spMk id="1531" creationId="{7DBBB2D4-A453-9110-BB2F-871DE66ED8C6}"/>
          </ac:spMkLst>
        </pc:spChg>
        <pc:spChg chg="add mod">
          <ac:chgData name="Gareth Thomson | Football Queensland" userId="45505d28-f665-4546-80c4-7c2d16b5a302" providerId="ADAL" clId="{554FE7FD-D18D-4BB5-A4B8-9C51F228B7BB}" dt="2024-11-04T10:14:10.437" v="5384" actId="1076"/>
          <ac:spMkLst>
            <pc:docMk/>
            <pc:sldMk cId="644873091" sldId="1154"/>
            <ac:spMk id="1532" creationId="{C4D22C8D-7B98-F6EC-10C6-31553699D1BB}"/>
          </ac:spMkLst>
        </pc:spChg>
        <pc:spChg chg="add mod">
          <ac:chgData name="Gareth Thomson | Football Queensland" userId="45505d28-f665-4546-80c4-7c2d16b5a302" providerId="ADAL" clId="{554FE7FD-D18D-4BB5-A4B8-9C51F228B7BB}" dt="2024-11-04T10:14:14.284" v="5386" actId="1076"/>
          <ac:spMkLst>
            <pc:docMk/>
            <pc:sldMk cId="644873091" sldId="1154"/>
            <ac:spMk id="1533" creationId="{AB7DDA59-3F2E-14BE-8B18-71E7B3DCA123}"/>
          </ac:spMkLst>
        </pc:spChg>
        <pc:spChg chg="add mod">
          <ac:chgData name="Gareth Thomson | Football Queensland" userId="45505d28-f665-4546-80c4-7c2d16b5a302" providerId="ADAL" clId="{554FE7FD-D18D-4BB5-A4B8-9C51F228B7BB}" dt="2024-11-04T10:14:34.677" v="5393" actId="688"/>
          <ac:spMkLst>
            <pc:docMk/>
            <pc:sldMk cId="644873091" sldId="1154"/>
            <ac:spMk id="1536" creationId="{89C23F7E-7EC7-51F2-2E77-ECA8958F6C32}"/>
          </ac:spMkLst>
        </pc:spChg>
        <pc:spChg chg="mod">
          <ac:chgData name="Gareth Thomson | Football Queensland" userId="45505d28-f665-4546-80c4-7c2d16b5a302" providerId="ADAL" clId="{554FE7FD-D18D-4BB5-A4B8-9C51F228B7BB}" dt="2024-11-04T10:15:15.844" v="5397"/>
          <ac:spMkLst>
            <pc:docMk/>
            <pc:sldMk cId="644873091" sldId="1154"/>
            <ac:spMk id="1538" creationId="{8224BB9F-FF92-9FBE-128D-A236E36560B3}"/>
          </ac:spMkLst>
        </pc:spChg>
        <pc:spChg chg="mod">
          <ac:chgData name="Gareth Thomson | Football Queensland" userId="45505d28-f665-4546-80c4-7c2d16b5a302" providerId="ADAL" clId="{554FE7FD-D18D-4BB5-A4B8-9C51F228B7BB}" dt="2024-11-04T10:15:15.844" v="5397"/>
          <ac:spMkLst>
            <pc:docMk/>
            <pc:sldMk cId="644873091" sldId="1154"/>
            <ac:spMk id="1539" creationId="{A0AE1826-117E-8ACA-83DD-50CF66E109D4}"/>
          </ac:spMkLst>
        </pc:spChg>
        <pc:spChg chg="mod">
          <ac:chgData name="Gareth Thomson | Football Queensland" userId="45505d28-f665-4546-80c4-7c2d16b5a302" providerId="ADAL" clId="{554FE7FD-D18D-4BB5-A4B8-9C51F228B7BB}" dt="2024-11-04T10:15:15.844" v="5397"/>
          <ac:spMkLst>
            <pc:docMk/>
            <pc:sldMk cId="644873091" sldId="1154"/>
            <ac:spMk id="1540" creationId="{98473C47-DB52-F9D0-27C2-D250EDEA01AD}"/>
          </ac:spMkLst>
        </pc:spChg>
        <pc:spChg chg="mod">
          <ac:chgData name="Gareth Thomson | Football Queensland" userId="45505d28-f665-4546-80c4-7c2d16b5a302" providerId="ADAL" clId="{554FE7FD-D18D-4BB5-A4B8-9C51F228B7BB}" dt="2024-11-04T10:15:31.553" v="5400" actId="20577"/>
          <ac:spMkLst>
            <pc:docMk/>
            <pc:sldMk cId="644873091" sldId="1154"/>
            <ac:spMk id="1541" creationId="{7F5782FB-32CC-31AF-9120-3B9202853A29}"/>
          </ac:spMkLst>
        </pc:spChg>
        <pc:spChg chg="mod">
          <ac:chgData name="Gareth Thomson | Football Queensland" userId="45505d28-f665-4546-80c4-7c2d16b5a302" providerId="ADAL" clId="{554FE7FD-D18D-4BB5-A4B8-9C51F228B7BB}" dt="2024-11-04T10:15:33.941" v="5401"/>
          <ac:spMkLst>
            <pc:docMk/>
            <pc:sldMk cId="644873091" sldId="1154"/>
            <ac:spMk id="1543" creationId="{6E084639-3AB2-2E77-C54D-84095C0046AC}"/>
          </ac:spMkLst>
        </pc:spChg>
        <pc:spChg chg="mod">
          <ac:chgData name="Gareth Thomson | Football Queensland" userId="45505d28-f665-4546-80c4-7c2d16b5a302" providerId="ADAL" clId="{554FE7FD-D18D-4BB5-A4B8-9C51F228B7BB}" dt="2024-11-04T10:15:33.941" v="5401"/>
          <ac:spMkLst>
            <pc:docMk/>
            <pc:sldMk cId="644873091" sldId="1154"/>
            <ac:spMk id="1544" creationId="{4250836A-4C51-5004-ED76-E062017AC391}"/>
          </ac:spMkLst>
        </pc:spChg>
        <pc:spChg chg="mod">
          <ac:chgData name="Gareth Thomson | Football Queensland" userId="45505d28-f665-4546-80c4-7c2d16b5a302" providerId="ADAL" clId="{554FE7FD-D18D-4BB5-A4B8-9C51F228B7BB}" dt="2024-11-04T10:15:33.941" v="5401"/>
          <ac:spMkLst>
            <pc:docMk/>
            <pc:sldMk cId="644873091" sldId="1154"/>
            <ac:spMk id="1545" creationId="{1CB7846F-229A-83B7-94AA-DCC1406624D4}"/>
          </ac:spMkLst>
        </pc:spChg>
        <pc:spChg chg="mod">
          <ac:chgData name="Gareth Thomson | Football Queensland" userId="45505d28-f665-4546-80c4-7c2d16b5a302" providerId="ADAL" clId="{554FE7FD-D18D-4BB5-A4B8-9C51F228B7BB}" dt="2024-11-04T10:15:33.941" v="5401"/>
          <ac:spMkLst>
            <pc:docMk/>
            <pc:sldMk cId="644873091" sldId="1154"/>
            <ac:spMk id="1546" creationId="{68E72B12-96E6-0398-1F6D-3821AB6539E8}"/>
          </ac:spMkLst>
        </pc:spChg>
        <pc:spChg chg="add mod">
          <ac:chgData name="Gareth Thomson | Football Queensland" userId="45505d28-f665-4546-80c4-7c2d16b5a302" providerId="ADAL" clId="{554FE7FD-D18D-4BB5-A4B8-9C51F228B7BB}" dt="2024-11-04T10:16:04.392" v="5412" actId="207"/>
          <ac:spMkLst>
            <pc:docMk/>
            <pc:sldMk cId="644873091" sldId="1154"/>
            <ac:spMk id="1547" creationId="{D6C111BD-C6A0-2114-6120-CB3FC9EC8F0A}"/>
          </ac:spMkLst>
        </pc:spChg>
        <pc:spChg chg="add mod">
          <ac:chgData name="Gareth Thomson | Football Queensland" userId="45505d28-f665-4546-80c4-7c2d16b5a302" providerId="ADAL" clId="{554FE7FD-D18D-4BB5-A4B8-9C51F228B7BB}" dt="2024-11-04T10:15:59.252" v="5411" actId="1076"/>
          <ac:spMkLst>
            <pc:docMk/>
            <pc:sldMk cId="644873091" sldId="1154"/>
            <ac:spMk id="1548" creationId="{B85CE481-97AD-9A17-A618-496F4B15174C}"/>
          </ac:spMkLst>
        </pc:spChg>
        <pc:spChg chg="add mod">
          <ac:chgData name="Gareth Thomson | Football Queensland" userId="45505d28-f665-4546-80c4-7c2d16b5a302" providerId="ADAL" clId="{554FE7FD-D18D-4BB5-A4B8-9C51F228B7BB}" dt="2024-11-04T10:15:59.252" v="5411" actId="1076"/>
          <ac:spMkLst>
            <pc:docMk/>
            <pc:sldMk cId="644873091" sldId="1154"/>
            <ac:spMk id="1549" creationId="{5D0C59F7-4F5D-9199-3400-E0AE64C6F0A9}"/>
          </ac:spMkLst>
        </pc:spChg>
        <pc:spChg chg="add mod">
          <ac:chgData name="Gareth Thomson | Football Queensland" userId="45505d28-f665-4546-80c4-7c2d16b5a302" providerId="ADAL" clId="{554FE7FD-D18D-4BB5-A4B8-9C51F228B7BB}" dt="2024-11-04T10:15:59.252" v="5411" actId="1076"/>
          <ac:spMkLst>
            <pc:docMk/>
            <pc:sldMk cId="644873091" sldId="1154"/>
            <ac:spMk id="1550" creationId="{E6C828CF-18DE-1023-CD0D-7EC07BDCC2A2}"/>
          </ac:spMkLst>
        </pc:spChg>
        <pc:spChg chg="add mod">
          <ac:chgData name="Gareth Thomson | Football Queensland" userId="45505d28-f665-4546-80c4-7c2d16b5a302" providerId="ADAL" clId="{554FE7FD-D18D-4BB5-A4B8-9C51F228B7BB}" dt="2024-11-04T10:16:07.595" v="5414" actId="1076"/>
          <ac:spMkLst>
            <pc:docMk/>
            <pc:sldMk cId="644873091" sldId="1154"/>
            <ac:spMk id="1551" creationId="{8A39E3BA-6D1F-9614-E9EF-2ADBAC2DD4BD}"/>
          </ac:spMkLst>
        </pc:spChg>
        <pc:spChg chg="mod">
          <ac:chgData name="Gareth Thomson | Football Queensland" userId="45505d28-f665-4546-80c4-7c2d16b5a302" providerId="ADAL" clId="{554FE7FD-D18D-4BB5-A4B8-9C51F228B7BB}" dt="2024-11-04T10:16:09.620" v="5415"/>
          <ac:spMkLst>
            <pc:docMk/>
            <pc:sldMk cId="644873091" sldId="1154"/>
            <ac:spMk id="1553" creationId="{662B0CAF-1871-5944-9B76-8D7C3E89711C}"/>
          </ac:spMkLst>
        </pc:spChg>
        <pc:spChg chg="mod">
          <ac:chgData name="Gareth Thomson | Football Queensland" userId="45505d28-f665-4546-80c4-7c2d16b5a302" providerId="ADAL" clId="{554FE7FD-D18D-4BB5-A4B8-9C51F228B7BB}" dt="2024-11-04T10:16:09.620" v="5415"/>
          <ac:spMkLst>
            <pc:docMk/>
            <pc:sldMk cId="644873091" sldId="1154"/>
            <ac:spMk id="1554" creationId="{290BA671-9090-099B-CECB-EBAC6D1BD2F7}"/>
          </ac:spMkLst>
        </pc:spChg>
        <pc:spChg chg="mod">
          <ac:chgData name="Gareth Thomson | Football Queensland" userId="45505d28-f665-4546-80c4-7c2d16b5a302" providerId="ADAL" clId="{554FE7FD-D18D-4BB5-A4B8-9C51F228B7BB}" dt="2024-11-04T10:16:09.620" v="5415"/>
          <ac:spMkLst>
            <pc:docMk/>
            <pc:sldMk cId="644873091" sldId="1154"/>
            <ac:spMk id="1555" creationId="{F80F75C7-3DAC-8D70-3795-2B9FE8E0F8F6}"/>
          </ac:spMkLst>
        </pc:spChg>
        <pc:spChg chg="mod">
          <ac:chgData name="Gareth Thomson | Football Queensland" userId="45505d28-f665-4546-80c4-7c2d16b5a302" providerId="ADAL" clId="{554FE7FD-D18D-4BB5-A4B8-9C51F228B7BB}" dt="2024-11-04T10:16:09.620" v="5415"/>
          <ac:spMkLst>
            <pc:docMk/>
            <pc:sldMk cId="644873091" sldId="1154"/>
            <ac:spMk id="1556" creationId="{58B6F6DD-1195-88BB-9A6E-2CA86571D910}"/>
          </ac:spMkLst>
        </pc:spChg>
        <pc:spChg chg="add mod">
          <ac:chgData name="Gareth Thomson | Football Queensland" userId="45505d28-f665-4546-80c4-7c2d16b5a302" providerId="ADAL" clId="{554FE7FD-D18D-4BB5-A4B8-9C51F228B7BB}" dt="2024-11-04T10:17:20.305" v="5462" actId="1076"/>
          <ac:spMkLst>
            <pc:docMk/>
            <pc:sldMk cId="644873091" sldId="1154"/>
            <ac:spMk id="1557" creationId="{06F60A49-2E76-3C8F-5D17-B9E98E9EF27C}"/>
          </ac:spMkLst>
        </pc:spChg>
        <pc:spChg chg="mod">
          <ac:chgData name="Gareth Thomson | Football Queensland" userId="45505d28-f665-4546-80c4-7c2d16b5a302" providerId="ADAL" clId="{554FE7FD-D18D-4BB5-A4B8-9C51F228B7BB}" dt="2024-11-04T10:16:40.936" v="5447"/>
          <ac:spMkLst>
            <pc:docMk/>
            <pc:sldMk cId="644873091" sldId="1154"/>
            <ac:spMk id="1559" creationId="{BB11D028-E099-82FF-DAD2-076CF93D7733}"/>
          </ac:spMkLst>
        </pc:spChg>
        <pc:spChg chg="mod">
          <ac:chgData name="Gareth Thomson | Football Queensland" userId="45505d28-f665-4546-80c4-7c2d16b5a302" providerId="ADAL" clId="{554FE7FD-D18D-4BB5-A4B8-9C51F228B7BB}" dt="2024-11-04T10:16:40.936" v="5447"/>
          <ac:spMkLst>
            <pc:docMk/>
            <pc:sldMk cId="644873091" sldId="1154"/>
            <ac:spMk id="1560" creationId="{C2BAA069-A7E6-43A6-0393-1599FC316B2C}"/>
          </ac:spMkLst>
        </pc:spChg>
        <pc:spChg chg="mod">
          <ac:chgData name="Gareth Thomson | Football Queensland" userId="45505d28-f665-4546-80c4-7c2d16b5a302" providerId="ADAL" clId="{554FE7FD-D18D-4BB5-A4B8-9C51F228B7BB}" dt="2024-11-04T10:16:40.936" v="5447"/>
          <ac:spMkLst>
            <pc:docMk/>
            <pc:sldMk cId="644873091" sldId="1154"/>
            <ac:spMk id="1561" creationId="{833F8DCF-42B7-C4FF-85DD-A503E669C82E}"/>
          </ac:spMkLst>
        </pc:spChg>
        <pc:spChg chg="mod">
          <ac:chgData name="Gareth Thomson | Football Queensland" userId="45505d28-f665-4546-80c4-7c2d16b5a302" providerId="ADAL" clId="{554FE7FD-D18D-4BB5-A4B8-9C51F228B7BB}" dt="2024-11-04T10:16:40.936" v="5447"/>
          <ac:spMkLst>
            <pc:docMk/>
            <pc:sldMk cId="644873091" sldId="1154"/>
            <ac:spMk id="1562" creationId="{8433A393-5A5F-5C73-9700-0C480EA11233}"/>
          </ac:spMkLst>
        </pc:spChg>
        <pc:spChg chg="add mod">
          <ac:chgData name="Gareth Thomson | Football Queensland" userId="45505d28-f665-4546-80c4-7c2d16b5a302" providerId="ADAL" clId="{554FE7FD-D18D-4BB5-A4B8-9C51F228B7BB}" dt="2024-11-04T10:16:44.045" v="5448" actId="1076"/>
          <ac:spMkLst>
            <pc:docMk/>
            <pc:sldMk cId="644873091" sldId="1154"/>
            <ac:spMk id="1563" creationId="{19C93BAC-EDB0-846D-25A4-63FA9FDF8039}"/>
          </ac:spMkLst>
        </pc:spChg>
        <pc:spChg chg="add mod">
          <ac:chgData name="Gareth Thomson | Football Queensland" userId="45505d28-f665-4546-80c4-7c2d16b5a302" providerId="ADAL" clId="{554FE7FD-D18D-4BB5-A4B8-9C51F228B7BB}" dt="2024-11-04T10:21:51.999" v="5483" actId="1036"/>
          <ac:spMkLst>
            <pc:docMk/>
            <pc:sldMk cId="644873091" sldId="1154"/>
            <ac:spMk id="1575" creationId="{68013AF4-42C1-D6AA-B8C5-A58E30BE9C0C}"/>
          </ac:spMkLst>
        </pc:spChg>
        <pc:spChg chg="add mod">
          <ac:chgData name="Gareth Thomson | Football Queensland" userId="45505d28-f665-4546-80c4-7c2d16b5a302" providerId="ADAL" clId="{554FE7FD-D18D-4BB5-A4B8-9C51F228B7BB}" dt="2024-11-04T10:17:59.412" v="5476" actId="1076"/>
          <ac:spMkLst>
            <pc:docMk/>
            <pc:sldMk cId="644873091" sldId="1154"/>
            <ac:spMk id="1579" creationId="{E39037E9-E19B-645E-C5D9-35A1FB17DCFE}"/>
          </ac:spMkLst>
        </pc:spChg>
        <pc:spChg chg="add mod">
          <ac:chgData name="Gareth Thomson | Football Queensland" userId="45505d28-f665-4546-80c4-7c2d16b5a302" providerId="ADAL" clId="{554FE7FD-D18D-4BB5-A4B8-9C51F228B7BB}" dt="2024-11-04T10:22:07.642" v="5495" actId="1076"/>
          <ac:spMkLst>
            <pc:docMk/>
            <pc:sldMk cId="644873091" sldId="1154"/>
            <ac:spMk id="1580" creationId="{5008DFCB-4584-AD76-79C3-BEFB49911285}"/>
          </ac:spMkLst>
        </pc:spChg>
        <pc:spChg chg="add mod">
          <ac:chgData name="Gareth Thomson | Football Queensland" userId="45505d28-f665-4546-80c4-7c2d16b5a302" providerId="ADAL" clId="{554FE7FD-D18D-4BB5-A4B8-9C51F228B7BB}" dt="2024-11-04T10:22:11.347" v="5497" actId="1076"/>
          <ac:spMkLst>
            <pc:docMk/>
            <pc:sldMk cId="644873091" sldId="1154"/>
            <ac:spMk id="1581" creationId="{BB12FA81-ACFF-AE2A-438E-622ADD95D0B0}"/>
          </ac:spMkLst>
        </pc:spChg>
        <pc:spChg chg="add mod">
          <ac:chgData name="Gareth Thomson | Football Queensland" userId="45505d28-f665-4546-80c4-7c2d16b5a302" providerId="ADAL" clId="{554FE7FD-D18D-4BB5-A4B8-9C51F228B7BB}" dt="2024-11-04T10:22:16.209" v="5501" actId="20577"/>
          <ac:spMkLst>
            <pc:docMk/>
            <pc:sldMk cId="644873091" sldId="1154"/>
            <ac:spMk id="1582" creationId="{3E14955D-54DC-F5F2-C49B-AE9AE9CB2C0D}"/>
          </ac:spMkLst>
        </pc:spChg>
        <pc:spChg chg="add mod">
          <ac:chgData name="Gareth Thomson | Football Queensland" userId="45505d28-f665-4546-80c4-7c2d16b5a302" providerId="ADAL" clId="{554FE7FD-D18D-4BB5-A4B8-9C51F228B7BB}" dt="2024-11-04T10:22:24.238" v="5504" actId="1076"/>
          <ac:spMkLst>
            <pc:docMk/>
            <pc:sldMk cId="644873091" sldId="1154"/>
            <ac:spMk id="1584" creationId="{9602DD41-2687-64C1-3C22-55F727271FAA}"/>
          </ac:spMkLst>
        </pc:spChg>
        <pc:spChg chg="mod">
          <ac:chgData name="Gareth Thomson | Football Queensland" userId="45505d28-f665-4546-80c4-7c2d16b5a302" providerId="ADAL" clId="{554FE7FD-D18D-4BB5-A4B8-9C51F228B7BB}" dt="2024-11-04T10:22:50.944" v="5541" actId="692"/>
          <ac:spMkLst>
            <pc:docMk/>
            <pc:sldMk cId="644873091" sldId="1154"/>
            <ac:spMk id="1587" creationId="{38FAE220-F365-792D-4F56-04DB1FD5FD48}"/>
          </ac:spMkLst>
        </pc:spChg>
        <pc:spChg chg="mod">
          <ac:chgData name="Gareth Thomson | Football Queensland" userId="45505d28-f665-4546-80c4-7c2d16b5a302" providerId="ADAL" clId="{554FE7FD-D18D-4BB5-A4B8-9C51F228B7BB}" dt="2024-11-04T10:22:50.944" v="5541" actId="692"/>
          <ac:spMkLst>
            <pc:docMk/>
            <pc:sldMk cId="644873091" sldId="1154"/>
            <ac:spMk id="1588" creationId="{F042DFF5-2D36-4107-5A5F-4E13A779D2D9}"/>
          </ac:spMkLst>
        </pc:spChg>
        <pc:spChg chg="mod">
          <ac:chgData name="Gareth Thomson | Football Queensland" userId="45505d28-f665-4546-80c4-7c2d16b5a302" providerId="ADAL" clId="{554FE7FD-D18D-4BB5-A4B8-9C51F228B7BB}" dt="2024-11-04T10:22:50.944" v="5541" actId="692"/>
          <ac:spMkLst>
            <pc:docMk/>
            <pc:sldMk cId="644873091" sldId="1154"/>
            <ac:spMk id="1589" creationId="{E59F1B95-9735-B762-7A35-B9C66EA47975}"/>
          </ac:spMkLst>
        </pc:spChg>
        <pc:spChg chg="mod">
          <ac:chgData name="Gareth Thomson | Football Queensland" userId="45505d28-f665-4546-80c4-7c2d16b5a302" providerId="ADAL" clId="{554FE7FD-D18D-4BB5-A4B8-9C51F228B7BB}" dt="2024-11-04T10:22:50.944" v="5541" actId="692"/>
          <ac:spMkLst>
            <pc:docMk/>
            <pc:sldMk cId="644873091" sldId="1154"/>
            <ac:spMk id="1590" creationId="{C7124F7C-0282-1A5D-3AFA-5CCC4CB25685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26:22.544" v="5582" actId="1076"/>
          <ac:spMkLst>
            <pc:docMk/>
            <pc:sldMk cId="644873091" sldId="1154"/>
            <ac:spMk id="1591" creationId="{36EB59F5-EC97-08E4-24C7-E82C7A67610B}"/>
          </ac:spMkLst>
        </pc:spChg>
        <pc:spChg chg="add del mod">
          <ac:chgData name="Gareth Thomson | Football Queensland" userId="45505d28-f665-4546-80c4-7c2d16b5a302" providerId="ADAL" clId="{554FE7FD-D18D-4BB5-A4B8-9C51F228B7BB}" dt="2024-11-04T10:26:21.823" v="5581" actId="1076"/>
          <ac:spMkLst>
            <pc:docMk/>
            <pc:sldMk cId="644873091" sldId="1154"/>
            <ac:spMk id="1592" creationId="{F1862A36-D63E-518F-6D2B-2F53A56F2AF0}"/>
          </ac:spMkLst>
        </pc:spChg>
        <pc:spChg chg="mod">
          <ac:chgData name="Gareth Thomson | Football Queensland" userId="45505d28-f665-4546-80c4-7c2d16b5a302" providerId="ADAL" clId="{554FE7FD-D18D-4BB5-A4B8-9C51F228B7BB}" dt="2024-11-04T10:30:44.092" v="5627"/>
          <ac:spMkLst>
            <pc:docMk/>
            <pc:sldMk cId="644873091" sldId="1154"/>
            <ac:spMk id="1594" creationId="{97125B2D-AEF2-679F-335C-2360B0C0900F}"/>
          </ac:spMkLst>
        </pc:spChg>
        <pc:spChg chg="mod">
          <ac:chgData name="Gareth Thomson | Football Queensland" userId="45505d28-f665-4546-80c4-7c2d16b5a302" providerId="ADAL" clId="{554FE7FD-D18D-4BB5-A4B8-9C51F228B7BB}" dt="2024-11-04T10:30:44.092" v="5627"/>
          <ac:spMkLst>
            <pc:docMk/>
            <pc:sldMk cId="644873091" sldId="1154"/>
            <ac:spMk id="1595" creationId="{B01C119F-59F3-A633-A7F5-53B0672D832D}"/>
          </ac:spMkLst>
        </pc:spChg>
        <pc:spChg chg="mod">
          <ac:chgData name="Gareth Thomson | Football Queensland" userId="45505d28-f665-4546-80c4-7c2d16b5a302" providerId="ADAL" clId="{554FE7FD-D18D-4BB5-A4B8-9C51F228B7BB}" dt="2024-11-04T10:30:44.092" v="5627"/>
          <ac:spMkLst>
            <pc:docMk/>
            <pc:sldMk cId="644873091" sldId="1154"/>
            <ac:spMk id="1596" creationId="{84A1CB59-257A-6FDF-1A50-6C05A22D5D29}"/>
          </ac:spMkLst>
        </pc:spChg>
        <pc:spChg chg="mod">
          <ac:chgData name="Gareth Thomson | Football Queensland" userId="45505d28-f665-4546-80c4-7c2d16b5a302" providerId="ADAL" clId="{554FE7FD-D18D-4BB5-A4B8-9C51F228B7BB}" dt="2024-11-04T10:30:44.092" v="5627"/>
          <ac:spMkLst>
            <pc:docMk/>
            <pc:sldMk cId="644873091" sldId="1154"/>
            <ac:spMk id="1597" creationId="{DDA360BB-7F2F-39C9-5757-154800440566}"/>
          </ac:spMkLst>
        </pc:spChg>
        <pc:spChg chg="mod">
          <ac:chgData name="Gareth Thomson | Football Queensland" userId="45505d28-f665-4546-80c4-7c2d16b5a302" providerId="ADAL" clId="{554FE7FD-D18D-4BB5-A4B8-9C51F228B7BB}" dt="2024-11-04T10:30:49.496" v="5630"/>
          <ac:spMkLst>
            <pc:docMk/>
            <pc:sldMk cId="644873091" sldId="1154"/>
            <ac:spMk id="1599" creationId="{E237368E-62D8-B57F-0525-4B377557351E}"/>
          </ac:spMkLst>
        </pc:spChg>
        <pc:spChg chg="mod">
          <ac:chgData name="Gareth Thomson | Football Queensland" userId="45505d28-f665-4546-80c4-7c2d16b5a302" providerId="ADAL" clId="{554FE7FD-D18D-4BB5-A4B8-9C51F228B7BB}" dt="2024-11-04T10:30:49.496" v="5630"/>
          <ac:spMkLst>
            <pc:docMk/>
            <pc:sldMk cId="644873091" sldId="1154"/>
            <ac:spMk id="1600" creationId="{2A5958A6-CF2C-196A-F273-41D4F381F24B}"/>
          </ac:spMkLst>
        </pc:spChg>
        <pc:spChg chg="mod">
          <ac:chgData name="Gareth Thomson | Football Queensland" userId="45505d28-f665-4546-80c4-7c2d16b5a302" providerId="ADAL" clId="{554FE7FD-D18D-4BB5-A4B8-9C51F228B7BB}" dt="2024-11-04T10:30:49.496" v="5630"/>
          <ac:spMkLst>
            <pc:docMk/>
            <pc:sldMk cId="644873091" sldId="1154"/>
            <ac:spMk id="1601" creationId="{F64A99D6-E238-FE5D-E89B-39C91078F004}"/>
          </ac:spMkLst>
        </pc:spChg>
        <pc:spChg chg="mod">
          <ac:chgData name="Gareth Thomson | Football Queensland" userId="45505d28-f665-4546-80c4-7c2d16b5a302" providerId="ADAL" clId="{554FE7FD-D18D-4BB5-A4B8-9C51F228B7BB}" dt="2024-11-04T10:30:49.496" v="5630"/>
          <ac:spMkLst>
            <pc:docMk/>
            <pc:sldMk cId="644873091" sldId="1154"/>
            <ac:spMk id="1602" creationId="{A91CA5B6-82C8-F217-752B-99272271DF19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04" creationId="{90850693-6FC5-2124-2D84-293CE39B3837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05" creationId="{6655FB61-3843-2243-DEDF-F87AE3B091E0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06" creationId="{723CCFBE-71E2-E275-A166-878D356AABF0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07" creationId="{2D642EA1-BFEF-07E1-1A08-E022553BC8B5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09" creationId="{3FB3B557-E919-65C0-4283-0FC4CAD5F87E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10" creationId="{C1734BEB-1D90-E473-4076-862FDC51C8CB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11" creationId="{761ACBA8-8ADB-7E4C-2370-CE2B53CB0A7B}"/>
          </ac:spMkLst>
        </pc:spChg>
        <pc:spChg chg="mod">
          <ac:chgData name="Gareth Thomson | Football Queensland" userId="45505d28-f665-4546-80c4-7c2d16b5a302" providerId="ADAL" clId="{554FE7FD-D18D-4BB5-A4B8-9C51F228B7BB}" dt="2024-11-04T10:30:57.652" v="5633"/>
          <ac:spMkLst>
            <pc:docMk/>
            <pc:sldMk cId="644873091" sldId="1154"/>
            <ac:spMk id="1612" creationId="{424A3C68-36B9-3451-A486-C806E8F5862F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14" creationId="{F0C0EBAE-CA0E-51D5-CAD0-AE287CEC0581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15" creationId="{9ED9A3E1-80F5-DCAA-4010-46671664847C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16" creationId="{4D03AFCD-43CB-AC88-60EE-7E44F0F6E82B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17" creationId="{064F734F-58B1-71D1-7711-9ECC9C14AFAC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19" creationId="{23A2E582-7A8B-2C73-CD9F-42209114DE46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20" creationId="{D0C18E93-CE8A-7D51-DEE6-D0A2C965AB4C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21" creationId="{94FC7BD0-D3B0-5A27-FB40-35FBE71A22E4}"/>
          </ac:spMkLst>
        </pc:spChg>
        <pc:spChg chg="mod">
          <ac:chgData name="Gareth Thomson | Football Queensland" userId="45505d28-f665-4546-80c4-7c2d16b5a302" providerId="ADAL" clId="{554FE7FD-D18D-4BB5-A4B8-9C51F228B7BB}" dt="2024-11-04T10:31:01.309" v="5635"/>
          <ac:spMkLst>
            <pc:docMk/>
            <pc:sldMk cId="644873091" sldId="1154"/>
            <ac:spMk id="1622" creationId="{CB955EBA-0824-FC39-18BF-E75E107C8030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24" creationId="{B2A8BF68-B64E-2E3A-B998-936C001925E6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25" creationId="{32EC7346-4F91-24CE-27B4-CE5ECB290B8C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26" creationId="{F795F57A-26CC-E8BE-545C-1C318C99E1EB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27" creationId="{9A293475-3D87-8B56-D2CD-68DDF99B570C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29" creationId="{8A8DF43F-D1C3-C0B3-CCA9-46CE4BCA34EE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30" creationId="{8E540752-E51E-A4CD-9FC3-275C5EEABC82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31" creationId="{974F6B60-286A-C84C-069A-034F96985B63}"/>
          </ac:spMkLst>
        </pc:spChg>
        <pc:spChg chg="mod">
          <ac:chgData name="Gareth Thomson | Football Queensland" userId="45505d28-f665-4546-80c4-7c2d16b5a302" providerId="ADAL" clId="{554FE7FD-D18D-4BB5-A4B8-9C51F228B7BB}" dt="2024-11-04T10:31:06.087" v="5637"/>
          <ac:spMkLst>
            <pc:docMk/>
            <pc:sldMk cId="644873091" sldId="1154"/>
            <ac:spMk id="1632" creationId="{BDF74A9B-B637-422A-9052-13933BCF9FE3}"/>
          </ac:spMkLst>
        </pc:spChg>
        <pc:spChg chg="add mod">
          <ac:chgData name="Gareth Thomson | Football Queensland" userId="45505d28-f665-4546-80c4-7c2d16b5a302" providerId="ADAL" clId="{554FE7FD-D18D-4BB5-A4B8-9C51F228B7BB}" dt="2024-11-04T10:32:42.094" v="5651" actId="1076"/>
          <ac:spMkLst>
            <pc:docMk/>
            <pc:sldMk cId="644873091" sldId="1154"/>
            <ac:spMk id="1633" creationId="{F5D0B38E-FFCD-F8D3-8EF0-8ED3EA8BA451}"/>
          </ac:spMkLst>
        </pc:spChg>
        <pc:spChg chg="add mod">
          <ac:chgData name="Gareth Thomson | Football Queensland" userId="45505d28-f665-4546-80c4-7c2d16b5a302" providerId="ADAL" clId="{554FE7FD-D18D-4BB5-A4B8-9C51F228B7BB}" dt="2024-11-04T10:32:44.809" v="5653" actId="1076"/>
          <ac:spMkLst>
            <pc:docMk/>
            <pc:sldMk cId="644873091" sldId="1154"/>
            <ac:spMk id="1634" creationId="{DD9BF6E0-CF5B-54F2-A61F-76E29BF5403F}"/>
          </ac:spMkLst>
        </pc:spChg>
        <pc:spChg chg="add mod">
          <ac:chgData name="Gareth Thomson | Football Queensland" userId="45505d28-f665-4546-80c4-7c2d16b5a302" providerId="ADAL" clId="{554FE7FD-D18D-4BB5-A4B8-9C51F228B7BB}" dt="2024-11-04T10:34:15.730" v="5675" actId="1076"/>
          <ac:spMkLst>
            <pc:docMk/>
            <pc:sldMk cId="644873091" sldId="1154"/>
            <ac:spMk id="1635" creationId="{72004F3F-398F-221F-8B7B-66A07F7FA434}"/>
          </ac:spMkLst>
        </pc:spChg>
        <pc:spChg chg="add mod">
          <ac:chgData name="Gareth Thomson | Football Queensland" userId="45505d28-f665-4546-80c4-7c2d16b5a302" providerId="ADAL" clId="{554FE7FD-D18D-4BB5-A4B8-9C51F228B7BB}" dt="2024-11-04T10:32:51.587" v="5657" actId="1076"/>
          <ac:spMkLst>
            <pc:docMk/>
            <pc:sldMk cId="644873091" sldId="1154"/>
            <ac:spMk id="1636" creationId="{005133A8-26A7-A0A5-C999-47B0CD843857}"/>
          </ac:spMkLst>
        </pc:spChg>
        <pc:spChg chg="mod">
          <ac:chgData name="Gareth Thomson | Football Queensland" userId="45505d28-f665-4546-80c4-7c2d16b5a302" providerId="ADAL" clId="{554FE7FD-D18D-4BB5-A4B8-9C51F228B7BB}" dt="2024-11-04T10:32:55.718" v="5658"/>
          <ac:spMkLst>
            <pc:docMk/>
            <pc:sldMk cId="644873091" sldId="1154"/>
            <ac:spMk id="1638" creationId="{332C3AAE-83FA-0DFE-D32D-824A5384425A}"/>
          </ac:spMkLst>
        </pc:spChg>
        <pc:spChg chg="mod">
          <ac:chgData name="Gareth Thomson | Football Queensland" userId="45505d28-f665-4546-80c4-7c2d16b5a302" providerId="ADAL" clId="{554FE7FD-D18D-4BB5-A4B8-9C51F228B7BB}" dt="2024-11-04T10:32:55.718" v="5658"/>
          <ac:spMkLst>
            <pc:docMk/>
            <pc:sldMk cId="644873091" sldId="1154"/>
            <ac:spMk id="1639" creationId="{E8240913-182A-7A64-A3A7-1FCB46F0995D}"/>
          </ac:spMkLst>
        </pc:spChg>
        <pc:spChg chg="mod">
          <ac:chgData name="Gareth Thomson | Football Queensland" userId="45505d28-f665-4546-80c4-7c2d16b5a302" providerId="ADAL" clId="{554FE7FD-D18D-4BB5-A4B8-9C51F228B7BB}" dt="2024-11-04T10:32:55.718" v="5658"/>
          <ac:spMkLst>
            <pc:docMk/>
            <pc:sldMk cId="644873091" sldId="1154"/>
            <ac:spMk id="1640" creationId="{8D0E5A32-2BA3-5590-5304-735568346435}"/>
          </ac:spMkLst>
        </pc:spChg>
        <pc:spChg chg="mod">
          <ac:chgData name="Gareth Thomson | Football Queensland" userId="45505d28-f665-4546-80c4-7c2d16b5a302" providerId="ADAL" clId="{554FE7FD-D18D-4BB5-A4B8-9C51F228B7BB}" dt="2024-11-04T10:32:55.718" v="5658"/>
          <ac:spMkLst>
            <pc:docMk/>
            <pc:sldMk cId="644873091" sldId="1154"/>
            <ac:spMk id="1641" creationId="{79A23DA4-2A7D-C7D4-E8D3-87E507504963}"/>
          </ac:spMkLst>
        </pc:spChg>
        <pc:spChg chg="mod">
          <ac:chgData name="Gareth Thomson | Football Queensland" userId="45505d28-f665-4546-80c4-7c2d16b5a302" providerId="ADAL" clId="{554FE7FD-D18D-4BB5-A4B8-9C51F228B7BB}" dt="2024-11-04T10:32:59.046" v="5660"/>
          <ac:spMkLst>
            <pc:docMk/>
            <pc:sldMk cId="644873091" sldId="1154"/>
            <ac:spMk id="1643" creationId="{CC7C12AC-DCB9-9D9D-C843-D25F493D76C7}"/>
          </ac:spMkLst>
        </pc:spChg>
        <pc:spChg chg="mod">
          <ac:chgData name="Gareth Thomson | Football Queensland" userId="45505d28-f665-4546-80c4-7c2d16b5a302" providerId="ADAL" clId="{554FE7FD-D18D-4BB5-A4B8-9C51F228B7BB}" dt="2024-11-04T10:32:59.046" v="5660"/>
          <ac:spMkLst>
            <pc:docMk/>
            <pc:sldMk cId="644873091" sldId="1154"/>
            <ac:spMk id="1644" creationId="{B224EA09-5A84-8486-7C36-3739776AA488}"/>
          </ac:spMkLst>
        </pc:spChg>
        <pc:spChg chg="mod">
          <ac:chgData name="Gareth Thomson | Football Queensland" userId="45505d28-f665-4546-80c4-7c2d16b5a302" providerId="ADAL" clId="{554FE7FD-D18D-4BB5-A4B8-9C51F228B7BB}" dt="2024-11-04T10:32:59.046" v="5660"/>
          <ac:spMkLst>
            <pc:docMk/>
            <pc:sldMk cId="644873091" sldId="1154"/>
            <ac:spMk id="1645" creationId="{ED2C7543-B032-8152-D5B9-EB6619507AFC}"/>
          </ac:spMkLst>
        </pc:spChg>
        <pc:spChg chg="mod">
          <ac:chgData name="Gareth Thomson | Football Queensland" userId="45505d28-f665-4546-80c4-7c2d16b5a302" providerId="ADAL" clId="{554FE7FD-D18D-4BB5-A4B8-9C51F228B7BB}" dt="2024-11-04T10:32:59.046" v="5660"/>
          <ac:spMkLst>
            <pc:docMk/>
            <pc:sldMk cId="644873091" sldId="1154"/>
            <ac:spMk id="1646" creationId="{4ACBD497-9106-C582-ACEA-1FE26E6E79D2}"/>
          </ac:spMkLst>
        </pc:spChg>
        <pc:spChg chg="mod">
          <ac:chgData name="Gareth Thomson | Football Queensland" userId="45505d28-f665-4546-80c4-7c2d16b5a302" providerId="ADAL" clId="{554FE7FD-D18D-4BB5-A4B8-9C51F228B7BB}" dt="2024-11-04T10:33:02.515" v="5662"/>
          <ac:spMkLst>
            <pc:docMk/>
            <pc:sldMk cId="644873091" sldId="1154"/>
            <ac:spMk id="1648" creationId="{99EF23CB-4323-214B-7670-2A5A10A267C2}"/>
          </ac:spMkLst>
        </pc:spChg>
        <pc:spChg chg="mod">
          <ac:chgData name="Gareth Thomson | Football Queensland" userId="45505d28-f665-4546-80c4-7c2d16b5a302" providerId="ADAL" clId="{554FE7FD-D18D-4BB5-A4B8-9C51F228B7BB}" dt="2024-11-04T10:33:02.515" v="5662"/>
          <ac:spMkLst>
            <pc:docMk/>
            <pc:sldMk cId="644873091" sldId="1154"/>
            <ac:spMk id="1649" creationId="{6EFD1098-3746-0D84-E001-3AF0101D25B6}"/>
          </ac:spMkLst>
        </pc:spChg>
        <pc:spChg chg="mod">
          <ac:chgData name="Gareth Thomson | Football Queensland" userId="45505d28-f665-4546-80c4-7c2d16b5a302" providerId="ADAL" clId="{554FE7FD-D18D-4BB5-A4B8-9C51F228B7BB}" dt="2024-11-04T10:33:02.515" v="5662"/>
          <ac:spMkLst>
            <pc:docMk/>
            <pc:sldMk cId="644873091" sldId="1154"/>
            <ac:spMk id="1650" creationId="{136AE322-EF41-E0E4-5981-AC6749358343}"/>
          </ac:spMkLst>
        </pc:spChg>
        <pc:spChg chg="mod">
          <ac:chgData name="Gareth Thomson | Football Queensland" userId="45505d28-f665-4546-80c4-7c2d16b5a302" providerId="ADAL" clId="{554FE7FD-D18D-4BB5-A4B8-9C51F228B7BB}" dt="2024-11-04T10:33:02.515" v="5662"/>
          <ac:spMkLst>
            <pc:docMk/>
            <pc:sldMk cId="644873091" sldId="1154"/>
            <ac:spMk id="1651" creationId="{6C13A0D7-767F-8B92-7A68-87409CBBC4FF}"/>
          </ac:spMkLst>
        </pc:spChg>
        <pc:spChg chg="add mod">
          <ac:chgData name="Gareth Thomson | Football Queensland" userId="45505d28-f665-4546-80c4-7c2d16b5a302" providerId="ADAL" clId="{554FE7FD-D18D-4BB5-A4B8-9C51F228B7BB}" dt="2024-11-04T10:34:08.194" v="5674" actId="1076"/>
          <ac:spMkLst>
            <pc:docMk/>
            <pc:sldMk cId="644873091" sldId="1154"/>
            <ac:spMk id="1652" creationId="{FC30B833-799B-3162-64ED-14718CA53410}"/>
          </ac:spMkLst>
        </pc:spChg>
        <pc:spChg chg="mod">
          <ac:chgData name="Gareth Thomson | Football Queensland" userId="45505d28-f665-4546-80c4-7c2d16b5a302" providerId="ADAL" clId="{554FE7FD-D18D-4BB5-A4B8-9C51F228B7BB}" dt="2024-11-04T10:34:24.702" v="5678"/>
          <ac:spMkLst>
            <pc:docMk/>
            <pc:sldMk cId="644873091" sldId="1154"/>
            <ac:spMk id="1654" creationId="{EA13100E-F6B9-EAF5-4C83-BA81806E1980}"/>
          </ac:spMkLst>
        </pc:spChg>
        <pc:spChg chg="mod">
          <ac:chgData name="Gareth Thomson | Football Queensland" userId="45505d28-f665-4546-80c4-7c2d16b5a302" providerId="ADAL" clId="{554FE7FD-D18D-4BB5-A4B8-9C51F228B7BB}" dt="2024-11-04T10:34:24.702" v="5678"/>
          <ac:spMkLst>
            <pc:docMk/>
            <pc:sldMk cId="644873091" sldId="1154"/>
            <ac:spMk id="1655" creationId="{B65B17DD-BA8B-27A4-0EBB-E2B3233E1FE0}"/>
          </ac:spMkLst>
        </pc:spChg>
        <pc:spChg chg="mod">
          <ac:chgData name="Gareth Thomson | Football Queensland" userId="45505d28-f665-4546-80c4-7c2d16b5a302" providerId="ADAL" clId="{554FE7FD-D18D-4BB5-A4B8-9C51F228B7BB}" dt="2024-11-04T10:34:24.702" v="5678"/>
          <ac:spMkLst>
            <pc:docMk/>
            <pc:sldMk cId="644873091" sldId="1154"/>
            <ac:spMk id="1656" creationId="{D6B7DE85-5FA3-1810-EC28-88EC51B4F795}"/>
          </ac:spMkLst>
        </pc:spChg>
        <pc:spChg chg="mod">
          <ac:chgData name="Gareth Thomson | Football Queensland" userId="45505d28-f665-4546-80c4-7c2d16b5a302" providerId="ADAL" clId="{554FE7FD-D18D-4BB5-A4B8-9C51F228B7BB}" dt="2024-11-04T10:34:24.702" v="5678"/>
          <ac:spMkLst>
            <pc:docMk/>
            <pc:sldMk cId="644873091" sldId="1154"/>
            <ac:spMk id="1657" creationId="{8F594D01-721E-B4A3-34DC-F427C3D54064}"/>
          </ac:spMkLst>
        </pc:spChg>
        <pc:spChg chg="mod">
          <ac:chgData name="Gareth Thomson | Football Queensland" userId="45505d28-f665-4546-80c4-7c2d16b5a302" providerId="ADAL" clId="{554FE7FD-D18D-4BB5-A4B8-9C51F228B7BB}" dt="2024-11-04T10:34:31.236" v="5681"/>
          <ac:spMkLst>
            <pc:docMk/>
            <pc:sldMk cId="644873091" sldId="1154"/>
            <ac:spMk id="1659" creationId="{B48229ED-18CC-E4A7-F20E-794DE19C1C39}"/>
          </ac:spMkLst>
        </pc:spChg>
        <pc:spChg chg="mod">
          <ac:chgData name="Gareth Thomson | Football Queensland" userId="45505d28-f665-4546-80c4-7c2d16b5a302" providerId="ADAL" clId="{554FE7FD-D18D-4BB5-A4B8-9C51F228B7BB}" dt="2024-11-04T10:34:31.236" v="5681"/>
          <ac:spMkLst>
            <pc:docMk/>
            <pc:sldMk cId="644873091" sldId="1154"/>
            <ac:spMk id="1660" creationId="{CDA9521D-6EDB-7D16-4F3B-0CA71888D175}"/>
          </ac:spMkLst>
        </pc:spChg>
        <pc:spChg chg="mod">
          <ac:chgData name="Gareth Thomson | Football Queensland" userId="45505d28-f665-4546-80c4-7c2d16b5a302" providerId="ADAL" clId="{554FE7FD-D18D-4BB5-A4B8-9C51F228B7BB}" dt="2024-11-04T10:34:31.236" v="5681"/>
          <ac:spMkLst>
            <pc:docMk/>
            <pc:sldMk cId="644873091" sldId="1154"/>
            <ac:spMk id="1661" creationId="{733FAEAE-24F3-451B-C9AA-A75F9EFEB9EC}"/>
          </ac:spMkLst>
        </pc:spChg>
        <pc:spChg chg="mod">
          <ac:chgData name="Gareth Thomson | Football Queensland" userId="45505d28-f665-4546-80c4-7c2d16b5a302" providerId="ADAL" clId="{554FE7FD-D18D-4BB5-A4B8-9C51F228B7BB}" dt="2024-11-04T10:34:31.236" v="5681"/>
          <ac:spMkLst>
            <pc:docMk/>
            <pc:sldMk cId="644873091" sldId="1154"/>
            <ac:spMk id="1662" creationId="{7802FCF4-90CE-AEE5-D436-34FFAC7CCBC4}"/>
          </ac:spMkLst>
        </pc:spChg>
        <pc:spChg chg="add mod">
          <ac:chgData name="Gareth Thomson | Football Queensland" userId="45505d28-f665-4546-80c4-7c2d16b5a302" providerId="ADAL" clId="{554FE7FD-D18D-4BB5-A4B8-9C51F228B7BB}" dt="2024-11-04T10:35:13.888" v="5696" actId="1076"/>
          <ac:spMkLst>
            <pc:docMk/>
            <pc:sldMk cId="644873091" sldId="1154"/>
            <ac:spMk id="1671" creationId="{F213BA63-F784-9E2D-B70D-F29CE6A4CC5D}"/>
          </ac:spMkLst>
        </pc:spChg>
        <pc:spChg chg="add mod">
          <ac:chgData name="Gareth Thomson | Football Queensland" userId="45505d28-f665-4546-80c4-7c2d16b5a302" providerId="ADAL" clId="{554FE7FD-D18D-4BB5-A4B8-9C51F228B7BB}" dt="2024-11-04T10:35:16.522" v="5698" actId="1076"/>
          <ac:spMkLst>
            <pc:docMk/>
            <pc:sldMk cId="644873091" sldId="1154"/>
            <ac:spMk id="1672" creationId="{9621C078-9F1B-E167-2CD9-763DF88BCC83}"/>
          </ac:spMkLst>
        </pc:spChg>
        <pc:spChg chg="add mod">
          <ac:chgData name="Gareth Thomson | Football Queensland" userId="45505d28-f665-4546-80c4-7c2d16b5a302" providerId="ADAL" clId="{554FE7FD-D18D-4BB5-A4B8-9C51F228B7BB}" dt="2024-11-04T10:35:19.882" v="5700" actId="1076"/>
          <ac:spMkLst>
            <pc:docMk/>
            <pc:sldMk cId="644873091" sldId="1154"/>
            <ac:spMk id="1673" creationId="{9775B187-4C2F-8761-06A6-4C0F808F780C}"/>
          </ac:spMkLst>
        </pc:spChg>
        <pc:spChg chg="add mod">
          <ac:chgData name="Gareth Thomson | Football Queensland" userId="45505d28-f665-4546-80c4-7c2d16b5a302" providerId="ADAL" clId="{554FE7FD-D18D-4BB5-A4B8-9C51F228B7BB}" dt="2024-11-04T10:35:24.114" v="5702" actId="1076"/>
          <ac:spMkLst>
            <pc:docMk/>
            <pc:sldMk cId="644873091" sldId="1154"/>
            <ac:spMk id="1674" creationId="{693AC927-7F0B-9AEE-4B28-DDE78062E1D6}"/>
          </ac:spMkLst>
        </pc:spChg>
        <pc:spChg chg="add mod">
          <ac:chgData name="Gareth Thomson | Football Queensland" userId="45505d28-f665-4546-80c4-7c2d16b5a302" providerId="ADAL" clId="{554FE7FD-D18D-4BB5-A4B8-9C51F228B7BB}" dt="2024-11-04T10:35:28.230" v="5704" actId="1076"/>
          <ac:spMkLst>
            <pc:docMk/>
            <pc:sldMk cId="644873091" sldId="1154"/>
            <ac:spMk id="1675" creationId="{BD5A7A24-FF17-716B-1CD5-F40933D31D3B}"/>
          </ac:spMkLst>
        </pc:spChg>
        <pc:spChg chg="add mod">
          <ac:chgData name="Gareth Thomson | Football Queensland" userId="45505d28-f665-4546-80c4-7c2d16b5a302" providerId="ADAL" clId="{554FE7FD-D18D-4BB5-A4B8-9C51F228B7BB}" dt="2024-11-04T10:35:32.167" v="5706" actId="1076"/>
          <ac:spMkLst>
            <pc:docMk/>
            <pc:sldMk cId="644873091" sldId="1154"/>
            <ac:spMk id="1676" creationId="{64B1A1B3-73B2-18E4-2915-4EC15F000ED3}"/>
          </ac:spMkLst>
        </pc:spChg>
        <pc:spChg chg="mod">
          <ac:chgData name="Gareth Thomson | Football Queensland" userId="45505d28-f665-4546-80c4-7c2d16b5a302" providerId="ADAL" clId="{554FE7FD-D18D-4BB5-A4B8-9C51F228B7BB}" dt="2024-11-04T11:05:25.538" v="6908"/>
          <ac:spMkLst>
            <pc:docMk/>
            <pc:sldMk cId="644873091" sldId="1154"/>
            <ac:spMk id="1678" creationId="{7C315455-5FD9-A993-45A7-274D038E04D5}"/>
          </ac:spMkLst>
        </pc:spChg>
        <pc:spChg chg="mod">
          <ac:chgData name="Gareth Thomson | Football Queensland" userId="45505d28-f665-4546-80c4-7c2d16b5a302" providerId="ADAL" clId="{554FE7FD-D18D-4BB5-A4B8-9C51F228B7BB}" dt="2024-11-04T11:05:25.538" v="6908"/>
          <ac:spMkLst>
            <pc:docMk/>
            <pc:sldMk cId="644873091" sldId="1154"/>
            <ac:spMk id="1679" creationId="{98E34FC7-8D5F-B65F-F93B-1F47073F8A41}"/>
          </ac:spMkLst>
        </pc:spChg>
        <pc:spChg chg="mod">
          <ac:chgData name="Gareth Thomson | Football Queensland" userId="45505d28-f665-4546-80c4-7c2d16b5a302" providerId="ADAL" clId="{554FE7FD-D18D-4BB5-A4B8-9C51F228B7BB}" dt="2024-11-04T11:05:25.538" v="6908"/>
          <ac:spMkLst>
            <pc:docMk/>
            <pc:sldMk cId="644873091" sldId="1154"/>
            <ac:spMk id="1680" creationId="{EE3FFFD2-AFF0-D897-BB66-3399CB74A6E3}"/>
          </ac:spMkLst>
        </pc:spChg>
        <pc:spChg chg="mod">
          <ac:chgData name="Gareth Thomson | Football Queensland" userId="45505d28-f665-4546-80c4-7c2d16b5a302" providerId="ADAL" clId="{554FE7FD-D18D-4BB5-A4B8-9C51F228B7BB}" dt="2024-11-04T11:05:25.538" v="6908"/>
          <ac:spMkLst>
            <pc:docMk/>
            <pc:sldMk cId="644873091" sldId="1154"/>
            <ac:spMk id="1681" creationId="{39468E79-E6A5-D11F-7B70-3F9F232B9039}"/>
          </ac:spMkLst>
        </pc:spChg>
        <pc:spChg chg="mod">
          <ac:chgData name="Gareth Thomson | Football Queensland" userId="45505d28-f665-4546-80c4-7c2d16b5a302" providerId="ADAL" clId="{554FE7FD-D18D-4BB5-A4B8-9C51F228B7BB}" dt="2024-11-04T11:05:28.802" v="6910"/>
          <ac:spMkLst>
            <pc:docMk/>
            <pc:sldMk cId="644873091" sldId="1154"/>
            <ac:spMk id="1683" creationId="{0EC6E002-AFA8-D3B7-B3A9-2BB7F493BC2A}"/>
          </ac:spMkLst>
        </pc:spChg>
        <pc:spChg chg="mod">
          <ac:chgData name="Gareth Thomson | Football Queensland" userId="45505d28-f665-4546-80c4-7c2d16b5a302" providerId="ADAL" clId="{554FE7FD-D18D-4BB5-A4B8-9C51F228B7BB}" dt="2024-11-04T11:05:28.802" v="6910"/>
          <ac:spMkLst>
            <pc:docMk/>
            <pc:sldMk cId="644873091" sldId="1154"/>
            <ac:spMk id="1684" creationId="{A2C9B801-A641-C3CE-347F-214832047A1C}"/>
          </ac:spMkLst>
        </pc:spChg>
        <pc:spChg chg="mod">
          <ac:chgData name="Gareth Thomson | Football Queensland" userId="45505d28-f665-4546-80c4-7c2d16b5a302" providerId="ADAL" clId="{554FE7FD-D18D-4BB5-A4B8-9C51F228B7BB}" dt="2024-11-04T11:05:28.802" v="6910"/>
          <ac:spMkLst>
            <pc:docMk/>
            <pc:sldMk cId="644873091" sldId="1154"/>
            <ac:spMk id="1685" creationId="{4D4E669C-6355-9AB6-9DA9-D4E59336BE36}"/>
          </ac:spMkLst>
        </pc:spChg>
        <pc:spChg chg="mod">
          <ac:chgData name="Gareth Thomson | Football Queensland" userId="45505d28-f665-4546-80c4-7c2d16b5a302" providerId="ADAL" clId="{554FE7FD-D18D-4BB5-A4B8-9C51F228B7BB}" dt="2024-11-04T11:05:28.802" v="6910"/>
          <ac:spMkLst>
            <pc:docMk/>
            <pc:sldMk cId="644873091" sldId="1154"/>
            <ac:spMk id="1686" creationId="{0F5A974C-06C7-0CCD-EEEA-8404DE2E4633}"/>
          </ac:spMkLst>
        </pc:s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2" creationId="{C651C56D-7A79-9D61-02FF-E83839124E64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24" creationId="{A0DF1F98-8BC0-7022-4972-6F10366B26DB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030" creationId="{AEA802DF-5599-C3C4-0FE6-2D65D893C786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039" creationId="{C7E71D62-AEA7-1E81-564E-17C76AC1E5A9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045" creationId="{A7F6B77B-F9B4-9AD9-9FF5-62E4256CFA32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050" creationId="{86012E5F-93EA-FBD7-72FB-644FC3945524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094" creationId="{E19A84C1-EF65-0002-BB5D-2803366CBF1A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00" creationId="{909873AD-C6F6-7FA1-0BE6-43871BF56053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5:40.744" v="5404" actId="1076"/>
          <ac:grpSpMkLst>
            <pc:docMk/>
            <pc:sldMk cId="644873091" sldId="1154"/>
            <ac:grpSpMk id="1102" creationId="{8F576CE6-2027-8883-E9A5-E9BDC57D3B32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06" creationId="{F432A647-12EA-03FC-0314-2FFF14945E26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26" creationId="{94E47FBD-8543-2212-BB0E-9F02492D85AF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36.943" v="5545" actId="478"/>
          <ac:grpSpMkLst>
            <pc:docMk/>
            <pc:sldMk cId="644873091" sldId="1154"/>
            <ac:grpSpMk id="1128" creationId="{F3B8DE5A-F5EC-91B9-4251-A2A23F55F910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39" creationId="{5B3C80A1-B624-7C39-94E3-CD27B62A01D6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46" creationId="{5A5A7564-FCAC-3FB3-1F1A-383CC2C10F78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53" creationId="{6CFE352D-459C-4C0F-855F-BCED702CC471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49:56.433" v="5187"/>
          <ac:grpSpMkLst>
            <pc:docMk/>
            <pc:sldMk cId="644873091" sldId="1154"/>
            <ac:grpSpMk id="1155" creationId="{E46F0BE5-C5F0-D1BD-E7AB-0E3D23663C59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36.943" v="5545" actId="478"/>
          <ac:grpSpMkLst>
            <pc:docMk/>
            <pc:sldMk cId="644873091" sldId="1154"/>
            <ac:grpSpMk id="1164" creationId="{4790A7BB-7159-04B1-9657-13ED9A7E831C}"/>
          </ac:grpSpMkLst>
        </pc:grpChg>
        <pc:grpChg chg="add mod">
          <ac:chgData name="Gareth Thomson | Football Queensland" userId="45505d28-f665-4546-80c4-7c2d16b5a302" providerId="ADAL" clId="{554FE7FD-D18D-4BB5-A4B8-9C51F228B7BB}" dt="2024-11-04T11:05:37.850" v="6913" actId="1076"/>
          <ac:grpSpMkLst>
            <pc:docMk/>
            <pc:sldMk cId="644873091" sldId="1154"/>
            <ac:grpSpMk id="1169" creationId="{2819840C-A558-A859-EE0A-879D1B54018A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50:51.659" v="5194" actId="1076"/>
          <ac:grpSpMkLst>
            <pc:docMk/>
            <pc:sldMk cId="644873091" sldId="1154"/>
            <ac:grpSpMk id="1174" creationId="{B9FA4D76-7283-D478-3E19-5BF7D6554E47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51:08.127" v="5202" actId="688"/>
          <ac:grpSpMkLst>
            <pc:docMk/>
            <pc:sldMk cId="644873091" sldId="1154"/>
            <ac:grpSpMk id="1179" creationId="{8F17A016-1DED-B0B2-1E04-CF560FFE24DA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186" creationId="{936D8D01-1ADE-C846-93D3-BC9D4B51578F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191" creationId="{A3DCCEF2-D923-7012-1861-9C06F510AB9A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194" creationId="{E5CFBFD2-9DD4-4D71-5DA7-06D74BB627CA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198" creationId="{8BCB98D4-3516-2744-48D8-9B124AA3A766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203" creationId="{FA12221C-2656-4286-0298-7B4CF72BA349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6:23.418" v="5583" actId="478"/>
          <ac:grpSpMkLst>
            <pc:docMk/>
            <pc:sldMk cId="644873091" sldId="1154"/>
            <ac:grpSpMk id="1208" creationId="{29DACCB9-CB69-3338-4E1D-0DC56F68A002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213" creationId="{E4BFCED2-C90C-8153-1650-C960C069A0C0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217" creationId="{C96963CE-FAA9-A2BF-C5FB-12C054F563DD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223" creationId="{31374D1B-24E6-D19E-0765-F15C73C2683D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52:14.746" v="5211" actId="1076"/>
          <ac:grpSpMkLst>
            <pc:docMk/>
            <pc:sldMk cId="644873091" sldId="1154"/>
            <ac:grpSpMk id="1229" creationId="{DCE5E517-8CE3-440E-7C13-7F94E1E2E23D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37" creationId="{CE4FB074-95B5-7C55-8013-F6A2DA15FEA9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42" creationId="{90C6FE10-22F3-0A9F-A99E-D950F5AED687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47" creationId="{1E5CA983-1A3A-13F6-9729-BFC7AB25AE10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81" creationId="{D956F656-23F2-4922-2745-8BF059360006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285" creationId="{859640E0-655E-2FAD-6C28-4D50207D3103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06:08.502" v="5312" actId="478"/>
          <ac:grpSpMkLst>
            <pc:docMk/>
            <pc:sldMk cId="644873091" sldId="1154"/>
            <ac:grpSpMk id="1287" creationId="{72057576-3F5E-9B84-9C5A-31AE2F3BD2B0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92" creationId="{796F3DBF-92ED-3E2A-9A02-22632CEA071E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297" creationId="{6F369558-C42B-1268-4B15-AEE41004F399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302" creationId="{85D48108-72FC-40F5-755D-BE84CFD1B635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7:15.377" v="5287" actId="478"/>
          <ac:grpSpMkLst>
            <pc:docMk/>
            <pc:sldMk cId="644873091" sldId="1154"/>
            <ac:grpSpMk id="1307" creationId="{1FFDB637-335F-B11B-55C1-96F1E28FAED1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1:05:23.543" v="6907" actId="478"/>
          <ac:grpSpMkLst>
            <pc:docMk/>
            <pc:sldMk cId="644873091" sldId="1154"/>
            <ac:grpSpMk id="1318" creationId="{14DE4F06-01F3-8DEE-3CB4-26D85822CD0E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1:05:23.543" v="6907" actId="478"/>
          <ac:grpSpMkLst>
            <pc:docMk/>
            <pc:sldMk cId="644873091" sldId="1154"/>
            <ac:grpSpMk id="1323" creationId="{35C3FAAE-9D51-D521-0714-53F3934433FB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1:05:23.543" v="6907" actId="478"/>
          <ac:grpSpMkLst>
            <pc:docMk/>
            <pc:sldMk cId="644873091" sldId="1154"/>
            <ac:grpSpMk id="1328" creationId="{1E0272E9-FE4F-623A-470E-30519B279F20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1:05:23.543" v="6907" actId="478"/>
          <ac:grpSpMkLst>
            <pc:docMk/>
            <pc:sldMk cId="644873091" sldId="1154"/>
            <ac:grpSpMk id="1333" creationId="{ABD061ED-FC53-9BB6-2F1A-7CDC6E2B6E52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338" creationId="{105CAE69-ABAC-2DC4-80C7-51FE8936D006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343" creationId="{A880B4E4-4B3D-054E-A206-4167D43BB220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50:54.111" v="5195" actId="1076"/>
          <ac:grpSpMkLst>
            <pc:docMk/>
            <pc:sldMk cId="644873091" sldId="1154"/>
            <ac:grpSpMk id="1344" creationId="{3037D612-9BA7-271E-029D-A136BCFDE4DE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49:56.433" v="5187"/>
          <ac:grpSpMkLst>
            <pc:docMk/>
            <pc:sldMk cId="644873091" sldId="1154"/>
            <ac:grpSpMk id="1349" creationId="{8280F0EF-1D30-E30D-2C07-D21BCA11311C}"/>
          </ac:grpSpMkLst>
        </pc:grpChg>
        <pc:grpChg chg="add mod">
          <ac:chgData name="Gareth Thomson | Football Queensland" userId="45505d28-f665-4546-80c4-7c2d16b5a302" providerId="ADAL" clId="{554FE7FD-D18D-4BB5-A4B8-9C51F228B7BB}" dt="2024-11-04T11:05:40.246" v="6914" actId="1076"/>
          <ac:grpSpMkLst>
            <pc:docMk/>
            <pc:sldMk cId="644873091" sldId="1154"/>
            <ac:grpSpMk id="1355" creationId="{5F1D556D-6040-0096-2AEF-198279046655}"/>
          </ac:grpSpMkLst>
        </pc:grpChg>
        <pc:grpChg chg="add mod">
          <ac:chgData name="Gareth Thomson | Football Queensland" userId="45505d28-f665-4546-80c4-7c2d16b5a302" providerId="ADAL" clId="{554FE7FD-D18D-4BB5-A4B8-9C51F228B7BB}" dt="2024-11-04T09:50:42.804" v="5192" actId="1076"/>
          <ac:grpSpMkLst>
            <pc:docMk/>
            <pc:sldMk cId="644873091" sldId="1154"/>
            <ac:grpSpMk id="1360" creationId="{312B347A-3A10-C1A9-2793-189D5E6A2A8A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68" creationId="{989FFF6F-F1B8-7C9D-6D93-C65307637415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75" creationId="{159D27D3-6B40-88EA-1FE6-C80ED21CD495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76" creationId="{766FD302-F324-77C4-D2AD-477C689D2C8A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82" creationId="{9623BC3A-C4AA-D712-E8AF-F3EA58E91E11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88" creationId="{284C658A-C684-C8D4-FCB6-260114F26533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93" creationId="{D481A1CA-1031-CA7D-6768-04EE0F0077EA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398" creationId="{92859F1B-0E0F-A304-2AFD-503F7123B5EB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403" creationId="{68D6137D-424C-2711-550A-9FA39C1E207D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408" creationId="{B80C41E3-85F8-A156-D9D1-3FFD87782030}"/>
          </ac:grpSpMkLst>
        </pc:grpChg>
        <pc:grpChg chg="del">
          <ac:chgData name="Gareth Thomson | Football Queensland" userId="45505d28-f665-4546-80c4-7c2d16b5a302" providerId="ADAL" clId="{554FE7FD-D18D-4BB5-A4B8-9C51F228B7BB}" dt="2024-11-04T09:49:45.986" v="5186" actId="478"/>
          <ac:grpSpMkLst>
            <pc:docMk/>
            <pc:sldMk cId="644873091" sldId="1154"/>
            <ac:grpSpMk id="1413" creationId="{D5C3384C-C575-274C-9EBA-763B0C8930FD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09:52:27.915" v="5214" actId="478"/>
          <ac:grpSpMkLst>
            <pc:docMk/>
            <pc:sldMk cId="644873091" sldId="1154"/>
            <ac:grpSpMk id="1436" creationId="{33533211-A7E4-5A43-37FA-30BBA8B85E94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444" creationId="{995F6925-55B9-1659-2AFD-E11092E39D98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449" creationId="{4CF83AD8-3D40-7CC9-EC83-1B67353160DF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454" creationId="{1D09415E-E664-2738-6F3C-BD42B48ADEA9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23:40.926" v="5546" actId="478"/>
          <ac:grpSpMkLst>
            <pc:docMk/>
            <pc:sldMk cId="644873091" sldId="1154"/>
            <ac:grpSpMk id="1459" creationId="{53A3643F-C853-751E-F165-79182891D106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04:16.323" v="5310" actId="478"/>
          <ac:grpSpMkLst>
            <pc:docMk/>
            <pc:sldMk cId="644873091" sldId="1154"/>
            <ac:grpSpMk id="1465" creationId="{23B374A4-CDA5-8205-5FFF-3FAE6E16F943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04:16.323" v="5310" actId="478"/>
          <ac:grpSpMkLst>
            <pc:docMk/>
            <pc:sldMk cId="644873091" sldId="1154"/>
            <ac:grpSpMk id="1470" creationId="{DC6FA096-0159-5092-441F-027E005EC181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04:16.323" v="5310" actId="478"/>
          <ac:grpSpMkLst>
            <pc:docMk/>
            <pc:sldMk cId="644873091" sldId="1154"/>
            <ac:grpSpMk id="1475" creationId="{B905C917-4F19-78E5-33C1-4200F38C513C}"/>
          </ac:grpSpMkLst>
        </pc:grpChg>
        <pc:grpChg chg="add del mod">
          <ac:chgData name="Gareth Thomson | Football Queensland" userId="45505d28-f665-4546-80c4-7c2d16b5a302" providerId="ADAL" clId="{554FE7FD-D18D-4BB5-A4B8-9C51F228B7BB}" dt="2024-11-04T10:04:16.323" v="5310" actId="478"/>
          <ac:grpSpMkLst>
            <pc:docMk/>
            <pc:sldMk cId="644873091" sldId="1154"/>
            <ac:grpSpMk id="1480" creationId="{A6A0212D-4C4A-683C-5D5C-F202BE1AD78B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3:05.094" v="5356" actId="1076"/>
          <ac:grpSpMkLst>
            <pc:docMk/>
            <pc:sldMk cId="644873091" sldId="1154"/>
            <ac:grpSpMk id="1488" creationId="{71246A47-006B-D1D3-E82D-0F73C0AB2B04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6:24.528" v="5441" actId="1035"/>
          <ac:grpSpMkLst>
            <pc:docMk/>
            <pc:sldMk cId="644873091" sldId="1154"/>
            <ac:grpSpMk id="1493" creationId="{CB14D9D9-C8F5-4B32-307F-BA3812F2937B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2:36.697" v="5345" actId="1076"/>
          <ac:grpSpMkLst>
            <pc:docMk/>
            <pc:sldMk cId="644873091" sldId="1154"/>
            <ac:grpSpMk id="1498" creationId="{4B92AC36-03D1-815D-EC81-1C2AF906423F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3:35.712" v="5367" actId="688"/>
          <ac:grpSpMkLst>
            <pc:docMk/>
            <pc:sldMk cId="644873091" sldId="1154"/>
            <ac:grpSpMk id="1504" creationId="{E4CC32DA-0983-4075-1AF1-BA13CAF7A89B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3:42.776" v="5370" actId="688"/>
          <ac:grpSpMkLst>
            <pc:docMk/>
            <pc:sldMk cId="644873091" sldId="1154"/>
            <ac:grpSpMk id="1520" creationId="{2E49B735-D2FF-5A67-1C5F-6FEC575BFC12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5:52.807" v="5409" actId="688"/>
          <ac:grpSpMkLst>
            <pc:docMk/>
            <pc:sldMk cId="644873091" sldId="1154"/>
            <ac:grpSpMk id="1537" creationId="{F692B9DC-7074-5CDC-A673-4F5CF6176A18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6:31.704" v="5443" actId="688"/>
          <ac:grpSpMkLst>
            <pc:docMk/>
            <pc:sldMk cId="644873091" sldId="1154"/>
            <ac:grpSpMk id="1542" creationId="{E06C2E4D-1DBA-63AC-E3E5-8AF0E3D9033D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7:17.605" v="5461" actId="1076"/>
          <ac:grpSpMkLst>
            <pc:docMk/>
            <pc:sldMk cId="644873091" sldId="1154"/>
            <ac:grpSpMk id="1552" creationId="{F92D3DE3-D9AE-1008-5631-0E73AB5CB7E0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16:44.045" v="5448" actId="1076"/>
          <ac:grpSpMkLst>
            <pc:docMk/>
            <pc:sldMk cId="644873091" sldId="1154"/>
            <ac:grpSpMk id="1558" creationId="{88C5F557-BB93-9A1B-8514-0464C75F976B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4:23.834" v="5677" actId="688"/>
          <ac:grpSpMkLst>
            <pc:docMk/>
            <pc:sldMk cId="644873091" sldId="1154"/>
            <ac:grpSpMk id="1586" creationId="{C3B65A5D-D41B-8E14-AE32-92D44E008D0A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0:49.119" v="5629" actId="688"/>
          <ac:grpSpMkLst>
            <pc:docMk/>
            <pc:sldMk cId="644873091" sldId="1154"/>
            <ac:grpSpMk id="1593" creationId="{CFA3BA48-7492-F986-80C9-8F5702029C8C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1:17.650" v="5642" actId="1076"/>
          <ac:grpSpMkLst>
            <pc:docMk/>
            <pc:sldMk cId="644873091" sldId="1154"/>
            <ac:grpSpMk id="1598" creationId="{1B8A09AD-31F5-53A7-0FCA-E7EBA1BD33F0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2:24.813" v="5645" actId="688"/>
          <ac:grpSpMkLst>
            <pc:docMk/>
            <pc:sldMk cId="644873091" sldId="1154"/>
            <ac:grpSpMk id="1603" creationId="{4E820809-365D-E9B1-319D-78B673F1D5EC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2:19.043" v="5643" actId="688"/>
          <ac:grpSpMkLst>
            <pc:docMk/>
            <pc:sldMk cId="644873091" sldId="1154"/>
            <ac:grpSpMk id="1608" creationId="{A72C8525-1C73-EAAD-7961-0788B8C4413C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2:36.019" v="5649" actId="688"/>
          <ac:grpSpMkLst>
            <pc:docMk/>
            <pc:sldMk cId="644873091" sldId="1154"/>
            <ac:grpSpMk id="1613" creationId="{59EF90A6-8CC0-8458-2FE3-FDE710FA6093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2:29.224" v="5647" actId="688"/>
          <ac:grpSpMkLst>
            <pc:docMk/>
            <pc:sldMk cId="644873091" sldId="1154"/>
            <ac:grpSpMk id="1618" creationId="{FF0FA940-EF90-D315-C55E-2E6ABE68F7F9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4:15.730" v="5675" actId="1076"/>
          <ac:grpSpMkLst>
            <pc:docMk/>
            <pc:sldMk cId="644873091" sldId="1154"/>
            <ac:grpSpMk id="1623" creationId="{A6EF911D-7DFD-B07B-FABD-6A0538B44A5A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4:18.084" v="5676" actId="1076"/>
          <ac:grpSpMkLst>
            <pc:docMk/>
            <pc:sldMk cId="644873091" sldId="1154"/>
            <ac:grpSpMk id="1628" creationId="{338EAD94-C7DA-7C87-DEAB-D672243AA476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2:58.365" v="5659" actId="1076"/>
          <ac:grpSpMkLst>
            <pc:docMk/>
            <pc:sldMk cId="644873091" sldId="1154"/>
            <ac:grpSpMk id="1637" creationId="{8C6A8415-AC2B-0AC5-F34E-CBF067B902D4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02.021" v="5661" actId="1076"/>
          <ac:grpSpMkLst>
            <pc:docMk/>
            <pc:sldMk cId="644873091" sldId="1154"/>
            <ac:grpSpMk id="1642" creationId="{84E92915-31A3-93C3-E587-5262A2A768E6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3:06.937" v="5663" actId="1076"/>
          <ac:grpSpMkLst>
            <pc:docMk/>
            <pc:sldMk cId="644873091" sldId="1154"/>
            <ac:grpSpMk id="1647" creationId="{97C34DDF-4EB3-155D-CBB2-11712110D931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4:30.795" v="5680" actId="688"/>
          <ac:grpSpMkLst>
            <pc:docMk/>
            <pc:sldMk cId="644873091" sldId="1154"/>
            <ac:grpSpMk id="1653" creationId="{A96E6B61-3F3E-2B4E-006C-CE505E3CD42B}"/>
          </ac:grpSpMkLst>
        </pc:grpChg>
        <pc:grpChg chg="add mod">
          <ac:chgData name="Gareth Thomson | Football Queensland" userId="45505d28-f665-4546-80c4-7c2d16b5a302" providerId="ADAL" clId="{554FE7FD-D18D-4BB5-A4B8-9C51F228B7BB}" dt="2024-11-04T10:34:33.709" v="5682" actId="1076"/>
          <ac:grpSpMkLst>
            <pc:docMk/>
            <pc:sldMk cId="644873091" sldId="1154"/>
            <ac:grpSpMk id="1658" creationId="{83A4D66A-1E94-8115-FEC1-4C9B6BFFCBA2}"/>
          </ac:grpSpMkLst>
        </pc:grpChg>
        <pc:grpChg chg="add mod">
          <ac:chgData name="Gareth Thomson | Football Queensland" userId="45505d28-f665-4546-80c4-7c2d16b5a302" providerId="ADAL" clId="{554FE7FD-D18D-4BB5-A4B8-9C51F228B7BB}" dt="2024-11-04T11:05:27.326" v="6909" actId="1076"/>
          <ac:grpSpMkLst>
            <pc:docMk/>
            <pc:sldMk cId="644873091" sldId="1154"/>
            <ac:grpSpMk id="1677" creationId="{4A8A9A7F-06C1-20E3-FF4C-7C4DD0F8861D}"/>
          </ac:grpSpMkLst>
        </pc:grpChg>
        <pc:grpChg chg="add mod">
          <ac:chgData name="Gareth Thomson | Football Queensland" userId="45505d28-f665-4546-80c4-7c2d16b5a302" providerId="ADAL" clId="{554FE7FD-D18D-4BB5-A4B8-9C51F228B7BB}" dt="2024-11-04T11:05:33.858" v="6912" actId="688"/>
          <ac:grpSpMkLst>
            <pc:docMk/>
            <pc:sldMk cId="644873091" sldId="1154"/>
            <ac:grpSpMk id="1682" creationId="{55AEDF67-EDC8-C982-3103-8CB412848835}"/>
          </ac:grpSpMkLst>
        </pc:grpChg>
        <pc:picChg chg="add mod">
          <ac:chgData name="Gareth Thomson | Football Queensland" userId="45505d28-f665-4546-80c4-7c2d16b5a302" providerId="ADAL" clId="{554FE7FD-D18D-4BB5-A4B8-9C51F228B7BB}" dt="2024-11-04T09:51:26.564" v="5205" actId="1076"/>
          <ac:picMkLst>
            <pc:docMk/>
            <pc:sldMk cId="644873091" sldId="1154"/>
            <ac:picMk id="7" creationId="{DAC8BF02-11AE-7203-40BF-AB99A39B3A1D}"/>
          </ac:picMkLst>
        </pc:picChg>
        <pc:picChg chg="add mod">
          <ac:chgData name="Gareth Thomson | Football Queensland" userId="45505d28-f665-4546-80c4-7c2d16b5a302" providerId="ADAL" clId="{554FE7FD-D18D-4BB5-A4B8-9C51F228B7BB}" dt="2024-11-04T09:51:42.576" v="5206" actId="1076"/>
          <ac:picMkLst>
            <pc:docMk/>
            <pc:sldMk cId="644873091" sldId="1154"/>
            <ac:picMk id="15" creationId="{D4821E47-EAB2-8F92-EE8C-4E9DB2C57545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112" creationId="{F2B1AD6C-52E3-354F-56A0-281AFED9278B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113" creationId="{47B4D747-74E2-A4C8-403D-89DB6DCB6153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114" creationId="{06DF2F32-FB27-18D4-9287-79CE782E0A06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115" creationId="{E87EF9C6-C052-E2A4-9EF2-37A69BD4E99F}"/>
          </ac:picMkLst>
        </pc:picChg>
        <pc:picChg chg="add mod">
          <ac:chgData name="Gareth Thomson | Football Queensland" userId="45505d28-f665-4546-80c4-7c2d16b5a302" providerId="ADAL" clId="{554FE7FD-D18D-4BB5-A4B8-9C51F228B7BB}" dt="2024-11-04T09:52:14.746" v="5211" actId="1076"/>
          <ac:picMkLst>
            <pc:docMk/>
            <pc:sldMk cId="644873091" sldId="1154"/>
            <ac:picMk id="1184" creationId="{F2FAA7B4-046E-FC2C-2250-DD446E8CB4E5}"/>
          </ac:picMkLst>
        </pc:picChg>
        <pc:picChg chg="add del mod">
          <ac:chgData name="Gareth Thomson | Football Queensland" userId="45505d28-f665-4546-80c4-7c2d16b5a302" providerId="ADAL" clId="{554FE7FD-D18D-4BB5-A4B8-9C51F228B7BB}" dt="2024-11-04T10:26:23.418" v="5583" actId="478"/>
          <ac:picMkLst>
            <pc:docMk/>
            <pc:sldMk cId="644873091" sldId="1154"/>
            <ac:picMk id="1185" creationId="{20F37ED7-C252-F0FF-D525-C78FCF21DD6B}"/>
          </ac:picMkLst>
        </pc:picChg>
        <pc:picChg chg="add mod">
          <ac:chgData name="Gareth Thomson | Football Queensland" userId="45505d28-f665-4546-80c4-7c2d16b5a302" providerId="ADAL" clId="{554FE7FD-D18D-4BB5-A4B8-9C51F228B7BB}" dt="2024-11-04T09:52:20.922" v="5213" actId="1076"/>
          <ac:picMkLst>
            <pc:docMk/>
            <pc:sldMk cId="644873091" sldId="1154"/>
            <ac:picMk id="1235" creationId="{EBCDFD7F-D438-E5F7-52FA-770600AED90F}"/>
          </ac:picMkLst>
        </pc:picChg>
        <pc:picChg chg="add del mod">
          <ac:chgData name="Gareth Thomson | Football Queensland" userId="45505d28-f665-4546-80c4-7c2d16b5a302" providerId="ADAL" clId="{554FE7FD-D18D-4BB5-A4B8-9C51F228B7BB}" dt="2024-11-04T10:06:08.502" v="5312" actId="478"/>
          <ac:picMkLst>
            <pc:docMk/>
            <pc:sldMk cId="644873091" sldId="1154"/>
            <ac:picMk id="1236" creationId="{4001CEDF-E4E2-6111-295E-50F7897EE397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313" creationId="{D6433F09-35CF-D43E-2287-03E7529FD4E2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314" creationId="{586077C9-4169-C14F-BD40-ED3DFE4AB47E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315" creationId="{E289A1C2-C672-9320-5C07-478B6E74A1E6}"/>
          </ac:picMkLst>
        </pc:picChg>
        <pc:picChg chg="del">
          <ac:chgData name="Gareth Thomson | Football Queensland" userId="45505d28-f665-4546-80c4-7c2d16b5a302" providerId="ADAL" clId="{554FE7FD-D18D-4BB5-A4B8-9C51F228B7BB}" dt="2024-11-04T09:49:45.986" v="5186" actId="478"/>
          <ac:picMkLst>
            <pc:docMk/>
            <pc:sldMk cId="644873091" sldId="1154"/>
            <ac:picMk id="1316" creationId="{17123CB3-FA02-3D84-7679-5F4A0FF48BF1}"/>
          </ac:picMkLst>
        </pc:picChg>
        <pc:picChg chg="add mod">
          <ac:chgData name="Gareth Thomson | Football Queensland" userId="45505d28-f665-4546-80c4-7c2d16b5a302" providerId="ADAL" clId="{554FE7FD-D18D-4BB5-A4B8-9C51F228B7BB}" dt="2024-11-04T10:11:53.729" v="5331" actId="1076"/>
          <ac:picMkLst>
            <pc:docMk/>
            <pc:sldMk cId="644873091" sldId="1154"/>
            <ac:picMk id="1503" creationId="{01EF5CDE-C7E6-4753-CE7E-5645BBBC96AC}"/>
          </ac:picMkLst>
        </pc:picChg>
        <pc:cxnChg chg="del">
          <ac:chgData name="Gareth Thomson | Football Queensland" userId="45505d28-f665-4546-80c4-7c2d16b5a302" providerId="ADAL" clId="{554FE7FD-D18D-4BB5-A4B8-9C51F228B7BB}" dt="2024-11-04T09:49:45.986" v="5186" actId="478"/>
          <ac:cxnSpMkLst>
            <pc:docMk/>
            <pc:sldMk cId="644873091" sldId="1154"/>
            <ac:cxnSpMk id="1055" creationId="{A6601E2C-2D81-CE22-1D71-23569FEB2C36}"/>
          </ac:cxnSpMkLst>
        </pc:cxnChg>
        <pc:cxnChg chg="del">
          <ac:chgData name="Gareth Thomson | Football Queensland" userId="45505d28-f665-4546-80c4-7c2d16b5a302" providerId="ADAL" clId="{554FE7FD-D18D-4BB5-A4B8-9C51F228B7BB}" dt="2024-11-04T09:49:45.986" v="5186" actId="478"/>
          <ac:cxnSpMkLst>
            <pc:docMk/>
            <pc:sldMk cId="644873091" sldId="1154"/>
            <ac:cxnSpMk id="1111" creationId="{E1EFF091-9254-B190-3A64-D7CA39CB7517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2:58.093" v="5352" actId="14100"/>
          <ac:cxnSpMkLst>
            <pc:docMk/>
            <pc:sldMk cId="644873091" sldId="1154"/>
            <ac:cxnSpMk id="1509" creationId="{853D823A-E1B9-FE6B-464C-62E16D1E1346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3:19.204" v="5361" actId="14100"/>
          <ac:cxnSpMkLst>
            <pc:docMk/>
            <pc:sldMk cId="644873091" sldId="1154"/>
            <ac:cxnSpMk id="1511" creationId="{1B6268B3-9E02-E015-C5F3-F55A44FB4393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3:21.755" v="5362" actId="14100"/>
          <ac:cxnSpMkLst>
            <pc:docMk/>
            <pc:sldMk cId="644873091" sldId="1154"/>
            <ac:cxnSpMk id="1513" creationId="{A66F112A-B86F-7B0B-EDB7-8E637BA6AF43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3:32.535" v="5365" actId="14100"/>
          <ac:cxnSpMkLst>
            <pc:docMk/>
            <pc:sldMk cId="644873091" sldId="1154"/>
            <ac:cxnSpMk id="1518" creationId="{415DA03D-9527-648F-337D-65FC1C25D729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4:20.326" v="5388" actId="14100"/>
          <ac:cxnSpMkLst>
            <pc:docMk/>
            <pc:sldMk cId="644873091" sldId="1154"/>
            <ac:cxnSpMk id="1525" creationId="{927CAE04-AE4B-2F3D-0E43-32538EAEEB97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6:53.638" v="5452" actId="14100"/>
          <ac:cxnSpMkLst>
            <pc:docMk/>
            <pc:sldMk cId="644873091" sldId="1154"/>
            <ac:cxnSpMk id="1564" creationId="{DD396C63-3199-F0FE-FF68-D23F545A08EE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7:08.142" v="5459" actId="14100"/>
          <ac:cxnSpMkLst>
            <pc:docMk/>
            <pc:sldMk cId="644873091" sldId="1154"/>
            <ac:cxnSpMk id="1567" creationId="{0B53ADEA-1231-A04E-7DF1-D04567703941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22:39.890" v="5506" actId="14100"/>
          <ac:cxnSpMkLst>
            <pc:docMk/>
            <pc:sldMk cId="644873091" sldId="1154"/>
            <ac:cxnSpMk id="1569" creationId="{0262302D-4CA1-3894-C2BA-C004FD1C6112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17:26.550" v="5465" actId="1076"/>
          <ac:cxnSpMkLst>
            <pc:docMk/>
            <pc:sldMk cId="644873091" sldId="1154"/>
            <ac:cxnSpMk id="1573" creationId="{9381455B-8C6A-E6F1-10CC-D7CD0D52C7BD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22:19.587" v="5502" actId="14100"/>
          <ac:cxnSpMkLst>
            <pc:docMk/>
            <pc:sldMk cId="644873091" sldId="1154"/>
            <ac:cxnSpMk id="1576" creationId="{341048BF-3618-83C4-899E-31B59CBB7FA1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34:42.608" v="5685" actId="14100"/>
          <ac:cxnSpMkLst>
            <pc:docMk/>
            <pc:sldMk cId="644873091" sldId="1154"/>
            <ac:cxnSpMk id="1663" creationId="{969B2CF9-EB38-E809-ACBC-87D0E9054C11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34:56.904" v="5690" actId="14100"/>
          <ac:cxnSpMkLst>
            <pc:docMk/>
            <pc:sldMk cId="644873091" sldId="1154"/>
            <ac:cxnSpMk id="1665" creationId="{09A51B6C-6C0C-EFAE-B56B-23938C6DA060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35:01.750" v="5692" actId="1076"/>
          <ac:cxnSpMkLst>
            <pc:docMk/>
            <pc:sldMk cId="644873091" sldId="1154"/>
            <ac:cxnSpMk id="1669" creationId="{4D240CBC-2D24-8314-9FE2-536284B97DE8}"/>
          </ac:cxnSpMkLst>
        </pc:cxnChg>
        <pc:cxnChg chg="add mod">
          <ac:chgData name="Gareth Thomson | Football Queensland" userId="45505d28-f665-4546-80c4-7c2d16b5a302" providerId="ADAL" clId="{554FE7FD-D18D-4BB5-A4B8-9C51F228B7BB}" dt="2024-11-04T10:35:04.825" v="5694" actId="1076"/>
          <ac:cxnSpMkLst>
            <pc:docMk/>
            <pc:sldMk cId="644873091" sldId="1154"/>
            <ac:cxnSpMk id="1670" creationId="{E32C6A57-E4B3-A26E-0E7E-C789928B13D9}"/>
          </ac:cxnSpMkLst>
        </pc:cxnChg>
      </pc:sldChg>
      <pc:sldChg chg="modSp add mod">
        <pc:chgData name="Gareth Thomson | Football Queensland" userId="45505d28-f665-4546-80c4-7c2d16b5a302" providerId="ADAL" clId="{554FE7FD-D18D-4BB5-A4B8-9C51F228B7BB}" dt="2024-11-04T10:43:51.486" v="6529" actId="113"/>
        <pc:sldMkLst>
          <pc:docMk/>
          <pc:sldMk cId="1948147583" sldId="1155"/>
        </pc:sldMkLst>
        <pc:spChg chg="mod">
          <ac:chgData name="Gareth Thomson | Football Queensland" userId="45505d28-f665-4546-80c4-7c2d16b5a302" providerId="ADAL" clId="{554FE7FD-D18D-4BB5-A4B8-9C51F228B7BB}" dt="2024-11-04T10:43:51.486" v="6529" actId="113"/>
          <ac:spMkLst>
            <pc:docMk/>
            <pc:sldMk cId="1948147583" sldId="1155"/>
            <ac:spMk id="17" creationId="{8C3677D2-CEC8-91F0-6E9B-B32F0D3B36D7}"/>
          </ac:spMkLst>
        </pc:spChg>
      </pc:sldChg>
      <pc:sldChg chg="addSp delSp modSp add del mod modAnim">
        <pc:chgData name="Gareth Thomson | Football Queensland" userId="45505d28-f665-4546-80c4-7c2d16b5a302" providerId="ADAL" clId="{554FE7FD-D18D-4BB5-A4B8-9C51F228B7BB}" dt="2024-11-04T11:01:48.287" v="6600" actId="47"/>
        <pc:sldMkLst>
          <pc:docMk/>
          <pc:sldMk cId="1497076577" sldId="1156"/>
        </pc:sldMkLst>
        <pc:spChg chg="add mod">
          <ac:chgData name="Gareth Thomson | Football Queensland" userId="45505d28-f665-4546-80c4-7c2d16b5a302" providerId="ADAL" clId="{554FE7FD-D18D-4BB5-A4B8-9C51F228B7BB}" dt="2024-11-04T10:46:32.402" v="6579" actId="14100"/>
          <ac:spMkLst>
            <pc:docMk/>
            <pc:sldMk cId="1497076577" sldId="1156"/>
            <ac:spMk id="2" creationId="{9F21F0B3-25E1-1F87-8B3D-31AF4F28E4C4}"/>
          </ac:spMkLst>
        </pc:spChg>
        <pc:spChg chg="add mod">
          <ac:chgData name="Gareth Thomson | Football Queensland" userId="45505d28-f665-4546-80c4-7c2d16b5a302" providerId="ADAL" clId="{554FE7FD-D18D-4BB5-A4B8-9C51F228B7BB}" dt="2024-11-04T10:46:32.402" v="6579" actId="14100"/>
          <ac:spMkLst>
            <pc:docMk/>
            <pc:sldMk cId="1497076577" sldId="1156"/>
            <ac:spMk id="3" creationId="{EA9FA53A-D906-6601-BD90-B7BA1336E9EB}"/>
          </ac:spMkLst>
        </pc:spChg>
        <pc:spChg chg="add mod">
          <ac:chgData name="Gareth Thomson | Football Queensland" userId="45505d28-f665-4546-80c4-7c2d16b5a302" providerId="ADAL" clId="{554FE7FD-D18D-4BB5-A4B8-9C51F228B7BB}" dt="2024-11-04T10:46:32.402" v="6579" actId="14100"/>
          <ac:spMkLst>
            <pc:docMk/>
            <pc:sldMk cId="1497076577" sldId="1156"/>
            <ac:spMk id="7" creationId="{1D18CB3C-868C-E196-ECCC-651C97C402A5}"/>
          </ac:spMkLst>
        </pc:spChg>
        <pc:spChg chg="del">
          <ac:chgData name="Gareth Thomson | Football Queensland" userId="45505d28-f665-4546-80c4-7c2d16b5a302" providerId="ADAL" clId="{554FE7FD-D18D-4BB5-A4B8-9C51F228B7BB}" dt="2024-11-04T10:45:29.258" v="6554" actId="478"/>
          <ac:spMkLst>
            <pc:docMk/>
            <pc:sldMk cId="1497076577" sldId="1156"/>
            <ac:spMk id="17" creationId="{D58C0994-DC58-105B-72BA-87942D771E28}"/>
          </ac:spMkLst>
        </pc:spChg>
        <pc:spChg chg="del">
          <ac:chgData name="Gareth Thomson | Football Queensland" userId="45505d28-f665-4546-80c4-7c2d16b5a302" providerId="ADAL" clId="{554FE7FD-D18D-4BB5-A4B8-9C51F228B7BB}" dt="2024-11-04T10:45:25.986" v="6553" actId="478"/>
          <ac:spMkLst>
            <pc:docMk/>
            <pc:sldMk cId="1497076577" sldId="1156"/>
            <ac:spMk id="23" creationId="{4DF324B5-C51D-F027-78B5-4CE9014178F9}"/>
          </ac:spMkLst>
        </pc:spChg>
        <pc:spChg chg="del">
          <ac:chgData name="Gareth Thomson | Football Queensland" userId="45505d28-f665-4546-80c4-7c2d16b5a302" providerId="ADAL" clId="{554FE7FD-D18D-4BB5-A4B8-9C51F228B7BB}" dt="2024-11-04T10:45:25.986" v="6553" actId="478"/>
          <ac:spMkLst>
            <pc:docMk/>
            <pc:sldMk cId="1497076577" sldId="1156"/>
            <ac:spMk id="24" creationId="{25D90444-8734-0FE5-53EC-04E74267CCC5}"/>
          </ac:spMkLst>
        </pc:spChg>
        <pc:graphicFrameChg chg="del">
          <ac:chgData name="Gareth Thomson | Football Queensland" userId="45505d28-f665-4546-80c4-7c2d16b5a302" providerId="ADAL" clId="{554FE7FD-D18D-4BB5-A4B8-9C51F228B7BB}" dt="2024-11-04T10:45:25.986" v="6553" actId="478"/>
          <ac:graphicFrameMkLst>
            <pc:docMk/>
            <pc:sldMk cId="1497076577" sldId="1156"/>
            <ac:graphicFrameMk id="15" creationId="{7C6197B8-BA71-A02C-3375-F119540BB3C6}"/>
          </ac:graphicFrameMkLst>
        </pc:graphicFrameChg>
        <pc:graphicFrameChg chg="del">
          <ac:chgData name="Gareth Thomson | Football Queensland" userId="45505d28-f665-4546-80c4-7c2d16b5a302" providerId="ADAL" clId="{554FE7FD-D18D-4BB5-A4B8-9C51F228B7BB}" dt="2024-11-04T10:45:25.986" v="6553" actId="478"/>
          <ac:graphicFrameMkLst>
            <pc:docMk/>
            <pc:sldMk cId="1497076577" sldId="1156"/>
            <ac:graphicFrameMk id="16" creationId="{E06935F3-1BF0-4118-8B18-B029A4DF45D6}"/>
          </ac:graphicFrameMkLst>
        </pc:graphicFrameChg>
        <pc:graphicFrameChg chg="del">
          <ac:chgData name="Gareth Thomson | Football Queensland" userId="45505d28-f665-4546-80c4-7c2d16b5a302" providerId="ADAL" clId="{554FE7FD-D18D-4BB5-A4B8-9C51F228B7BB}" dt="2024-11-04T10:45:25.986" v="6553" actId="478"/>
          <ac:graphicFrameMkLst>
            <pc:docMk/>
            <pc:sldMk cId="1497076577" sldId="1156"/>
            <ac:graphicFrameMk id="18" creationId="{1644D274-AD24-6C44-C9CF-5ABCB19A34CE}"/>
          </ac:graphicFrameMkLst>
        </pc:graphicFrameChg>
        <pc:graphicFrameChg chg="del">
          <ac:chgData name="Gareth Thomson | Football Queensland" userId="45505d28-f665-4546-80c4-7c2d16b5a302" providerId="ADAL" clId="{554FE7FD-D18D-4BB5-A4B8-9C51F228B7BB}" dt="2024-11-04T10:45:25.986" v="6553" actId="478"/>
          <ac:graphicFrameMkLst>
            <pc:docMk/>
            <pc:sldMk cId="1497076577" sldId="1156"/>
            <ac:graphicFrameMk id="19" creationId="{5AA52628-5985-7617-75C5-04038CBC0355}"/>
          </ac:graphicFrameMkLst>
        </pc:graphicFrameChg>
        <pc:picChg chg="add mod">
          <ac:chgData name="Gareth Thomson | Football Queensland" userId="45505d28-f665-4546-80c4-7c2d16b5a302" providerId="ADAL" clId="{554FE7FD-D18D-4BB5-A4B8-9C51F228B7BB}" dt="2024-11-04T10:46:32.402" v="6579" actId="14100"/>
          <ac:picMkLst>
            <pc:docMk/>
            <pc:sldMk cId="1497076577" sldId="1156"/>
            <ac:picMk id="6" creationId="{9C742097-5B12-0365-3E3D-23A82EBF4A42}"/>
          </ac:picMkLst>
        </pc:picChg>
        <pc:picChg chg="mod">
          <ac:chgData name="Gareth Thomson | Football Queensland" userId="45505d28-f665-4546-80c4-7c2d16b5a302" providerId="ADAL" clId="{554FE7FD-D18D-4BB5-A4B8-9C51F228B7BB}" dt="2024-11-04T10:46:43.962" v="6584" actId="1076"/>
          <ac:picMkLst>
            <pc:docMk/>
            <pc:sldMk cId="1497076577" sldId="1156"/>
            <ac:picMk id="8" creationId="{B24F6D94-CC87-65AC-FB1D-0305663F681B}"/>
          </ac:picMkLst>
        </pc:picChg>
        <pc:picChg chg="add mod">
          <ac:chgData name="Gareth Thomson | Football Queensland" userId="45505d28-f665-4546-80c4-7c2d16b5a302" providerId="ADAL" clId="{554FE7FD-D18D-4BB5-A4B8-9C51F228B7BB}" dt="2024-11-04T11:00:21.833" v="6598" actId="1076"/>
          <ac:picMkLst>
            <pc:docMk/>
            <pc:sldMk cId="1497076577" sldId="1156"/>
            <ac:picMk id="10" creationId="{0DBA5A62-157A-DFE4-5B5A-AC37073A7DF3}"/>
          </ac:picMkLst>
        </pc:picChg>
        <pc:picChg chg="add mod">
          <ac:chgData name="Gareth Thomson | Football Queensland" userId="45505d28-f665-4546-80c4-7c2d16b5a302" providerId="ADAL" clId="{554FE7FD-D18D-4BB5-A4B8-9C51F228B7BB}" dt="2024-11-04T11:00:24.278" v="6599" actId="1076"/>
          <ac:picMkLst>
            <pc:docMk/>
            <pc:sldMk cId="1497076577" sldId="1156"/>
            <ac:picMk id="11" creationId="{0705D18F-9813-81EF-22C0-003E1D607E7D}"/>
          </ac:picMkLst>
        </pc:picChg>
        <pc:picChg chg="del">
          <ac:chgData name="Gareth Thomson | Football Queensland" userId="45505d28-f665-4546-80c4-7c2d16b5a302" providerId="ADAL" clId="{554FE7FD-D18D-4BB5-A4B8-9C51F228B7BB}" dt="2024-11-04T10:45:25.986" v="6553" actId="478"/>
          <ac:picMkLst>
            <pc:docMk/>
            <pc:sldMk cId="1497076577" sldId="1156"/>
            <ac:picMk id="21" creationId="{2533DB9A-6008-8A54-8B07-8321594A4B38}"/>
          </ac:picMkLst>
        </pc:picChg>
        <pc:picChg chg="del">
          <ac:chgData name="Gareth Thomson | Football Queensland" userId="45505d28-f665-4546-80c4-7c2d16b5a302" providerId="ADAL" clId="{554FE7FD-D18D-4BB5-A4B8-9C51F228B7BB}" dt="2024-11-04T10:45:25.986" v="6553" actId="478"/>
          <ac:picMkLst>
            <pc:docMk/>
            <pc:sldMk cId="1497076577" sldId="1156"/>
            <ac:picMk id="22" creationId="{C3A14785-50AF-2BDB-E0B3-DB27BFBF04C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609E8-29C0-4514-9626-71BCD535B57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4AD8C-D249-41E2-9AD5-01E7D7FA41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281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DA93-E1DF-BCBC-29ED-EEB713F3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9E44B-8631-785C-11FD-99B32FC11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EA03A-BC5A-CE6A-6BC0-C18865019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F3551-8BC2-0B06-A67E-0460CBFB0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B6D63-1D62-FC4D-8BBE-741C2DEBE4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48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596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54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740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87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80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49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48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781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435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99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42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AD456-B02C-44A6-9C72-D59A80AD1562}" type="datetimeFigureOut">
              <a:rPr lang="en-AU" smtClean="0"/>
              <a:t>13/11/2024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635DC-D3AC-4B62-9C52-AA0F50A12C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578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F81E-D8FB-8C57-B76F-1E045983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A9A8BE-299D-E042-1F4A-8F244C97D1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96415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B68888-B45C-E96F-BF74-545B851282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98207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929257-86B4-8360-5177-98947B45D6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AA1C526-0FE0-6CC9-F277-860398FF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812"/>
          <a:stretch/>
        </p:blipFill>
        <p:spPr>
          <a:xfrm>
            <a:off x="0" y="-5971"/>
            <a:ext cx="9906000" cy="867230"/>
          </a:xfrm>
          <a:prstGeom prst="rect">
            <a:avLst/>
          </a:prstGeom>
        </p:spPr>
      </p:pic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D0DFB5E7-B8CD-4092-F077-5C3A92F54116}"/>
              </a:ext>
            </a:extLst>
          </p:cNvPr>
          <p:cNvSpPr txBox="1"/>
          <p:nvPr/>
        </p:nvSpPr>
        <p:spPr>
          <a:xfrm>
            <a:off x="944470" y="2941367"/>
            <a:ext cx="801706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>
              <a:defRPr/>
            </a:pPr>
            <a:r>
              <a:rPr lang="en-AU" sz="5850" b="1">
                <a:solidFill>
                  <a:prstClr val="white"/>
                </a:solidFill>
                <a:latin typeface="Gibson" panose="02000000000000000000" pitchFamily="50" charset="0"/>
              </a:rPr>
              <a:t>FOUR CORE SKILLS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A4C7C-8D9D-68AA-EDB7-2A564E4014B5}"/>
              </a:ext>
            </a:extLst>
          </p:cNvPr>
          <p:cNvSpPr txBox="1"/>
          <p:nvPr/>
        </p:nvSpPr>
        <p:spPr>
          <a:xfrm>
            <a:off x="557005" y="7115"/>
            <a:ext cx="8791988" cy="842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>
              <a:buClr>
                <a:srgbClr val="009A45"/>
              </a:buClr>
              <a:defRPr/>
            </a:pPr>
            <a:r>
              <a:rPr lang="en-US" sz="4800" b="1" dirty="0">
                <a:solidFill>
                  <a:schemeClr val="bg1"/>
                </a:solidFill>
                <a:latin typeface="Gibson" panose="02000000000000000000" pitchFamily="50" charset="0"/>
              </a:rPr>
              <a:t>TECHNICAL SKILL</a:t>
            </a:r>
            <a:endParaRPr lang="en-US" sz="4800" b="1" dirty="0">
              <a:solidFill>
                <a:srgbClr val="FFFF00"/>
              </a:solidFill>
              <a:latin typeface="Gibson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B09D16-8929-D682-7F80-576F2A75C990}"/>
              </a:ext>
            </a:extLst>
          </p:cNvPr>
          <p:cNvSpPr/>
          <p:nvPr/>
        </p:nvSpPr>
        <p:spPr>
          <a:xfrm>
            <a:off x="-1" y="833553"/>
            <a:ext cx="9906000" cy="4935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ibson" panose="02000000000000000000" pitchFamily="50" charset="0"/>
              </a:rPr>
              <a:t>Session Objective: </a:t>
            </a:r>
            <a:r>
              <a:rPr lang="en-A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ibson" panose="02000000000000000000" pitchFamily="50" charset="0"/>
              </a:rPr>
              <a:t>What technical skill are you trying to improve?</a:t>
            </a:r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1D98EF70-D86E-61CE-42BE-51D368547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143" y="-221977"/>
            <a:ext cx="2309763" cy="129924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AD6CD21-F419-BCF4-A81D-C733EB414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96415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83DC7-1B9E-145F-22C3-1B3027FC9E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98207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18DBD31E-0837-7868-FFF3-2BB4507F79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3908324"/>
            <a:ext cx="3309585" cy="2949676"/>
          </a:xfrm>
          <a:prstGeom prst="rect">
            <a:avLst/>
          </a:prstGeom>
          <a:solidFill>
            <a:srgbClr val="81B86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03" name="Group 1502">
            <a:extLst>
              <a:ext uri="{FF2B5EF4-FFF2-40B4-BE49-F238E27FC236}">
                <a16:creationId xmlns:a16="http://schemas.microsoft.com/office/drawing/2014/main" id="{6D04B09D-FF80-9994-EEF0-E641763C846E}"/>
              </a:ext>
            </a:extLst>
          </p:cNvPr>
          <p:cNvGrpSpPr>
            <a:grpSpLocks noChangeAspect="1"/>
          </p:cNvGrpSpPr>
          <p:nvPr/>
        </p:nvGrpSpPr>
        <p:grpSpPr>
          <a:xfrm rot="5561066">
            <a:off x="3809876" y="4449110"/>
            <a:ext cx="112126" cy="259829"/>
            <a:chOff x="1602703" y="2229009"/>
            <a:chExt cx="234943" cy="518847"/>
          </a:xfrm>
          <a:solidFill>
            <a:srgbClr val="FFFF00"/>
          </a:solidFill>
        </p:grpSpPr>
        <p:sp>
          <p:nvSpPr>
            <p:cNvPr id="1504" name="Chord 1503">
              <a:extLst>
                <a:ext uri="{FF2B5EF4-FFF2-40B4-BE49-F238E27FC236}">
                  <a16:creationId xmlns:a16="http://schemas.microsoft.com/office/drawing/2014/main" id="{0A006E99-CBE2-D3A6-3B11-2C5090AD3847}"/>
                </a:ext>
              </a:extLst>
            </p:cNvPr>
            <p:cNvSpPr/>
            <p:nvPr/>
          </p:nvSpPr>
          <p:spPr>
            <a:xfrm rot="15788903">
              <a:off x="1711377" y="2669628"/>
              <a:ext cx="74685" cy="81771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5" name="Chord 1504">
              <a:extLst>
                <a:ext uri="{FF2B5EF4-FFF2-40B4-BE49-F238E27FC236}">
                  <a16:creationId xmlns:a16="http://schemas.microsoft.com/office/drawing/2014/main" id="{4E7E12F4-24D0-D9D1-53B6-95974B2C17F2}"/>
                </a:ext>
              </a:extLst>
            </p:cNvPr>
            <p:cNvSpPr/>
            <p:nvPr/>
          </p:nvSpPr>
          <p:spPr>
            <a:xfrm rot="8436859">
              <a:off x="1707359" y="2229009"/>
              <a:ext cx="81772" cy="74685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6" name="Freeform 27">
              <a:extLst>
                <a:ext uri="{FF2B5EF4-FFF2-40B4-BE49-F238E27FC236}">
                  <a16:creationId xmlns:a16="http://schemas.microsoft.com/office/drawing/2014/main" id="{E8E2FAE4-64EE-8913-A345-4B8475B33419}"/>
                </a:ext>
              </a:extLst>
            </p:cNvPr>
            <p:cNvSpPr/>
            <p:nvPr/>
          </p:nvSpPr>
          <p:spPr>
            <a:xfrm rot="5400000">
              <a:off x="1471040" y="2392356"/>
              <a:ext cx="453638" cy="190312"/>
            </a:xfrm>
            <a:custGeom>
              <a:avLst/>
              <a:gdLst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300942 w 432121"/>
                <a:gd name="connsiteY16" fmla="*/ 123463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298514 w 432121"/>
                <a:gd name="connsiteY16" fmla="*/ 121035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54"/>
                <a:gd name="connsiteX1" fmla="*/ 84881 w 432121"/>
                <a:gd name="connsiteY1" fmla="*/ 23149 h 165954"/>
                <a:gd name="connsiteX2" fmla="*/ 84881 w 432121"/>
                <a:gd name="connsiteY2" fmla="*/ 23149 h 165954"/>
                <a:gd name="connsiteX3" fmla="*/ 115747 w 432121"/>
                <a:gd name="connsiteY3" fmla="*/ 46299 h 165954"/>
                <a:gd name="connsiteX4" fmla="*/ 123463 w 432121"/>
                <a:gd name="connsiteY4" fmla="*/ 69448 h 165954"/>
                <a:gd name="connsiteX5" fmla="*/ 131180 w 432121"/>
                <a:gd name="connsiteY5" fmla="*/ 84881 h 165954"/>
                <a:gd name="connsiteX6" fmla="*/ 146613 w 432121"/>
                <a:gd name="connsiteY6" fmla="*/ 104172 h 165954"/>
                <a:gd name="connsiteX7" fmla="*/ 154329 w 432121"/>
                <a:gd name="connsiteY7" fmla="*/ 111888 h 165954"/>
                <a:gd name="connsiteX8" fmla="*/ 158187 w 432121"/>
                <a:gd name="connsiteY8" fmla="*/ 119605 h 165954"/>
                <a:gd name="connsiteX9" fmla="*/ 169762 w 432121"/>
                <a:gd name="connsiteY9" fmla="*/ 135038 h 165954"/>
                <a:gd name="connsiteX10" fmla="*/ 185195 w 432121"/>
                <a:gd name="connsiteY10" fmla="*/ 142754 h 165954"/>
                <a:gd name="connsiteX11" fmla="*/ 200628 w 432121"/>
                <a:gd name="connsiteY11" fmla="*/ 150471 h 165954"/>
                <a:gd name="connsiteX12" fmla="*/ 223777 w 432121"/>
                <a:gd name="connsiteY12" fmla="*/ 154329 h 165954"/>
                <a:gd name="connsiteX13" fmla="*/ 235352 w 432121"/>
                <a:gd name="connsiteY13" fmla="*/ 154329 h 165954"/>
                <a:gd name="connsiteX14" fmla="*/ 235352 w 432121"/>
                <a:gd name="connsiteY14" fmla="*/ 154329 h 165954"/>
                <a:gd name="connsiteX15" fmla="*/ 277792 w 432121"/>
                <a:gd name="connsiteY15" fmla="*/ 135038 h 165954"/>
                <a:gd name="connsiteX16" fmla="*/ 298514 w 432121"/>
                <a:gd name="connsiteY16" fmla="*/ 121035 h 165954"/>
                <a:gd name="connsiteX17" fmla="*/ 308658 w 432121"/>
                <a:gd name="connsiteY17" fmla="*/ 100314 h 165954"/>
                <a:gd name="connsiteX18" fmla="*/ 316375 w 432121"/>
                <a:gd name="connsiteY18" fmla="*/ 84881 h 165954"/>
                <a:gd name="connsiteX19" fmla="*/ 320233 w 432121"/>
                <a:gd name="connsiteY19" fmla="*/ 69448 h 165954"/>
                <a:gd name="connsiteX20" fmla="*/ 320233 w 432121"/>
                <a:gd name="connsiteY20" fmla="*/ 50157 h 165954"/>
                <a:gd name="connsiteX21" fmla="*/ 324091 w 432121"/>
                <a:gd name="connsiteY21" fmla="*/ 30866 h 165954"/>
                <a:gd name="connsiteX22" fmla="*/ 385823 w 432121"/>
                <a:gd name="connsiteY22" fmla="*/ 0 h 165954"/>
                <a:gd name="connsiteX23" fmla="*/ 432121 w 432121"/>
                <a:gd name="connsiteY23" fmla="*/ 92597 h 165954"/>
                <a:gd name="connsiteX24" fmla="*/ 416689 w 432121"/>
                <a:gd name="connsiteY24" fmla="*/ 104172 h 165954"/>
                <a:gd name="connsiteX25" fmla="*/ 397397 w 432121"/>
                <a:gd name="connsiteY25" fmla="*/ 119605 h 165954"/>
                <a:gd name="connsiteX26" fmla="*/ 397397 w 432121"/>
                <a:gd name="connsiteY26" fmla="*/ 119605 h 165954"/>
                <a:gd name="connsiteX27" fmla="*/ 351099 w 432121"/>
                <a:gd name="connsiteY27" fmla="*/ 138896 h 165954"/>
                <a:gd name="connsiteX28" fmla="*/ 316375 w 432121"/>
                <a:gd name="connsiteY28" fmla="*/ 146613 h 165954"/>
                <a:gd name="connsiteX29" fmla="*/ 277575 w 432121"/>
                <a:gd name="connsiteY29" fmla="*/ 159184 h 165954"/>
                <a:gd name="connsiteX30" fmla="*/ 235352 w 432121"/>
                <a:gd name="connsiteY30" fmla="*/ 165904 h 165954"/>
                <a:gd name="connsiteX31" fmla="*/ 200628 w 432121"/>
                <a:gd name="connsiteY31" fmla="*/ 162045 h 165954"/>
                <a:gd name="connsiteX32" fmla="*/ 162046 w 432121"/>
                <a:gd name="connsiteY32" fmla="*/ 158187 h 165954"/>
                <a:gd name="connsiteX33" fmla="*/ 115747 w 432121"/>
                <a:gd name="connsiteY33" fmla="*/ 150471 h 165954"/>
                <a:gd name="connsiteX34" fmla="*/ 81023 w 432121"/>
                <a:gd name="connsiteY34" fmla="*/ 142754 h 165954"/>
                <a:gd name="connsiteX35" fmla="*/ 81023 w 432121"/>
                <a:gd name="connsiteY35" fmla="*/ 142754 h 165954"/>
                <a:gd name="connsiteX36" fmla="*/ 34724 w 432121"/>
                <a:gd name="connsiteY36" fmla="*/ 119605 h 165954"/>
                <a:gd name="connsiteX37" fmla="*/ 19291 w 432121"/>
                <a:gd name="connsiteY37" fmla="*/ 111888 h 165954"/>
                <a:gd name="connsiteX38" fmla="*/ 0 w 432121"/>
                <a:gd name="connsiteY38" fmla="*/ 92597 h 165954"/>
                <a:gd name="connsiteX39" fmla="*/ 50157 w 432121"/>
                <a:gd name="connsiteY39" fmla="*/ 0 h 165954"/>
                <a:gd name="connsiteX0" fmla="*/ 50157 w 432121"/>
                <a:gd name="connsiteY0" fmla="*/ 0 h 165944"/>
                <a:gd name="connsiteX1" fmla="*/ 84881 w 432121"/>
                <a:gd name="connsiteY1" fmla="*/ 23149 h 165944"/>
                <a:gd name="connsiteX2" fmla="*/ 84881 w 432121"/>
                <a:gd name="connsiteY2" fmla="*/ 23149 h 165944"/>
                <a:gd name="connsiteX3" fmla="*/ 115747 w 432121"/>
                <a:gd name="connsiteY3" fmla="*/ 46299 h 165944"/>
                <a:gd name="connsiteX4" fmla="*/ 123463 w 432121"/>
                <a:gd name="connsiteY4" fmla="*/ 69448 h 165944"/>
                <a:gd name="connsiteX5" fmla="*/ 131180 w 432121"/>
                <a:gd name="connsiteY5" fmla="*/ 84881 h 165944"/>
                <a:gd name="connsiteX6" fmla="*/ 146613 w 432121"/>
                <a:gd name="connsiteY6" fmla="*/ 104172 h 165944"/>
                <a:gd name="connsiteX7" fmla="*/ 154329 w 432121"/>
                <a:gd name="connsiteY7" fmla="*/ 111888 h 165944"/>
                <a:gd name="connsiteX8" fmla="*/ 158187 w 432121"/>
                <a:gd name="connsiteY8" fmla="*/ 119605 h 165944"/>
                <a:gd name="connsiteX9" fmla="*/ 169762 w 432121"/>
                <a:gd name="connsiteY9" fmla="*/ 135038 h 165944"/>
                <a:gd name="connsiteX10" fmla="*/ 185195 w 432121"/>
                <a:gd name="connsiteY10" fmla="*/ 142754 h 165944"/>
                <a:gd name="connsiteX11" fmla="*/ 200628 w 432121"/>
                <a:gd name="connsiteY11" fmla="*/ 150471 h 165944"/>
                <a:gd name="connsiteX12" fmla="*/ 223777 w 432121"/>
                <a:gd name="connsiteY12" fmla="*/ 154329 h 165944"/>
                <a:gd name="connsiteX13" fmla="*/ 235352 w 432121"/>
                <a:gd name="connsiteY13" fmla="*/ 154329 h 165944"/>
                <a:gd name="connsiteX14" fmla="*/ 235352 w 432121"/>
                <a:gd name="connsiteY14" fmla="*/ 154329 h 165944"/>
                <a:gd name="connsiteX15" fmla="*/ 277792 w 432121"/>
                <a:gd name="connsiteY15" fmla="*/ 135038 h 165944"/>
                <a:gd name="connsiteX16" fmla="*/ 298514 w 432121"/>
                <a:gd name="connsiteY16" fmla="*/ 121035 h 165944"/>
                <a:gd name="connsiteX17" fmla="*/ 308658 w 432121"/>
                <a:gd name="connsiteY17" fmla="*/ 100314 h 165944"/>
                <a:gd name="connsiteX18" fmla="*/ 316375 w 432121"/>
                <a:gd name="connsiteY18" fmla="*/ 84881 h 165944"/>
                <a:gd name="connsiteX19" fmla="*/ 320233 w 432121"/>
                <a:gd name="connsiteY19" fmla="*/ 69448 h 165944"/>
                <a:gd name="connsiteX20" fmla="*/ 320233 w 432121"/>
                <a:gd name="connsiteY20" fmla="*/ 50157 h 165944"/>
                <a:gd name="connsiteX21" fmla="*/ 324091 w 432121"/>
                <a:gd name="connsiteY21" fmla="*/ 30866 h 165944"/>
                <a:gd name="connsiteX22" fmla="*/ 385823 w 432121"/>
                <a:gd name="connsiteY22" fmla="*/ 0 h 165944"/>
                <a:gd name="connsiteX23" fmla="*/ 432121 w 432121"/>
                <a:gd name="connsiteY23" fmla="*/ 92597 h 165944"/>
                <a:gd name="connsiteX24" fmla="*/ 416689 w 432121"/>
                <a:gd name="connsiteY24" fmla="*/ 104172 h 165944"/>
                <a:gd name="connsiteX25" fmla="*/ 397397 w 432121"/>
                <a:gd name="connsiteY25" fmla="*/ 119605 h 165944"/>
                <a:gd name="connsiteX26" fmla="*/ 397397 w 432121"/>
                <a:gd name="connsiteY26" fmla="*/ 119605 h 165944"/>
                <a:gd name="connsiteX27" fmla="*/ 351099 w 432121"/>
                <a:gd name="connsiteY27" fmla="*/ 138896 h 165944"/>
                <a:gd name="connsiteX28" fmla="*/ 316375 w 432121"/>
                <a:gd name="connsiteY28" fmla="*/ 146613 h 165944"/>
                <a:gd name="connsiteX29" fmla="*/ 277575 w 432121"/>
                <a:gd name="connsiteY29" fmla="*/ 159184 h 165944"/>
                <a:gd name="connsiteX30" fmla="*/ 235352 w 432121"/>
                <a:gd name="connsiteY30" fmla="*/ 165904 h 165944"/>
                <a:gd name="connsiteX31" fmla="*/ 200628 w 432121"/>
                <a:gd name="connsiteY31" fmla="*/ 162045 h 165944"/>
                <a:gd name="connsiteX32" fmla="*/ 162046 w 432121"/>
                <a:gd name="connsiteY32" fmla="*/ 163042 h 165944"/>
                <a:gd name="connsiteX33" fmla="*/ 115747 w 432121"/>
                <a:gd name="connsiteY33" fmla="*/ 150471 h 165944"/>
                <a:gd name="connsiteX34" fmla="*/ 81023 w 432121"/>
                <a:gd name="connsiteY34" fmla="*/ 142754 h 165944"/>
                <a:gd name="connsiteX35" fmla="*/ 81023 w 432121"/>
                <a:gd name="connsiteY35" fmla="*/ 142754 h 165944"/>
                <a:gd name="connsiteX36" fmla="*/ 34724 w 432121"/>
                <a:gd name="connsiteY36" fmla="*/ 119605 h 165944"/>
                <a:gd name="connsiteX37" fmla="*/ 19291 w 432121"/>
                <a:gd name="connsiteY37" fmla="*/ 111888 h 165944"/>
                <a:gd name="connsiteX38" fmla="*/ 0 w 432121"/>
                <a:gd name="connsiteY38" fmla="*/ 92597 h 165944"/>
                <a:gd name="connsiteX39" fmla="*/ 50157 w 432121"/>
                <a:gd name="connsiteY39" fmla="*/ 0 h 165944"/>
                <a:gd name="connsiteX0" fmla="*/ 50157 w 432121"/>
                <a:gd name="connsiteY0" fmla="*/ 0 h 174208"/>
                <a:gd name="connsiteX1" fmla="*/ 84881 w 432121"/>
                <a:gd name="connsiteY1" fmla="*/ 23149 h 174208"/>
                <a:gd name="connsiteX2" fmla="*/ 84881 w 432121"/>
                <a:gd name="connsiteY2" fmla="*/ 23149 h 174208"/>
                <a:gd name="connsiteX3" fmla="*/ 115747 w 432121"/>
                <a:gd name="connsiteY3" fmla="*/ 46299 h 174208"/>
                <a:gd name="connsiteX4" fmla="*/ 123463 w 432121"/>
                <a:gd name="connsiteY4" fmla="*/ 69448 h 174208"/>
                <a:gd name="connsiteX5" fmla="*/ 131180 w 432121"/>
                <a:gd name="connsiteY5" fmla="*/ 84881 h 174208"/>
                <a:gd name="connsiteX6" fmla="*/ 146613 w 432121"/>
                <a:gd name="connsiteY6" fmla="*/ 104172 h 174208"/>
                <a:gd name="connsiteX7" fmla="*/ 154329 w 432121"/>
                <a:gd name="connsiteY7" fmla="*/ 111888 h 174208"/>
                <a:gd name="connsiteX8" fmla="*/ 158187 w 432121"/>
                <a:gd name="connsiteY8" fmla="*/ 119605 h 174208"/>
                <a:gd name="connsiteX9" fmla="*/ 169762 w 432121"/>
                <a:gd name="connsiteY9" fmla="*/ 135038 h 174208"/>
                <a:gd name="connsiteX10" fmla="*/ 185195 w 432121"/>
                <a:gd name="connsiteY10" fmla="*/ 142754 h 174208"/>
                <a:gd name="connsiteX11" fmla="*/ 200628 w 432121"/>
                <a:gd name="connsiteY11" fmla="*/ 150471 h 174208"/>
                <a:gd name="connsiteX12" fmla="*/ 223777 w 432121"/>
                <a:gd name="connsiteY12" fmla="*/ 154329 h 174208"/>
                <a:gd name="connsiteX13" fmla="*/ 235352 w 432121"/>
                <a:gd name="connsiteY13" fmla="*/ 154329 h 174208"/>
                <a:gd name="connsiteX14" fmla="*/ 235352 w 432121"/>
                <a:gd name="connsiteY14" fmla="*/ 154329 h 174208"/>
                <a:gd name="connsiteX15" fmla="*/ 277792 w 432121"/>
                <a:gd name="connsiteY15" fmla="*/ 135038 h 174208"/>
                <a:gd name="connsiteX16" fmla="*/ 298514 w 432121"/>
                <a:gd name="connsiteY16" fmla="*/ 121035 h 174208"/>
                <a:gd name="connsiteX17" fmla="*/ 308658 w 432121"/>
                <a:gd name="connsiteY17" fmla="*/ 100314 h 174208"/>
                <a:gd name="connsiteX18" fmla="*/ 316375 w 432121"/>
                <a:gd name="connsiteY18" fmla="*/ 84881 h 174208"/>
                <a:gd name="connsiteX19" fmla="*/ 320233 w 432121"/>
                <a:gd name="connsiteY19" fmla="*/ 69448 h 174208"/>
                <a:gd name="connsiteX20" fmla="*/ 320233 w 432121"/>
                <a:gd name="connsiteY20" fmla="*/ 50157 h 174208"/>
                <a:gd name="connsiteX21" fmla="*/ 324091 w 432121"/>
                <a:gd name="connsiteY21" fmla="*/ 30866 h 174208"/>
                <a:gd name="connsiteX22" fmla="*/ 385823 w 432121"/>
                <a:gd name="connsiteY22" fmla="*/ 0 h 174208"/>
                <a:gd name="connsiteX23" fmla="*/ 432121 w 432121"/>
                <a:gd name="connsiteY23" fmla="*/ 92597 h 174208"/>
                <a:gd name="connsiteX24" fmla="*/ 416689 w 432121"/>
                <a:gd name="connsiteY24" fmla="*/ 104172 h 174208"/>
                <a:gd name="connsiteX25" fmla="*/ 397397 w 432121"/>
                <a:gd name="connsiteY25" fmla="*/ 119605 h 174208"/>
                <a:gd name="connsiteX26" fmla="*/ 397397 w 432121"/>
                <a:gd name="connsiteY26" fmla="*/ 119605 h 174208"/>
                <a:gd name="connsiteX27" fmla="*/ 351099 w 432121"/>
                <a:gd name="connsiteY27" fmla="*/ 138896 h 174208"/>
                <a:gd name="connsiteX28" fmla="*/ 316375 w 432121"/>
                <a:gd name="connsiteY28" fmla="*/ 146613 h 174208"/>
                <a:gd name="connsiteX29" fmla="*/ 277575 w 432121"/>
                <a:gd name="connsiteY29" fmla="*/ 159184 h 174208"/>
                <a:gd name="connsiteX30" fmla="*/ 235352 w 432121"/>
                <a:gd name="connsiteY30" fmla="*/ 165904 h 174208"/>
                <a:gd name="connsiteX31" fmla="*/ 201842 w 432121"/>
                <a:gd name="connsiteY31" fmla="*/ 174183 h 174208"/>
                <a:gd name="connsiteX32" fmla="*/ 162046 w 432121"/>
                <a:gd name="connsiteY32" fmla="*/ 163042 h 174208"/>
                <a:gd name="connsiteX33" fmla="*/ 115747 w 432121"/>
                <a:gd name="connsiteY33" fmla="*/ 150471 h 174208"/>
                <a:gd name="connsiteX34" fmla="*/ 81023 w 432121"/>
                <a:gd name="connsiteY34" fmla="*/ 142754 h 174208"/>
                <a:gd name="connsiteX35" fmla="*/ 81023 w 432121"/>
                <a:gd name="connsiteY35" fmla="*/ 142754 h 174208"/>
                <a:gd name="connsiteX36" fmla="*/ 34724 w 432121"/>
                <a:gd name="connsiteY36" fmla="*/ 119605 h 174208"/>
                <a:gd name="connsiteX37" fmla="*/ 19291 w 432121"/>
                <a:gd name="connsiteY37" fmla="*/ 111888 h 174208"/>
                <a:gd name="connsiteX38" fmla="*/ 0 w 432121"/>
                <a:gd name="connsiteY38" fmla="*/ 92597 h 174208"/>
                <a:gd name="connsiteX39" fmla="*/ 50157 w 432121"/>
                <a:gd name="connsiteY39" fmla="*/ 0 h 174208"/>
                <a:gd name="connsiteX0" fmla="*/ 50157 w 432121"/>
                <a:gd name="connsiteY0" fmla="*/ 0 h 175288"/>
                <a:gd name="connsiteX1" fmla="*/ 84881 w 432121"/>
                <a:gd name="connsiteY1" fmla="*/ 23149 h 175288"/>
                <a:gd name="connsiteX2" fmla="*/ 84881 w 432121"/>
                <a:gd name="connsiteY2" fmla="*/ 23149 h 175288"/>
                <a:gd name="connsiteX3" fmla="*/ 115747 w 432121"/>
                <a:gd name="connsiteY3" fmla="*/ 46299 h 175288"/>
                <a:gd name="connsiteX4" fmla="*/ 123463 w 432121"/>
                <a:gd name="connsiteY4" fmla="*/ 69448 h 175288"/>
                <a:gd name="connsiteX5" fmla="*/ 131180 w 432121"/>
                <a:gd name="connsiteY5" fmla="*/ 84881 h 175288"/>
                <a:gd name="connsiteX6" fmla="*/ 146613 w 432121"/>
                <a:gd name="connsiteY6" fmla="*/ 104172 h 175288"/>
                <a:gd name="connsiteX7" fmla="*/ 154329 w 432121"/>
                <a:gd name="connsiteY7" fmla="*/ 111888 h 175288"/>
                <a:gd name="connsiteX8" fmla="*/ 158187 w 432121"/>
                <a:gd name="connsiteY8" fmla="*/ 119605 h 175288"/>
                <a:gd name="connsiteX9" fmla="*/ 169762 w 432121"/>
                <a:gd name="connsiteY9" fmla="*/ 135038 h 175288"/>
                <a:gd name="connsiteX10" fmla="*/ 185195 w 432121"/>
                <a:gd name="connsiteY10" fmla="*/ 142754 h 175288"/>
                <a:gd name="connsiteX11" fmla="*/ 200628 w 432121"/>
                <a:gd name="connsiteY11" fmla="*/ 150471 h 175288"/>
                <a:gd name="connsiteX12" fmla="*/ 223777 w 432121"/>
                <a:gd name="connsiteY12" fmla="*/ 154329 h 175288"/>
                <a:gd name="connsiteX13" fmla="*/ 235352 w 432121"/>
                <a:gd name="connsiteY13" fmla="*/ 154329 h 175288"/>
                <a:gd name="connsiteX14" fmla="*/ 235352 w 432121"/>
                <a:gd name="connsiteY14" fmla="*/ 154329 h 175288"/>
                <a:gd name="connsiteX15" fmla="*/ 277792 w 432121"/>
                <a:gd name="connsiteY15" fmla="*/ 135038 h 175288"/>
                <a:gd name="connsiteX16" fmla="*/ 298514 w 432121"/>
                <a:gd name="connsiteY16" fmla="*/ 121035 h 175288"/>
                <a:gd name="connsiteX17" fmla="*/ 308658 w 432121"/>
                <a:gd name="connsiteY17" fmla="*/ 100314 h 175288"/>
                <a:gd name="connsiteX18" fmla="*/ 316375 w 432121"/>
                <a:gd name="connsiteY18" fmla="*/ 84881 h 175288"/>
                <a:gd name="connsiteX19" fmla="*/ 320233 w 432121"/>
                <a:gd name="connsiteY19" fmla="*/ 69448 h 175288"/>
                <a:gd name="connsiteX20" fmla="*/ 320233 w 432121"/>
                <a:gd name="connsiteY20" fmla="*/ 50157 h 175288"/>
                <a:gd name="connsiteX21" fmla="*/ 324091 w 432121"/>
                <a:gd name="connsiteY21" fmla="*/ 30866 h 175288"/>
                <a:gd name="connsiteX22" fmla="*/ 385823 w 432121"/>
                <a:gd name="connsiteY22" fmla="*/ 0 h 175288"/>
                <a:gd name="connsiteX23" fmla="*/ 432121 w 432121"/>
                <a:gd name="connsiteY23" fmla="*/ 92597 h 175288"/>
                <a:gd name="connsiteX24" fmla="*/ 416689 w 432121"/>
                <a:gd name="connsiteY24" fmla="*/ 104172 h 175288"/>
                <a:gd name="connsiteX25" fmla="*/ 397397 w 432121"/>
                <a:gd name="connsiteY25" fmla="*/ 119605 h 175288"/>
                <a:gd name="connsiteX26" fmla="*/ 397397 w 432121"/>
                <a:gd name="connsiteY26" fmla="*/ 119605 h 175288"/>
                <a:gd name="connsiteX27" fmla="*/ 351099 w 432121"/>
                <a:gd name="connsiteY27" fmla="*/ 138896 h 175288"/>
                <a:gd name="connsiteX28" fmla="*/ 316375 w 432121"/>
                <a:gd name="connsiteY28" fmla="*/ 146613 h 175288"/>
                <a:gd name="connsiteX29" fmla="*/ 277575 w 432121"/>
                <a:gd name="connsiteY29" fmla="*/ 159184 h 175288"/>
                <a:gd name="connsiteX30" fmla="*/ 245062 w 432121"/>
                <a:gd name="connsiteY30" fmla="*/ 173187 h 175288"/>
                <a:gd name="connsiteX31" fmla="*/ 201842 w 432121"/>
                <a:gd name="connsiteY31" fmla="*/ 174183 h 175288"/>
                <a:gd name="connsiteX32" fmla="*/ 162046 w 432121"/>
                <a:gd name="connsiteY32" fmla="*/ 163042 h 175288"/>
                <a:gd name="connsiteX33" fmla="*/ 115747 w 432121"/>
                <a:gd name="connsiteY33" fmla="*/ 150471 h 175288"/>
                <a:gd name="connsiteX34" fmla="*/ 81023 w 432121"/>
                <a:gd name="connsiteY34" fmla="*/ 142754 h 175288"/>
                <a:gd name="connsiteX35" fmla="*/ 81023 w 432121"/>
                <a:gd name="connsiteY35" fmla="*/ 142754 h 175288"/>
                <a:gd name="connsiteX36" fmla="*/ 34724 w 432121"/>
                <a:gd name="connsiteY36" fmla="*/ 119605 h 175288"/>
                <a:gd name="connsiteX37" fmla="*/ 19291 w 432121"/>
                <a:gd name="connsiteY37" fmla="*/ 111888 h 175288"/>
                <a:gd name="connsiteX38" fmla="*/ 0 w 432121"/>
                <a:gd name="connsiteY38" fmla="*/ 92597 h 175288"/>
                <a:gd name="connsiteX39" fmla="*/ 50157 w 432121"/>
                <a:gd name="connsiteY39" fmla="*/ 0 h 175288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16375 w 432121"/>
                <a:gd name="connsiteY28" fmla="*/ 146613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53559 w 432121"/>
                <a:gd name="connsiteY14" fmla="*/ 153115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68375"/>
                <a:gd name="connsiteX1" fmla="*/ 84881 w 432121"/>
                <a:gd name="connsiteY1" fmla="*/ 23149 h 168375"/>
                <a:gd name="connsiteX2" fmla="*/ 84881 w 432121"/>
                <a:gd name="connsiteY2" fmla="*/ 23149 h 168375"/>
                <a:gd name="connsiteX3" fmla="*/ 115747 w 432121"/>
                <a:gd name="connsiteY3" fmla="*/ 46299 h 168375"/>
                <a:gd name="connsiteX4" fmla="*/ 123463 w 432121"/>
                <a:gd name="connsiteY4" fmla="*/ 69448 h 168375"/>
                <a:gd name="connsiteX5" fmla="*/ 131180 w 432121"/>
                <a:gd name="connsiteY5" fmla="*/ 84881 h 168375"/>
                <a:gd name="connsiteX6" fmla="*/ 146613 w 432121"/>
                <a:gd name="connsiteY6" fmla="*/ 104172 h 168375"/>
                <a:gd name="connsiteX7" fmla="*/ 154329 w 432121"/>
                <a:gd name="connsiteY7" fmla="*/ 111888 h 168375"/>
                <a:gd name="connsiteX8" fmla="*/ 158187 w 432121"/>
                <a:gd name="connsiteY8" fmla="*/ 119605 h 168375"/>
                <a:gd name="connsiteX9" fmla="*/ 169762 w 432121"/>
                <a:gd name="connsiteY9" fmla="*/ 135038 h 168375"/>
                <a:gd name="connsiteX10" fmla="*/ 185195 w 432121"/>
                <a:gd name="connsiteY10" fmla="*/ 142754 h 168375"/>
                <a:gd name="connsiteX11" fmla="*/ 200628 w 432121"/>
                <a:gd name="connsiteY11" fmla="*/ 150471 h 168375"/>
                <a:gd name="connsiteX12" fmla="*/ 223777 w 432121"/>
                <a:gd name="connsiteY12" fmla="*/ 154329 h 168375"/>
                <a:gd name="connsiteX13" fmla="*/ 235352 w 432121"/>
                <a:gd name="connsiteY13" fmla="*/ 154329 h 168375"/>
                <a:gd name="connsiteX14" fmla="*/ 253559 w 432121"/>
                <a:gd name="connsiteY14" fmla="*/ 153115 h 168375"/>
                <a:gd name="connsiteX15" fmla="*/ 277792 w 432121"/>
                <a:gd name="connsiteY15" fmla="*/ 135038 h 168375"/>
                <a:gd name="connsiteX16" fmla="*/ 298514 w 432121"/>
                <a:gd name="connsiteY16" fmla="*/ 121035 h 168375"/>
                <a:gd name="connsiteX17" fmla="*/ 308658 w 432121"/>
                <a:gd name="connsiteY17" fmla="*/ 100314 h 168375"/>
                <a:gd name="connsiteX18" fmla="*/ 316375 w 432121"/>
                <a:gd name="connsiteY18" fmla="*/ 84881 h 168375"/>
                <a:gd name="connsiteX19" fmla="*/ 320233 w 432121"/>
                <a:gd name="connsiteY19" fmla="*/ 69448 h 168375"/>
                <a:gd name="connsiteX20" fmla="*/ 320233 w 432121"/>
                <a:gd name="connsiteY20" fmla="*/ 50157 h 168375"/>
                <a:gd name="connsiteX21" fmla="*/ 324091 w 432121"/>
                <a:gd name="connsiteY21" fmla="*/ 30866 h 168375"/>
                <a:gd name="connsiteX22" fmla="*/ 385823 w 432121"/>
                <a:gd name="connsiteY22" fmla="*/ 0 h 168375"/>
                <a:gd name="connsiteX23" fmla="*/ 432121 w 432121"/>
                <a:gd name="connsiteY23" fmla="*/ 92597 h 168375"/>
                <a:gd name="connsiteX24" fmla="*/ 416689 w 432121"/>
                <a:gd name="connsiteY24" fmla="*/ 104172 h 168375"/>
                <a:gd name="connsiteX25" fmla="*/ 397397 w 432121"/>
                <a:gd name="connsiteY25" fmla="*/ 119605 h 168375"/>
                <a:gd name="connsiteX26" fmla="*/ 377976 w 432121"/>
                <a:gd name="connsiteY26" fmla="*/ 124460 h 168375"/>
                <a:gd name="connsiteX27" fmla="*/ 351099 w 432121"/>
                <a:gd name="connsiteY27" fmla="*/ 138896 h 168375"/>
                <a:gd name="connsiteX28" fmla="*/ 322444 w 432121"/>
                <a:gd name="connsiteY28" fmla="*/ 152682 h 168375"/>
                <a:gd name="connsiteX29" fmla="*/ 287285 w 432121"/>
                <a:gd name="connsiteY29" fmla="*/ 167681 h 168375"/>
                <a:gd name="connsiteX30" fmla="*/ 253559 w 432121"/>
                <a:gd name="connsiteY30" fmla="*/ 165904 h 168375"/>
                <a:gd name="connsiteX31" fmla="*/ 201842 w 432121"/>
                <a:gd name="connsiteY31" fmla="*/ 166900 h 168375"/>
                <a:gd name="connsiteX32" fmla="*/ 162046 w 432121"/>
                <a:gd name="connsiteY32" fmla="*/ 163042 h 168375"/>
                <a:gd name="connsiteX33" fmla="*/ 115747 w 432121"/>
                <a:gd name="connsiteY33" fmla="*/ 150471 h 168375"/>
                <a:gd name="connsiteX34" fmla="*/ 81023 w 432121"/>
                <a:gd name="connsiteY34" fmla="*/ 142754 h 168375"/>
                <a:gd name="connsiteX35" fmla="*/ 81023 w 432121"/>
                <a:gd name="connsiteY35" fmla="*/ 142754 h 168375"/>
                <a:gd name="connsiteX36" fmla="*/ 34724 w 432121"/>
                <a:gd name="connsiteY36" fmla="*/ 119605 h 168375"/>
                <a:gd name="connsiteX37" fmla="*/ 19291 w 432121"/>
                <a:gd name="connsiteY37" fmla="*/ 111888 h 168375"/>
                <a:gd name="connsiteX38" fmla="*/ 0 w 432121"/>
                <a:gd name="connsiteY38" fmla="*/ 92597 h 168375"/>
                <a:gd name="connsiteX39" fmla="*/ 50157 w 432121"/>
                <a:gd name="connsiteY39" fmla="*/ 0 h 168375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1099 w 432121"/>
                <a:gd name="connsiteY27" fmla="*/ 138896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27613 w 432121"/>
                <a:gd name="connsiteY24" fmla="*/ 106600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15747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4609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917"/>
                <a:gd name="connsiteX1" fmla="*/ 84881 w 439404"/>
                <a:gd name="connsiteY1" fmla="*/ 23149 h 167917"/>
                <a:gd name="connsiteX2" fmla="*/ 84881 w 439404"/>
                <a:gd name="connsiteY2" fmla="*/ 23149 h 167917"/>
                <a:gd name="connsiteX3" fmla="*/ 132740 w 439404"/>
                <a:gd name="connsiteY3" fmla="*/ 46299 h 167917"/>
                <a:gd name="connsiteX4" fmla="*/ 135601 w 439404"/>
                <a:gd name="connsiteY4" fmla="*/ 74303 h 167917"/>
                <a:gd name="connsiteX5" fmla="*/ 139677 w 439404"/>
                <a:gd name="connsiteY5" fmla="*/ 89736 h 167917"/>
                <a:gd name="connsiteX6" fmla="*/ 146613 w 439404"/>
                <a:gd name="connsiteY6" fmla="*/ 104172 h 167917"/>
                <a:gd name="connsiteX7" fmla="*/ 154329 w 439404"/>
                <a:gd name="connsiteY7" fmla="*/ 111888 h 167917"/>
                <a:gd name="connsiteX8" fmla="*/ 162337 w 439404"/>
                <a:gd name="connsiteY8" fmla="*/ 123755 h 167917"/>
                <a:gd name="connsiteX9" fmla="*/ 175296 w 439404"/>
                <a:gd name="connsiteY9" fmla="*/ 136422 h 167917"/>
                <a:gd name="connsiteX10" fmla="*/ 185195 w 439404"/>
                <a:gd name="connsiteY10" fmla="*/ 142754 h 167917"/>
                <a:gd name="connsiteX11" fmla="*/ 200628 w 439404"/>
                <a:gd name="connsiteY11" fmla="*/ 150471 h 167917"/>
                <a:gd name="connsiteX12" fmla="*/ 223777 w 439404"/>
                <a:gd name="connsiteY12" fmla="*/ 154329 h 167917"/>
                <a:gd name="connsiteX13" fmla="*/ 235352 w 439404"/>
                <a:gd name="connsiteY13" fmla="*/ 154329 h 167917"/>
                <a:gd name="connsiteX14" fmla="*/ 253559 w 439404"/>
                <a:gd name="connsiteY14" fmla="*/ 146198 h 167917"/>
                <a:gd name="connsiteX15" fmla="*/ 277792 w 439404"/>
                <a:gd name="connsiteY15" fmla="*/ 135038 h 167917"/>
                <a:gd name="connsiteX16" fmla="*/ 298514 w 439404"/>
                <a:gd name="connsiteY16" fmla="*/ 117576 h 167917"/>
                <a:gd name="connsiteX17" fmla="*/ 308658 w 439404"/>
                <a:gd name="connsiteY17" fmla="*/ 100314 h 167917"/>
                <a:gd name="connsiteX18" fmla="*/ 315683 w 439404"/>
                <a:gd name="connsiteY18" fmla="*/ 81422 h 167917"/>
                <a:gd name="connsiteX19" fmla="*/ 318158 w 439404"/>
                <a:gd name="connsiteY19" fmla="*/ 63914 h 167917"/>
                <a:gd name="connsiteX20" fmla="*/ 318158 w 439404"/>
                <a:gd name="connsiteY20" fmla="*/ 53616 h 167917"/>
                <a:gd name="connsiteX21" fmla="*/ 316482 w 439404"/>
                <a:gd name="connsiteY21" fmla="*/ 37092 h 167917"/>
                <a:gd name="connsiteX22" fmla="*/ 385823 w 439404"/>
                <a:gd name="connsiteY22" fmla="*/ 0 h 167917"/>
                <a:gd name="connsiteX23" fmla="*/ 439404 w 439404"/>
                <a:gd name="connsiteY23" fmla="*/ 96238 h 167917"/>
                <a:gd name="connsiteX24" fmla="*/ 427613 w 439404"/>
                <a:gd name="connsiteY24" fmla="*/ 106600 h 167917"/>
                <a:gd name="connsiteX25" fmla="*/ 408321 w 439404"/>
                <a:gd name="connsiteY25" fmla="*/ 120819 h 167917"/>
                <a:gd name="connsiteX26" fmla="*/ 382831 w 439404"/>
                <a:gd name="connsiteY26" fmla="*/ 130529 h 167917"/>
                <a:gd name="connsiteX27" fmla="*/ 354740 w 439404"/>
                <a:gd name="connsiteY27" fmla="*/ 144965 h 167917"/>
                <a:gd name="connsiteX28" fmla="*/ 322444 w 439404"/>
                <a:gd name="connsiteY28" fmla="*/ 152682 h 167917"/>
                <a:gd name="connsiteX29" fmla="*/ 295782 w 439404"/>
                <a:gd name="connsiteY29" fmla="*/ 159184 h 167917"/>
                <a:gd name="connsiteX30" fmla="*/ 225889 w 439404"/>
                <a:gd name="connsiteY30" fmla="*/ 167287 h 167917"/>
                <a:gd name="connsiteX31" fmla="*/ 204609 w 439404"/>
                <a:gd name="connsiteY31" fmla="*/ 166900 h 167917"/>
                <a:gd name="connsiteX32" fmla="*/ 162046 w 439404"/>
                <a:gd name="connsiteY32" fmla="*/ 163042 h 167917"/>
                <a:gd name="connsiteX33" fmla="*/ 116439 w 439404"/>
                <a:gd name="connsiteY33" fmla="*/ 154621 h 167917"/>
                <a:gd name="connsiteX34" fmla="*/ 81023 w 439404"/>
                <a:gd name="connsiteY34" fmla="*/ 142754 h 167917"/>
                <a:gd name="connsiteX35" fmla="*/ 81023 w 439404"/>
                <a:gd name="connsiteY35" fmla="*/ 142754 h 167917"/>
                <a:gd name="connsiteX36" fmla="*/ 34724 w 439404"/>
                <a:gd name="connsiteY36" fmla="*/ 119605 h 167917"/>
                <a:gd name="connsiteX37" fmla="*/ 19291 w 439404"/>
                <a:gd name="connsiteY37" fmla="*/ 111888 h 167917"/>
                <a:gd name="connsiteX38" fmla="*/ 0 w 439404"/>
                <a:gd name="connsiteY38" fmla="*/ 92597 h 167917"/>
                <a:gd name="connsiteX39" fmla="*/ 50157 w 439404"/>
                <a:gd name="connsiteY39" fmla="*/ 0 h 167917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2831 w 439404"/>
                <a:gd name="connsiteY26" fmla="*/ 130529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6921 w 439404"/>
                <a:gd name="connsiteY24" fmla="*/ 103141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35352 w 437329"/>
                <a:gd name="connsiteY13" fmla="*/ 154329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2682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0784 w 437329"/>
                <a:gd name="connsiteY15" fmla="*/ 135537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3802 w 437329"/>
                <a:gd name="connsiteY15" fmla="*/ 130051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5771 w 437329"/>
                <a:gd name="connsiteY15" fmla="*/ 132544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6270 w 437329"/>
                <a:gd name="connsiteY15" fmla="*/ 130549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37329" h="167569">
                  <a:moveTo>
                    <a:pt x="50157" y="0"/>
                  </a:moveTo>
                  <a:lnTo>
                    <a:pt x="84881" y="23149"/>
                  </a:lnTo>
                  <a:lnTo>
                    <a:pt x="84881" y="23149"/>
                  </a:lnTo>
                  <a:lnTo>
                    <a:pt x="132740" y="46299"/>
                  </a:lnTo>
                  <a:lnTo>
                    <a:pt x="135601" y="74303"/>
                  </a:lnTo>
                  <a:lnTo>
                    <a:pt x="139677" y="89736"/>
                  </a:lnTo>
                  <a:lnTo>
                    <a:pt x="146613" y="104172"/>
                  </a:lnTo>
                  <a:lnTo>
                    <a:pt x="152833" y="115878"/>
                  </a:lnTo>
                  <a:lnTo>
                    <a:pt x="162836" y="126747"/>
                  </a:lnTo>
                  <a:lnTo>
                    <a:pt x="175296" y="136422"/>
                  </a:lnTo>
                  <a:cubicBezTo>
                    <a:pt x="178596" y="138533"/>
                    <a:pt x="180308" y="140496"/>
                    <a:pt x="185195" y="142754"/>
                  </a:cubicBezTo>
                  <a:cubicBezTo>
                    <a:pt x="190082" y="145012"/>
                    <a:pt x="199474" y="147400"/>
                    <a:pt x="204618" y="149972"/>
                  </a:cubicBezTo>
                  <a:lnTo>
                    <a:pt x="224276" y="151337"/>
                  </a:lnTo>
                  <a:cubicBezTo>
                    <a:pt x="228134" y="151337"/>
                    <a:pt x="236813" y="151384"/>
                    <a:pt x="243653" y="150066"/>
                  </a:cubicBezTo>
                  <a:cubicBezTo>
                    <a:pt x="250493" y="148748"/>
                    <a:pt x="258216" y="146684"/>
                    <a:pt x="265319" y="143431"/>
                  </a:cubicBezTo>
                  <a:cubicBezTo>
                    <a:pt x="272422" y="140178"/>
                    <a:pt x="278192" y="134269"/>
                    <a:pt x="286270" y="130549"/>
                  </a:cubicBezTo>
                  <a:lnTo>
                    <a:pt x="298514" y="117576"/>
                  </a:lnTo>
                  <a:lnTo>
                    <a:pt x="308658" y="100314"/>
                  </a:lnTo>
                  <a:lnTo>
                    <a:pt x="315683" y="81422"/>
                  </a:lnTo>
                  <a:lnTo>
                    <a:pt x="318158" y="63914"/>
                  </a:lnTo>
                  <a:lnTo>
                    <a:pt x="318158" y="53616"/>
                  </a:lnTo>
                  <a:lnTo>
                    <a:pt x="316482" y="37092"/>
                  </a:lnTo>
                  <a:lnTo>
                    <a:pt x="385823" y="0"/>
                  </a:lnTo>
                  <a:lnTo>
                    <a:pt x="437329" y="92779"/>
                  </a:lnTo>
                  <a:lnTo>
                    <a:pt x="426921" y="103141"/>
                  </a:lnTo>
                  <a:cubicBezTo>
                    <a:pt x="420490" y="107881"/>
                    <a:pt x="417823" y="111598"/>
                    <a:pt x="411780" y="115977"/>
                  </a:cubicBezTo>
                  <a:cubicBezTo>
                    <a:pt x="405737" y="120356"/>
                    <a:pt x="399091" y="124836"/>
                    <a:pt x="390665" y="129418"/>
                  </a:cubicBezTo>
                  <a:cubicBezTo>
                    <a:pt x="382239" y="134000"/>
                    <a:pt x="368968" y="136634"/>
                    <a:pt x="361223" y="143469"/>
                  </a:cubicBezTo>
                  <a:cubicBezTo>
                    <a:pt x="350458" y="146872"/>
                    <a:pt x="337199" y="150775"/>
                    <a:pt x="322444" y="155175"/>
                  </a:cubicBezTo>
                  <a:lnTo>
                    <a:pt x="274064" y="163914"/>
                  </a:lnTo>
                  <a:lnTo>
                    <a:pt x="225889" y="167287"/>
                  </a:lnTo>
                  <a:cubicBezTo>
                    <a:pt x="214313" y="167785"/>
                    <a:pt x="215249" y="167607"/>
                    <a:pt x="204609" y="166900"/>
                  </a:cubicBezTo>
                  <a:cubicBezTo>
                    <a:pt x="193969" y="166193"/>
                    <a:pt x="174907" y="162710"/>
                    <a:pt x="162046" y="163042"/>
                  </a:cubicBezTo>
                  <a:lnTo>
                    <a:pt x="116439" y="154621"/>
                  </a:lnTo>
                  <a:lnTo>
                    <a:pt x="81023" y="142754"/>
                  </a:lnTo>
                  <a:lnTo>
                    <a:pt x="81023" y="142754"/>
                  </a:lnTo>
                  <a:cubicBezTo>
                    <a:pt x="65590" y="135038"/>
                    <a:pt x="45511" y="125414"/>
                    <a:pt x="34724" y="119605"/>
                  </a:cubicBezTo>
                  <a:cubicBezTo>
                    <a:pt x="23937" y="113796"/>
                    <a:pt x="22441" y="111800"/>
                    <a:pt x="16299" y="107898"/>
                  </a:cubicBezTo>
                  <a:lnTo>
                    <a:pt x="0" y="92597"/>
                  </a:lnTo>
                  <a:lnTo>
                    <a:pt x="50157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7" name="Oval 1506">
              <a:extLst>
                <a:ext uri="{FF2B5EF4-FFF2-40B4-BE49-F238E27FC236}">
                  <a16:creationId xmlns:a16="http://schemas.microsoft.com/office/drawing/2014/main" id="{23802F88-CB6E-D77F-9F6A-B8D7651CD1E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621646" y="2384325"/>
              <a:ext cx="216000" cy="216000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405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DDE9C1A-FF27-1A79-C5EC-5205E1EA64A6}"/>
              </a:ext>
            </a:extLst>
          </p:cNvPr>
          <p:cNvSpPr/>
          <p:nvPr/>
        </p:nvSpPr>
        <p:spPr>
          <a:xfrm>
            <a:off x="3626354" y="4238223"/>
            <a:ext cx="2661508" cy="22860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62A982-EF87-A15A-CCA6-C542422EC321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3793335" y="4296052"/>
            <a:ext cx="112126" cy="259827"/>
            <a:chOff x="1602703" y="2229009"/>
            <a:chExt cx="234943" cy="518843"/>
          </a:xfrm>
          <a:solidFill>
            <a:srgbClr val="FFFF00"/>
          </a:solidFill>
        </p:grpSpPr>
        <p:sp>
          <p:nvSpPr>
            <p:cNvPr id="6" name="Chord 5">
              <a:extLst>
                <a:ext uri="{FF2B5EF4-FFF2-40B4-BE49-F238E27FC236}">
                  <a16:creationId xmlns:a16="http://schemas.microsoft.com/office/drawing/2014/main" id="{E4F20541-9DC3-B088-9332-B07F810B695F}"/>
                </a:ext>
              </a:extLst>
            </p:cNvPr>
            <p:cNvSpPr/>
            <p:nvPr/>
          </p:nvSpPr>
          <p:spPr>
            <a:xfrm rot="15788903">
              <a:off x="1711381" y="2669624"/>
              <a:ext cx="74685" cy="81772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Chord 9">
              <a:extLst>
                <a:ext uri="{FF2B5EF4-FFF2-40B4-BE49-F238E27FC236}">
                  <a16:creationId xmlns:a16="http://schemas.microsoft.com/office/drawing/2014/main" id="{B36E5E23-37B8-5F0D-880F-91A43C0C5B9E}"/>
                </a:ext>
              </a:extLst>
            </p:cNvPr>
            <p:cNvSpPr/>
            <p:nvPr/>
          </p:nvSpPr>
          <p:spPr>
            <a:xfrm rot="8436859">
              <a:off x="1707359" y="2229009"/>
              <a:ext cx="81772" cy="74685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0BEFE4C7-194E-F6DE-A298-812F384F0DD6}"/>
                </a:ext>
              </a:extLst>
            </p:cNvPr>
            <p:cNvSpPr/>
            <p:nvPr/>
          </p:nvSpPr>
          <p:spPr>
            <a:xfrm rot="5400000">
              <a:off x="1471040" y="2392356"/>
              <a:ext cx="453638" cy="190312"/>
            </a:xfrm>
            <a:custGeom>
              <a:avLst/>
              <a:gdLst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300942 w 432121"/>
                <a:gd name="connsiteY16" fmla="*/ 123463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298514 w 432121"/>
                <a:gd name="connsiteY16" fmla="*/ 121035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54"/>
                <a:gd name="connsiteX1" fmla="*/ 84881 w 432121"/>
                <a:gd name="connsiteY1" fmla="*/ 23149 h 165954"/>
                <a:gd name="connsiteX2" fmla="*/ 84881 w 432121"/>
                <a:gd name="connsiteY2" fmla="*/ 23149 h 165954"/>
                <a:gd name="connsiteX3" fmla="*/ 115747 w 432121"/>
                <a:gd name="connsiteY3" fmla="*/ 46299 h 165954"/>
                <a:gd name="connsiteX4" fmla="*/ 123463 w 432121"/>
                <a:gd name="connsiteY4" fmla="*/ 69448 h 165954"/>
                <a:gd name="connsiteX5" fmla="*/ 131180 w 432121"/>
                <a:gd name="connsiteY5" fmla="*/ 84881 h 165954"/>
                <a:gd name="connsiteX6" fmla="*/ 146613 w 432121"/>
                <a:gd name="connsiteY6" fmla="*/ 104172 h 165954"/>
                <a:gd name="connsiteX7" fmla="*/ 154329 w 432121"/>
                <a:gd name="connsiteY7" fmla="*/ 111888 h 165954"/>
                <a:gd name="connsiteX8" fmla="*/ 158187 w 432121"/>
                <a:gd name="connsiteY8" fmla="*/ 119605 h 165954"/>
                <a:gd name="connsiteX9" fmla="*/ 169762 w 432121"/>
                <a:gd name="connsiteY9" fmla="*/ 135038 h 165954"/>
                <a:gd name="connsiteX10" fmla="*/ 185195 w 432121"/>
                <a:gd name="connsiteY10" fmla="*/ 142754 h 165954"/>
                <a:gd name="connsiteX11" fmla="*/ 200628 w 432121"/>
                <a:gd name="connsiteY11" fmla="*/ 150471 h 165954"/>
                <a:gd name="connsiteX12" fmla="*/ 223777 w 432121"/>
                <a:gd name="connsiteY12" fmla="*/ 154329 h 165954"/>
                <a:gd name="connsiteX13" fmla="*/ 235352 w 432121"/>
                <a:gd name="connsiteY13" fmla="*/ 154329 h 165954"/>
                <a:gd name="connsiteX14" fmla="*/ 235352 w 432121"/>
                <a:gd name="connsiteY14" fmla="*/ 154329 h 165954"/>
                <a:gd name="connsiteX15" fmla="*/ 277792 w 432121"/>
                <a:gd name="connsiteY15" fmla="*/ 135038 h 165954"/>
                <a:gd name="connsiteX16" fmla="*/ 298514 w 432121"/>
                <a:gd name="connsiteY16" fmla="*/ 121035 h 165954"/>
                <a:gd name="connsiteX17" fmla="*/ 308658 w 432121"/>
                <a:gd name="connsiteY17" fmla="*/ 100314 h 165954"/>
                <a:gd name="connsiteX18" fmla="*/ 316375 w 432121"/>
                <a:gd name="connsiteY18" fmla="*/ 84881 h 165954"/>
                <a:gd name="connsiteX19" fmla="*/ 320233 w 432121"/>
                <a:gd name="connsiteY19" fmla="*/ 69448 h 165954"/>
                <a:gd name="connsiteX20" fmla="*/ 320233 w 432121"/>
                <a:gd name="connsiteY20" fmla="*/ 50157 h 165954"/>
                <a:gd name="connsiteX21" fmla="*/ 324091 w 432121"/>
                <a:gd name="connsiteY21" fmla="*/ 30866 h 165954"/>
                <a:gd name="connsiteX22" fmla="*/ 385823 w 432121"/>
                <a:gd name="connsiteY22" fmla="*/ 0 h 165954"/>
                <a:gd name="connsiteX23" fmla="*/ 432121 w 432121"/>
                <a:gd name="connsiteY23" fmla="*/ 92597 h 165954"/>
                <a:gd name="connsiteX24" fmla="*/ 416689 w 432121"/>
                <a:gd name="connsiteY24" fmla="*/ 104172 h 165954"/>
                <a:gd name="connsiteX25" fmla="*/ 397397 w 432121"/>
                <a:gd name="connsiteY25" fmla="*/ 119605 h 165954"/>
                <a:gd name="connsiteX26" fmla="*/ 397397 w 432121"/>
                <a:gd name="connsiteY26" fmla="*/ 119605 h 165954"/>
                <a:gd name="connsiteX27" fmla="*/ 351099 w 432121"/>
                <a:gd name="connsiteY27" fmla="*/ 138896 h 165954"/>
                <a:gd name="connsiteX28" fmla="*/ 316375 w 432121"/>
                <a:gd name="connsiteY28" fmla="*/ 146613 h 165954"/>
                <a:gd name="connsiteX29" fmla="*/ 277575 w 432121"/>
                <a:gd name="connsiteY29" fmla="*/ 159184 h 165954"/>
                <a:gd name="connsiteX30" fmla="*/ 235352 w 432121"/>
                <a:gd name="connsiteY30" fmla="*/ 165904 h 165954"/>
                <a:gd name="connsiteX31" fmla="*/ 200628 w 432121"/>
                <a:gd name="connsiteY31" fmla="*/ 162045 h 165954"/>
                <a:gd name="connsiteX32" fmla="*/ 162046 w 432121"/>
                <a:gd name="connsiteY32" fmla="*/ 158187 h 165954"/>
                <a:gd name="connsiteX33" fmla="*/ 115747 w 432121"/>
                <a:gd name="connsiteY33" fmla="*/ 150471 h 165954"/>
                <a:gd name="connsiteX34" fmla="*/ 81023 w 432121"/>
                <a:gd name="connsiteY34" fmla="*/ 142754 h 165954"/>
                <a:gd name="connsiteX35" fmla="*/ 81023 w 432121"/>
                <a:gd name="connsiteY35" fmla="*/ 142754 h 165954"/>
                <a:gd name="connsiteX36" fmla="*/ 34724 w 432121"/>
                <a:gd name="connsiteY36" fmla="*/ 119605 h 165954"/>
                <a:gd name="connsiteX37" fmla="*/ 19291 w 432121"/>
                <a:gd name="connsiteY37" fmla="*/ 111888 h 165954"/>
                <a:gd name="connsiteX38" fmla="*/ 0 w 432121"/>
                <a:gd name="connsiteY38" fmla="*/ 92597 h 165954"/>
                <a:gd name="connsiteX39" fmla="*/ 50157 w 432121"/>
                <a:gd name="connsiteY39" fmla="*/ 0 h 165954"/>
                <a:gd name="connsiteX0" fmla="*/ 50157 w 432121"/>
                <a:gd name="connsiteY0" fmla="*/ 0 h 165944"/>
                <a:gd name="connsiteX1" fmla="*/ 84881 w 432121"/>
                <a:gd name="connsiteY1" fmla="*/ 23149 h 165944"/>
                <a:gd name="connsiteX2" fmla="*/ 84881 w 432121"/>
                <a:gd name="connsiteY2" fmla="*/ 23149 h 165944"/>
                <a:gd name="connsiteX3" fmla="*/ 115747 w 432121"/>
                <a:gd name="connsiteY3" fmla="*/ 46299 h 165944"/>
                <a:gd name="connsiteX4" fmla="*/ 123463 w 432121"/>
                <a:gd name="connsiteY4" fmla="*/ 69448 h 165944"/>
                <a:gd name="connsiteX5" fmla="*/ 131180 w 432121"/>
                <a:gd name="connsiteY5" fmla="*/ 84881 h 165944"/>
                <a:gd name="connsiteX6" fmla="*/ 146613 w 432121"/>
                <a:gd name="connsiteY6" fmla="*/ 104172 h 165944"/>
                <a:gd name="connsiteX7" fmla="*/ 154329 w 432121"/>
                <a:gd name="connsiteY7" fmla="*/ 111888 h 165944"/>
                <a:gd name="connsiteX8" fmla="*/ 158187 w 432121"/>
                <a:gd name="connsiteY8" fmla="*/ 119605 h 165944"/>
                <a:gd name="connsiteX9" fmla="*/ 169762 w 432121"/>
                <a:gd name="connsiteY9" fmla="*/ 135038 h 165944"/>
                <a:gd name="connsiteX10" fmla="*/ 185195 w 432121"/>
                <a:gd name="connsiteY10" fmla="*/ 142754 h 165944"/>
                <a:gd name="connsiteX11" fmla="*/ 200628 w 432121"/>
                <a:gd name="connsiteY11" fmla="*/ 150471 h 165944"/>
                <a:gd name="connsiteX12" fmla="*/ 223777 w 432121"/>
                <a:gd name="connsiteY12" fmla="*/ 154329 h 165944"/>
                <a:gd name="connsiteX13" fmla="*/ 235352 w 432121"/>
                <a:gd name="connsiteY13" fmla="*/ 154329 h 165944"/>
                <a:gd name="connsiteX14" fmla="*/ 235352 w 432121"/>
                <a:gd name="connsiteY14" fmla="*/ 154329 h 165944"/>
                <a:gd name="connsiteX15" fmla="*/ 277792 w 432121"/>
                <a:gd name="connsiteY15" fmla="*/ 135038 h 165944"/>
                <a:gd name="connsiteX16" fmla="*/ 298514 w 432121"/>
                <a:gd name="connsiteY16" fmla="*/ 121035 h 165944"/>
                <a:gd name="connsiteX17" fmla="*/ 308658 w 432121"/>
                <a:gd name="connsiteY17" fmla="*/ 100314 h 165944"/>
                <a:gd name="connsiteX18" fmla="*/ 316375 w 432121"/>
                <a:gd name="connsiteY18" fmla="*/ 84881 h 165944"/>
                <a:gd name="connsiteX19" fmla="*/ 320233 w 432121"/>
                <a:gd name="connsiteY19" fmla="*/ 69448 h 165944"/>
                <a:gd name="connsiteX20" fmla="*/ 320233 w 432121"/>
                <a:gd name="connsiteY20" fmla="*/ 50157 h 165944"/>
                <a:gd name="connsiteX21" fmla="*/ 324091 w 432121"/>
                <a:gd name="connsiteY21" fmla="*/ 30866 h 165944"/>
                <a:gd name="connsiteX22" fmla="*/ 385823 w 432121"/>
                <a:gd name="connsiteY22" fmla="*/ 0 h 165944"/>
                <a:gd name="connsiteX23" fmla="*/ 432121 w 432121"/>
                <a:gd name="connsiteY23" fmla="*/ 92597 h 165944"/>
                <a:gd name="connsiteX24" fmla="*/ 416689 w 432121"/>
                <a:gd name="connsiteY24" fmla="*/ 104172 h 165944"/>
                <a:gd name="connsiteX25" fmla="*/ 397397 w 432121"/>
                <a:gd name="connsiteY25" fmla="*/ 119605 h 165944"/>
                <a:gd name="connsiteX26" fmla="*/ 397397 w 432121"/>
                <a:gd name="connsiteY26" fmla="*/ 119605 h 165944"/>
                <a:gd name="connsiteX27" fmla="*/ 351099 w 432121"/>
                <a:gd name="connsiteY27" fmla="*/ 138896 h 165944"/>
                <a:gd name="connsiteX28" fmla="*/ 316375 w 432121"/>
                <a:gd name="connsiteY28" fmla="*/ 146613 h 165944"/>
                <a:gd name="connsiteX29" fmla="*/ 277575 w 432121"/>
                <a:gd name="connsiteY29" fmla="*/ 159184 h 165944"/>
                <a:gd name="connsiteX30" fmla="*/ 235352 w 432121"/>
                <a:gd name="connsiteY30" fmla="*/ 165904 h 165944"/>
                <a:gd name="connsiteX31" fmla="*/ 200628 w 432121"/>
                <a:gd name="connsiteY31" fmla="*/ 162045 h 165944"/>
                <a:gd name="connsiteX32" fmla="*/ 162046 w 432121"/>
                <a:gd name="connsiteY32" fmla="*/ 163042 h 165944"/>
                <a:gd name="connsiteX33" fmla="*/ 115747 w 432121"/>
                <a:gd name="connsiteY33" fmla="*/ 150471 h 165944"/>
                <a:gd name="connsiteX34" fmla="*/ 81023 w 432121"/>
                <a:gd name="connsiteY34" fmla="*/ 142754 h 165944"/>
                <a:gd name="connsiteX35" fmla="*/ 81023 w 432121"/>
                <a:gd name="connsiteY35" fmla="*/ 142754 h 165944"/>
                <a:gd name="connsiteX36" fmla="*/ 34724 w 432121"/>
                <a:gd name="connsiteY36" fmla="*/ 119605 h 165944"/>
                <a:gd name="connsiteX37" fmla="*/ 19291 w 432121"/>
                <a:gd name="connsiteY37" fmla="*/ 111888 h 165944"/>
                <a:gd name="connsiteX38" fmla="*/ 0 w 432121"/>
                <a:gd name="connsiteY38" fmla="*/ 92597 h 165944"/>
                <a:gd name="connsiteX39" fmla="*/ 50157 w 432121"/>
                <a:gd name="connsiteY39" fmla="*/ 0 h 165944"/>
                <a:gd name="connsiteX0" fmla="*/ 50157 w 432121"/>
                <a:gd name="connsiteY0" fmla="*/ 0 h 174208"/>
                <a:gd name="connsiteX1" fmla="*/ 84881 w 432121"/>
                <a:gd name="connsiteY1" fmla="*/ 23149 h 174208"/>
                <a:gd name="connsiteX2" fmla="*/ 84881 w 432121"/>
                <a:gd name="connsiteY2" fmla="*/ 23149 h 174208"/>
                <a:gd name="connsiteX3" fmla="*/ 115747 w 432121"/>
                <a:gd name="connsiteY3" fmla="*/ 46299 h 174208"/>
                <a:gd name="connsiteX4" fmla="*/ 123463 w 432121"/>
                <a:gd name="connsiteY4" fmla="*/ 69448 h 174208"/>
                <a:gd name="connsiteX5" fmla="*/ 131180 w 432121"/>
                <a:gd name="connsiteY5" fmla="*/ 84881 h 174208"/>
                <a:gd name="connsiteX6" fmla="*/ 146613 w 432121"/>
                <a:gd name="connsiteY6" fmla="*/ 104172 h 174208"/>
                <a:gd name="connsiteX7" fmla="*/ 154329 w 432121"/>
                <a:gd name="connsiteY7" fmla="*/ 111888 h 174208"/>
                <a:gd name="connsiteX8" fmla="*/ 158187 w 432121"/>
                <a:gd name="connsiteY8" fmla="*/ 119605 h 174208"/>
                <a:gd name="connsiteX9" fmla="*/ 169762 w 432121"/>
                <a:gd name="connsiteY9" fmla="*/ 135038 h 174208"/>
                <a:gd name="connsiteX10" fmla="*/ 185195 w 432121"/>
                <a:gd name="connsiteY10" fmla="*/ 142754 h 174208"/>
                <a:gd name="connsiteX11" fmla="*/ 200628 w 432121"/>
                <a:gd name="connsiteY11" fmla="*/ 150471 h 174208"/>
                <a:gd name="connsiteX12" fmla="*/ 223777 w 432121"/>
                <a:gd name="connsiteY12" fmla="*/ 154329 h 174208"/>
                <a:gd name="connsiteX13" fmla="*/ 235352 w 432121"/>
                <a:gd name="connsiteY13" fmla="*/ 154329 h 174208"/>
                <a:gd name="connsiteX14" fmla="*/ 235352 w 432121"/>
                <a:gd name="connsiteY14" fmla="*/ 154329 h 174208"/>
                <a:gd name="connsiteX15" fmla="*/ 277792 w 432121"/>
                <a:gd name="connsiteY15" fmla="*/ 135038 h 174208"/>
                <a:gd name="connsiteX16" fmla="*/ 298514 w 432121"/>
                <a:gd name="connsiteY16" fmla="*/ 121035 h 174208"/>
                <a:gd name="connsiteX17" fmla="*/ 308658 w 432121"/>
                <a:gd name="connsiteY17" fmla="*/ 100314 h 174208"/>
                <a:gd name="connsiteX18" fmla="*/ 316375 w 432121"/>
                <a:gd name="connsiteY18" fmla="*/ 84881 h 174208"/>
                <a:gd name="connsiteX19" fmla="*/ 320233 w 432121"/>
                <a:gd name="connsiteY19" fmla="*/ 69448 h 174208"/>
                <a:gd name="connsiteX20" fmla="*/ 320233 w 432121"/>
                <a:gd name="connsiteY20" fmla="*/ 50157 h 174208"/>
                <a:gd name="connsiteX21" fmla="*/ 324091 w 432121"/>
                <a:gd name="connsiteY21" fmla="*/ 30866 h 174208"/>
                <a:gd name="connsiteX22" fmla="*/ 385823 w 432121"/>
                <a:gd name="connsiteY22" fmla="*/ 0 h 174208"/>
                <a:gd name="connsiteX23" fmla="*/ 432121 w 432121"/>
                <a:gd name="connsiteY23" fmla="*/ 92597 h 174208"/>
                <a:gd name="connsiteX24" fmla="*/ 416689 w 432121"/>
                <a:gd name="connsiteY24" fmla="*/ 104172 h 174208"/>
                <a:gd name="connsiteX25" fmla="*/ 397397 w 432121"/>
                <a:gd name="connsiteY25" fmla="*/ 119605 h 174208"/>
                <a:gd name="connsiteX26" fmla="*/ 397397 w 432121"/>
                <a:gd name="connsiteY26" fmla="*/ 119605 h 174208"/>
                <a:gd name="connsiteX27" fmla="*/ 351099 w 432121"/>
                <a:gd name="connsiteY27" fmla="*/ 138896 h 174208"/>
                <a:gd name="connsiteX28" fmla="*/ 316375 w 432121"/>
                <a:gd name="connsiteY28" fmla="*/ 146613 h 174208"/>
                <a:gd name="connsiteX29" fmla="*/ 277575 w 432121"/>
                <a:gd name="connsiteY29" fmla="*/ 159184 h 174208"/>
                <a:gd name="connsiteX30" fmla="*/ 235352 w 432121"/>
                <a:gd name="connsiteY30" fmla="*/ 165904 h 174208"/>
                <a:gd name="connsiteX31" fmla="*/ 201842 w 432121"/>
                <a:gd name="connsiteY31" fmla="*/ 174183 h 174208"/>
                <a:gd name="connsiteX32" fmla="*/ 162046 w 432121"/>
                <a:gd name="connsiteY32" fmla="*/ 163042 h 174208"/>
                <a:gd name="connsiteX33" fmla="*/ 115747 w 432121"/>
                <a:gd name="connsiteY33" fmla="*/ 150471 h 174208"/>
                <a:gd name="connsiteX34" fmla="*/ 81023 w 432121"/>
                <a:gd name="connsiteY34" fmla="*/ 142754 h 174208"/>
                <a:gd name="connsiteX35" fmla="*/ 81023 w 432121"/>
                <a:gd name="connsiteY35" fmla="*/ 142754 h 174208"/>
                <a:gd name="connsiteX36" fmla="*/ 34724 w 432121"/>
                <a:gd name="connsiteY36" fmla="*/ 119605 h 174208"/>
                <a:gd name="connsiteX37" fmla="*/ 19291 w 432121"/>
                <a:gd name="connsiteY37" fmla="*/ 111888 h 174208"/>
                <a:gd name="connsiteX38" fmla="*/ 0 w 432121"/>
                <a:gd name="connsiteY38" fmla="*/ 92597 h 174208"/>
                <a:gd name="connsiteX39" fmla="*/ 50157 w 432121"/>
                <a:gd name="connsiteY39" fmla="*/ 0 h 174208"/>
                <a:gd name="connsiteX0" fmla="*/ 50157 w 432121"/>
                <a:gd name="connsiteY0" fmla="*/ 0 h 175288"/>
                <a:gd name="connsiteX1" fmla="*/ 84881 w 432121"/>
                <a:gd name="connsiteY1" fmla="*/ 23149 h 175288"/>
                <a:gd name="connsiteX2" fmla="*/ 84881 w 432121"/>
                <a:gd name="connsiteY2" fmla="*/ 23149 h 175288"/>
                <a:gd name="connsiteX3" fmla="*/ 115747 w 432121"/>
                <a:gd name="connsiteY3" fmla="*/ 46299 h 175288"/>
                <a:gd name="connsiteX4" fmla="*/ 123463 w 432121"/>
                <a:gd name="connsiteY4" fmla="*/ 69448 h 175288"/>
                <a:gd name="connsiteX5" fmla="*/ 131180 w 432121"/>
                <a:gd name="connsiteY5" fmla="*/ 84881 h 175288"/>
                <a:gd name="connsiteX6" fmla="*/ 146613 w 432121"/>
                <a:gd name="connsiteY6" fmla="*/ 104172 h 175288"/>
                <a:gd name="connsiteX7" fmla="*/ 154329 w 432121"/>
                <a:gd name="connsiteY7" fmla="*/ 111888 h 175288"/>
                <a:gd name="connsiteX8" fmla="*/ 158187 w 432121"/>
                <a:gd name="connsiteY8" fmla="*/ 119605 h 175288"/>
                <a:gd name="connsiteX9" fmla="*/ 169762 w 432121"/>
                <a:gd name="connsiteY9" fmla="*/ 135038 h 175288"/>
                <a:gd name="connsiteX10" fmla="*/ 185195 w 432121"/>
                <a:gd name="connsiteY10" fmla="*/ 142754 h 175288"/>
                <a:gd name="connsiteX11" fmla="*/ 200628 w 432121"/>
                <a:gd name="connsiteY11" fmla="*/ 150471 h 175288"/>
                <a:gd name="connsiteX12" fmla="*/ 223777 w 432121"/>
                <a:gd name="connsiteY12" fmla="*/ 154329 h 175288"/>
                <a:gd name="connsiteX13" fmla="*/ 235352 w 432121"/>
                <a:gd name="connsiteY13" fmla="*/ 154329 h 175288"/>
                <a:gd name="connsiteX14" fmla="*/ 235352 w 432121"/>
                <a:gd name="connsiteY14" fmla="*/ 154329 h 175288"/>
                <a:gd name="connsiteX15" fmla="*/ 277792 w 432121"/>
                <a:gd name="connsiteY15" fmla="*/ 135038 h 175288"/>
                <a:gd name="connsiteX16" fmla="*/ 298514 w 432121"/>
                <a:gd name="connsiteY16" fmla="*/ 121035 h 175288"/>
                <a:gd name="connsiteX17" fmla="*/ 308658 w 432121"/>
                <a:gd name="connsiteY17" fmla="*/ 100314 h 175288"/>
                <a:gd name="connsiteX18" fmla="*/ 316375 w 432121"/>
                <a:gd name="connsiteY18" fmla="*/ 84881 h 175288"/>
                <a:gd name="connsiteX19" fmla="*/ 320233 w 432121"/>
                <a:gd name="connsiteY19" fmla="*/ 69448 h 175288"/>
                <a:gd name="connsiteX20" fmla="*/ 320233 w 432121"/>
                <a:gd name="connsiteY20" fmla="*/ 50157 h 175288"/>
                <a:gd name="connsiteX21" fmla="*/ 324091 w 432121"/>
                <a:gd name="connsiteY21" fmla="*/ 30866 h 175288"/>
                <a:gd name="connsiteX22" fmla="*/ 385823 w 432121"/>
                <a:gd name="connsiteY22" fmla="*/ 0 h 175288"/>
                <a:gd name="connsiteX23" fmla="*/ 432121 w 432121"/>
                <a:gd name="connsiteY23" fmla="*/ 92597 h 175288"/>
                <a:gd name="connsiteX24" fmla="*/ 416689 w 432121"/>
                <a:gd name="connsiteY24" fmla="*/ 104172 h 175288"/>
                <a:gd name="connsiteX25" fmla="*/ 397397 w 432121"/>
                <a:gd name="connsiteY25" fmla="*/ 119605 h 175288"/>
                <a:gd name="connsiteX26" fmla="*/ 397397 w 432121"/>
                <a:gd name="connsiteY26" fmla="*/ 119605 h 175288"/>
                <a:gd name="connsiteX27" fmla="*/ 351099 w 432121"/>
                <a:gd name="connsiteY27" fmla="*/ 138896 h 175288"/>
                <a:gd name="connsiteX28" fmla="*/ 316375 w 432121"/>
                <a:gd name="connsiteY28" fmla="*/ 146613 h 175288"/>
                <a:gd name="connsiteX29" fmla="*/ 277575 w 432121"/>
                <a:gd name="connsiteY29" fmla="*/ 159184 h 175288"/>
                <a:gd name="connsiteX30" fmla="*/ 245062 w 432121"/>
                <a:gd name="connsiteY30" fmla="*/ 173187 h 175288"/>
                <a:gd name="connsiteX31" fmla="*/ 201842 w 432121"/>
                <a:gd name="connsiteY31" fmla="*/ 174183 h 175288"/>
                <a:gd name="connsiteX32" fmla="*/ 162046 w 432121"/>
                <a:gd name="connsiteY32" fmla="*/ 163042 h 175288"/>
                <a:gd name="connsiteX33" fmla="*/ 115747 w 432121"/>
                <a:gd name="connsiteY33" fmla="*/ 150471 h 175288"/>
                <a:gd name="connsiteX34" fmla="*/ 81023 w 432121"/>
                <a:gd name="connsiteY34" fmla="*/ 142754 h 175288"/>
                <a:gd name="connsiteX35" fmla="*/ 81023 w 432121"/>
                <a:gd name="connsiteY35" fmla="*/ 142754 h 175288"/>
                <a:gd name="connsiteX36" fmla="*/ 34724 w 432121"/>
                <a:gd name="connsiteY36" fmla="*/ 119605 h 175288"/>
                <a:gd name="connsiteX37" fmla="*/ 19291 w 432121"/>
                <a:gd name="connsiteY37" fmla="*/ 111888 h 175288"/>
                <a:gd name="connsiteX38" fmla="*/ 0 w 432121"/>
                <a:gd name="connsiteY38" fmla="*/ 92597 h 175288"/>
                <a:gd name="connsiteX39" fmla="*/ 50157 w 432121"/>
                <a:gd name="connsiteY39" fmla="*/ 0 h 175288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16375 w 432121"/>
                <a:gd name="connsiteY28" fmla="*/ 146613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53559 w 432121"/>
                <a:gd name="connsiteY14" fmla="*/ 153115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68375"/>
                <a:gd name="connsiteX1" fmla="*/ 84881 w 432121"/>
                <a:gd name="connsiteY1" fmla="*/ 23149 h 168375"/>
                <a:gd name="connsiteX2" fmla="*/ 84881 w 432121"/>
                <a:gd name="connsiteY2" fmla="*/ 23149 h 168375"/>
                <a:gd name="connsiteX3" fmla="*/ 115747 w 432121"/>
                <a:gd name="connsiteY3" fmla="*/ 46299 h 168375"/>
                <a:gd name="connsiteX4" fmla="*/ 123463 w 432121"/>
                <a:gd name="connsiteY4" fmla="*/ 69448 h 168375"/>
                <a:gd name="connsiteX5" fmla="*/ 131180 w 432121"/>
                <a:gd name="connsiteY5" fmla="*/ 84881 h 168375"/>
                <a:gd name="connsiteX6" fmla="*/ 146613 w 432121"/>
                <a:gd name="connsiteY6" fmla="*/ 104172 h 168375"/>
                <a:gd name="connsiteX7" fmla="*/ 154329 w 432121"/>
                <a:gd name="connsiteY7" fmla="*/ 111888 h 168375"/>
                <a:gd name="connsiteX8" fmla="*/ 158187 w 432121"/>
                <a:gd name="connsiteY8" fmla="*/ 119605 h 168375"/>
                <a:gd name="connsiteX9" fmla="*/ 169762 w 432121"/>
                <a:gd name="connsiteY9" fmla="*/ 135038 h 168375"/>
                <a:gd name="connsiteX10" fmla="*/ 185195 w 432121"/>
                <a:gd name="connsiteY10" fmla="*/ 142754 h 168375"/>
                <a:gd name="connsiteX11" fmla="*/ 200628 w 432121"/>
                <a:gd name="connsiteY11" fmla="*/ 150471 h 168375"/>
                <a:gd name="connsiteX12" fmla="*/ 223777 w 432121"/>
                <a:gd name="connsiteY12" fmla="*/ 154329 h 168375"/>
                <a:gd name="connsiteX13" fmla="*/ 235352 w 432121"/>
                <a:gd name="connsiteY13" fmla="*/ 154329 h 168375"/>
                <a:gd name="connsiteX14" fmla="*/ 253559 w 432121"/>
                <a:gd name="connsiteY14" fmla="*/ 153115 h 168375"/>
                <a:gd name="connsiteX15" fmla="*/ 277792 w 432121"/>
                <a:gd name="connsiteY15" fmla="*/ 135038 h 168375"/>
                <a:gd name="connsiteX16" fmla="*/ 298514 w 432121"/>
                <a:gd name="connsiteY16" fmla="*/ 121035 h 168375"/>
                <a:gd name="connsiteX17" fmla="*/ 308658 w 432121"/>
                <a:gd name="connsiteY17" fmla="*/ 100314 h 168375"/>
                <a:gd name="connsiteX18" fmla="*/ 316375 w 432121"/>
                <a:gd name="connsiteY18" fmla="*/ 84881 h 168375"/>
                <a:gd name="connsiteX19" fmla="*/ 320233 w 432121"/>
                <a:gd name="connsiteY19" fmla="*/ 69448 h 168375"/>
                <a:gd name="connsiteX20" fmla="*/ 320233 w 432121"/>
                <a:gd name="connsiteY20" fmla="*/ 50157 h 168375"/>
                <a:gd name="connsiteX21" fmla="*/ 324091 w 432121"/>
                <a:gd name="connsiteY21" fmla="*/ 30866 h 168375"/>
                <a:gd name="connsiteX22" fmla="*/ 385823 w 432121"/>
                <a:gd name="connsiteY22" fmla="*/ 0 h 168375"/>
                <a:gd name="connsiteX23" fmla="*/ 432121 w 432121"/>
                <a:gd name="connsiteY23" fmla="*/ 92597 h 168375"/>
                <a:gd name="connsiteX24" fmla="*/ 416689 w 432121"/>
                <a:gd name="connsiteY24" fmla="*/ 104172 h 168375"/>
                <a:gd name="connsiteX25" fmla="*/ 397397 w 432121"/>
                <a:gd name="connsiteY25" fmla="*/ 119605 h 168375"/>
                <a:gd name="connsiteX26" fmla="*/ 377976 w 432121"/>
                <a:gd name="connsiteY26" fmla="*/ 124460 h 168375"/>
                <a:gd name="connsiteX27" fmla="*/ 351099 w 432121"/>
                <a:gd name="connsiteY27" fmla="*/ 138896 h 168375"/>
                <a:gd name="connsiteX28" fmla="*/ 322444 w 432121"/>
                <a:gd name="connsiteY28" fmla="*/ 152682 h 168375"/>
                <a:gd name="connsiteX29" fmla="*/ 287285 w 432121"/>
                <a:gd name="connsiteY29" fmla="*/ 167681 h 168375"/>
                <a:gd name="connsiteX30" fmla="*/ 253559 w 432121"/>
                <a:gd name="connsiteY30" fmla="*/ 165904 h 168375"/>
                <a:gd name="connsiteX31" fmla="*/ 201842 w 432121"/>
                <a:gd name="connsiteY31" fmla="*/ 166900 h 168375"/>
                <a:gd name="connsiteX32" fmla="*/ 162046 w 432121"/>
                <a:gd name="connsiteY32" fmla="*/ 163042 h 168375"/>
                <a:gd name="connsiteX33" fmla="*/ 115747 w 432121"/>
                <a:gd name="connsiteY33" fmla="*/ 150471 h 168375"/>
                <a:gd name="connsiteX34" fmla="*/ 81023 w 432121"/>
                <a:gd name="connsiteY34" fmla="*/ 142754 h 168375"/>
                <a:gd name="connsiteX35" fmla="*/ 81023 w 432121"/>
                <a:gd name="connsiteY35" fmla="*/ 142754 h 168375"/>
                <a:gd name="connsiteX36" fmla="*/ 34724 w 432121"/>
                <a:gd name="connsiteY36" fmla="*/ 119605 h 168375"/>
                <a:gd name="connsiteX37" fmla="*/ 19291 w 432121"/>
                <a:gd name="connsiteY37" fmla="*/ 111888 h 168375"/>
                <a:gd name="connsiteX38" fmla="*/ 0 w 432121"/>
                <a:gd name="connsiteY38" fmla="*/ 92597 h 168375"/>
                <a:gd name="connsiteX39" fmla="*/ 50157 w 432121"/>
                <a:gd name="connsiteY39" fmla="*/ 0 h 168375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1099 w 432121"/>
                <a:gd name="connsiteY27" fmla="*/ 138896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27613 w 432121"/>
                <a:gd name="connsiteY24" fmla="*/ 106600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15747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4609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917"/>
                <a:gd name="connsiteX1" fmla="*/ 84881 w 439404"/>
                <a:gd name="connsiteY1" fmla="*/ 23149 h 167917"/>
                <a:gd name="connsiteX2" fmla="*/ 84881 w 439404"/>
                <a:gd name="connsiteY2" fmla="*/ 23149 h 167917"/>
                <a:gd name="connsiteX3" fmla="*/ 132740 w 439404"/>
                <a:gd name="connsiteY3" fmla="*/ 46299 h 167917"/>
                <a:gd name="connsiteX4" fmla="*/ 135601 w 439404"/>
                <a:gd name="connsiteY4" fmla="*/ 74303 h 167917"/>
                <a:gd name="connsiteX5" fmla="*/ 139677 w 439404"/>
                <a:gd name="connsiteY5" fmla="*/ 89736 h 167917"/>
                <a:gd name="connsiteX6" fmla="*/ 146613 w 439404"/>
                <a:gd name="connsiteY6" fmla="*/ 104172 h 167917"/>
                <a:gd name="connsiteX7" fmla="*/ 154329 w 439404"/>
                <a:gd name="connsiteY7" fmla="*/ 111888 h 167917"/>
                <a:gd name="connsiteX8" fmla="*/ 162337 w 439404"/>
                <a:gd name="connsiteY8" fmla="*/ 123755 h 167917"/>
                <a:gd name="connsiteX9" fmla="*/ 175296 w 439404"/>
                <a:gd name="connsiteY9" fmla="*/ 136422 h 167917"/>
                <a:gd name="connsiteX10" fmla="*/ 185195 w 439404"/>
                <a:gd name="connsiteY10" fmla="*/ 142754 h 167917"/>
                <a:gd name="connsiteX11" fmla="*/ 200628 w 439404"/>
                <a:gd name="connsiteY11" fmla="*/ 150471 h 167917"/>
                <a:gd name="connsiteX12" fmla="*/ 223777 w 439404"/>
                <a:gd name="connsiteY12" fmla="*/ 154329 h 167917"/>
                <a:gd name="connsiteX13" fmla="*/ 235352 w 439404"/>
                <a:gd name="connsiteY13" fmla="*/ 154329 h 167917"/>
                <a:gd name="connsiteX14" fmla="*/ 253559 w 439404"/>
                <a:gd name="connsiteY14" fmla="*/ 146198 h 167917"/>
                <a:gd name="connsiteX15" fmla="*/ 277792 w 439404"/>
                <a:gd name="connsiteY15" fmla="*/ 135038 h 167917"/>
                <a:gd name="connsiteX16" fmla="*/ 298514 w 439404"/>
                <a:gd name="connsiteY16" fmla="*/ 117576 h 167917"/>
                <a:gd name="connsiteX17" fmla="*/ 308658 w 439404"/>
                <a:gd name="connsiteY17" fmla="*/ 100314 h 167917"/>
                <a:gd name="connsiteX18" fmla="*/ 315683 w 439404"/>
                <a:gd name="connsiteY18" fmla="*/ 81422 h 167917"/>
                <a:gd name="connsiteX19" fmla="*/ 318158 w 439404"/>
                <a:gd name="connsiteY19" fmla="*/ 63914 h 167917"/>
                <a:gd name="connsiteX20" fmla="*/ 318158 w 439404"/>
                <a:gd name="connsiteY20" fmla="*/ 53616 h 167917"/>
                <a:gd name="connsiteX21" fmla="*/ 316482 w 439404"/>
                <a:gd name="connsiteY21" fmla="*/ 37092 h 167917"/>
                <a:gd name="connsiteX22" fmla="*/ 385823 w 439404"/>
                <a:gd name="connsiteY22" fmla="*/ 0 h 167917"/>
                <a:gd name="connsiteX23" fmla="*/ 439404 w 439404"/>
                <a:gd name="connsiteY23" fmla="*/ 96238 h 167917"/>
                <a:gd name="connsiteX24" fmla="*/ 427613 w 439404"/>
                <a:gd name="connsiteY24" fmla="*/ 106600 h 167917"/>
                <a:gd name="connsiteX25" fmla="*/ 408321 w 439404"/>
                <a:gd name="connsiteY25" fmla="*/ 120819 h 167917"/>
                <a:gd name="connsiteX26" fmla="*/ 382831 w 439404"/>
                <a:gd name="connsiteY26" fmla="*/ 130529 h 167917"/>
                <a:gd name="connsiteX27" fmla="*/ 354740 w 439404"/>
                <a:gd name="connsiteY27" fmla="*/ 144965 h 167917"/>
                <a:gd name="connsiteX28" fmla="*/ 322444 w 439404"/>
                <a:gd name="connsiteY28" fmla="*/ 152682 h 167917"/>
                <a:gd name="connsiteX29" fmla="*/ 295782 w 439404"/>
                <a:gd name="connsiteY29" fmla="*/ 159184 h 167917"/>
                <a:gd name="connsiteX30" fmla="*/ 225889 w 439404"/>
                <a:gd name="connsiteY30" fmla="*/ 167287 h 167917"/>
                <a:gd name="connsiteX31" fmla="*/ 204609 w 439404"/>
                <a:gd name="connsiteY31" fmla="*/ 166900 h 167917"/>
                <a:gd name="connsiteX32" fmla="*/ 162046 w 439404"/>
                <a:gd name="connsiteY32" fmla="*/ 163042 h 167917"/>
                <a:gd name="connsiteX33" fmla="*/ 116439 w 439404"/>
                <a:gd name="connsiteY33" fmla="*/ 154621 h 167917"/>
                <a:gd name="connsiteX34" fmla="*/ 81023 w 439404"/>
                <a:gd name="connsiteY34" fmla="*/ 142754 h 167917"/>
                <a:gd name="connsiteX35" fmla="*/ 81023 w 439404"/>
                <a:gd name="connsiteY35" fmla="*/ 142754 h 167917"/>
                <a:gd name="connsiteX36" fmla="*/ 34724 w 439404"/>
                <a:gd name="connsiteY36" fmla="*/ 119605 h 167917"/>
                <a:gd name="connsiteX37" fmla="*/ 19291 w 439404"/>
                <a:gd name="connsiteY37" fmla="*/ 111888 h 167917"/>
                <a:gd name="connsiteX38" fmla="*/ 0 w 439404"/>
                <a:gd name="connsiteY38" fmla="*/ 92597 h 167917"/>
                <a:gd name="connsiteX39" fmla="*/ 50157 w 439404"/>
                <a:gd name="connsiteY39" fmla="*/ 0 h 167917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2831 w 439404"/>
                <a:gd name="connsiteY26" fmla="*/ 130529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6921 w 439404"/>
                <a:gd name="connsiteY24" fmla="*/ 103141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35352 w 437329"/>
                <a:gd name="connsiteY13" fmla="*/ 154329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2682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0784 w 437329"/>
                <a:gd name="connsiteY15" fmla="*/ 135537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3802 w 437329"/>
                <a:gd name="connsiteY15" fmla="*/ 130051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5771 w 437329"/>
                <a:gd name="connsiteY15" fmla="*/ 132544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6270 w 437329"/>
                <a:gd name="connsiteY15" fmla="*/ 130549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37329" h="167569">
                  <a:moveTo>
                    <a:pt x="50157" y="0"/>
                  </a:moveTo>
                  <a:lnTo>
                    <a:pt x="84881" y="23149"/>
                  </a:lnTo>
                  <a:lnTo>
                    <a:pt x="84881" y="23149"/>
                  </a:lnTo>
                  <a:lnTo>
                    <a:pt x="132740" y="46299"/>
                  </a:lnTo>
                  <a:lnTo>
                    <a:pt x="135601" y="74303"/>
                  </a:lnTo>
                  <a:lnTo>
                    <a:pt x="139677" y="89736"/>
                  </a:lnTo>
                  <a:lnTo>
                    <a:pt x="146613" y="104172"/>
                  </a:lnTo>
                  <a:lnTo>
                    <a:pt x="152833" y="115878"/>
                  </a:lnTo>
                  <a:lnTo>
                    <a:pt x="162836" y="126747"/>
                  </a:lnTo>
                  <a:lnTo>
                    <a:pt x="175296" y="136422"/>
                  </a:lnTo>
                  <a:cubicBezTo>
                    <a:pt x="178596" y="138533"/>
                    <a:pt x="180308" y="140496"/>
                    <a:pt x="185195" y="142754"/>
                  </a:cubicBezTo>
                  <a:cubicBezTo>
                    <a:pt x="190082" y="145012"/>
                    <a:pt x="199474" y="147400"/>
                    <a:pt x="204618" y="149972"/>
                  </a:cubicBezTo>
                  <a:lnTo>
                    <a:pt x="224276" y="151337"/>
                  </a:lnTo>
                  <a:cubicBezTo>
                    <a:pt x="228134" y="151337"/>
                    <a:pt x="236813" y="151384"/>
                    <a:pt x="243653" y="150066"/>
                  </a:cubicBezTo>
                  <a:cubicBezTo>
                    <a:pt x="250493" y="148748"/>
                    <a:pt x="258216" y="146684"/>
                    <a:pt x="265319" y="143431"/>
                  </a:cubicBezTo>
                  <a:cubicBezTo>
                    <a:pt x="272422" y="140178"/>
                    <a:pt x="278192" y="134269"/>
                    <a:pt x="286270" y="130549"/>
                  </a:cubicBezTo>
                  <a:lnTo>
                    <a:pt x="298514" y="117576"/>
                  </a:lnTo>
                  <a:lnTo>
                    <a:pt x="308658" y="100314"/>
                  </a:lnTo>
                  <a:lnTo>
                    <a:pt x="315683" y="81422"/>
                  </a:lnTo>
                  <a:lnTo>
                    <a:pt x="318158" y="63914"/>
                  </a:lnTo>
                  <a:lnTo>
                    <a:pt x="318158" y="53616"/>
                  </a:lnTo>
                  <a:lnTo>
                    <a:pt x="316482" y="37092"/>
                  </a:lnTo>
                  <a:lnTo>
                    <a:pt x="385823" y="0"/>
                  </a:lnTo>
                  <a:lnTo>
                    <a:pt x="437329" y="92779"/>
                  </a:lnTo>
                  <a:lnTo>
                    <a:pt x="426921" y="103141"/>
                  </a:lnTo>
                  <a:cubicBezTo>
                    <a:pt x="420490" y="107881"/>
                    <a:pt x="417823" y="111598"/>
                    <a:pt x="411780" y="115977"/>
                  </a:cubicBezTo>
                  <a:cubicBezTo>
                    <a:pt x="405737" y="120356"/>
                    <a:pt x="399091" y="124836"/>
                    <a:pt x="390665" y="129418"/>
                  </a:cubicBezTo>
                  <a:cubicBezTo>
                    <a:pt x="382239" y="134000"/>
                    <a:pt x="368968" y="136634"/>
                    <a:pt x="361223" y="143469"/>
                  </a:cubicBezTo>
                  <a:cubicBezTo>
                    <a:pt x="350458" y="146872"/>
                    <a:pt x="337199" y="150775"/>
                    <a:pt x="322444" y="155175"/>
                  </a:cubicBezTo>
                  <a:lnTo>
                    <a:pt x="274064" y="163914"/>
                  </a:lnTo>
                  <a:lnTo>
                    <a:pt x="225889" y="167287"/>
                  </a:lnTo>
                  <a:cubicBezTo>
                    <a:pt x="214313" y="167785"/>
                    <a:pt x="215249" y="167607"/>
                    <a:pt x="204609" y="166900"/>
                  </a:cubicBezTo>
                  <a:cubicBezTo>
                    <a:pt x="193969" y="166193"/>
                    <a:pt x="174907" y="162710"/>
                    <a:pt x="162046" y="163042"/>
                  </a:cubicBezTo>
                  <a:lnTo>
                    <a:pt x="116439" y="154621"/>
                  </a:lnTo>
                  <a:lnTo>
                    <a:pt x="81023" y="142754"/>
                  </a:lnTo>
                  <a:lnTo>
                    <a:pt x="81023" y="142754"/>
                  </a:lnTo>
                  <a:cubicBezTo>
                    <a:pt x="65590" y="135038"/>
                    <a:pt x="45511" y="125414"/>
                    <a:pt x="34724" y="119605"/>
                  </a:cubicBezTo>
                  <a:cubicBezTo>
                    <a:pt x="23937" y="113796"/>
                    <a:pt x="22441" y="111800"/>
                    <a:pt x="16299" y="107898"/>
                  </a:cubicBezTo>
                  <a:lnTo>
                    <a:pt x="0" y="92597"/>
                  </a:lnTo>
                  <a:lnTo>
                    <a:pt x="50157" y="0"/>
                  </a:lnTo>
                  <a:close/>
                </a:path>
              </a:pathLst>
            </a:custGeom>
            <a:grp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497268-F8EA-1B4E-D5CE-9C62069B6EEC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621646" y="2384325"/>
              <a:ext cx="216000" cy="216000"/>
            </a:xfrm>
            <a:prstGeom prst="ellipse">
              <a:avLst/>
            </a:prstGeom>
            <a:grp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405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7FAC3-939F-A19E-BB6F-6D00BA497C9B}"/>
              </a:ext>
            </a:extLst>
          </p:cNvPr>
          <p:cNvGrpSpPr>
            <a:grpSpLocks noChangeAspect="1"/>
          </p:cNvGrpSpPr>
          <p:nvPr/>
        </p:nvGrpSpPr>
        <p:grpSpPr>
          <a:xfrm rot="5561066">
            <a:off x="3800443" y="4627372"/>
            <a:ext cx="112126" cy="259829"/>
            <a:chOff x="1602703" y="2229009"/>
            <a:chExt cx="234943" cy="518847"/>
          </a:xfrm>
          <a:solidFill>
            <a:srgbClr val="FFFF00"/>
          </a:solidFill>
        </p:grpSpPr>
        <p:sp>
          <p:nvSpPr>
            <p:cNvPr id="14" name="Chord 13">
              <a:extLst>
                <a:ext uri="{FF2B5EF4-FFF2-40B4-BE49-F238E27FC236}">
                  <a16:creationId xmlns:a16="http://schemas.microsoft.com/office/drawing/2014/main" id="{13A206F4-29EE-EF4F-14BF-7FC3DC654B6B}"/>
                </a:ext>
              </a:extLst>
            </p:cNvPr>
            <p:cNvSpPr/>
            <p:nvPr/>
          </p:nvSpPr>
          <p:spPr>
            <a:xfrm rot="15788903">
              <a:off x="1711377" y="2669628"/>
              <a:ext cx="74685" cy="81771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Chord 14">
              <a:extLst>
                <a:ext uri="{FF2B5EF4-FFF2-40B4-BE49-F238E27FC236}">
                  <a16:creationId xmlns:a16="http://schemas.microsoft.com/office/drawing/2014/main" id="{BE3BAD72-2CB3-2BFE-049C-1969D4C06A2B}"/>
                </a:ext>
              </a:extLst>
            </p:cNvPr>
            <p:cNvSpPr/>
            <p:nvPr/>
          </p:nvSpPr>
          <p:spPr>
            <a:xfrm rot="8436859">
              <a:off x="1707359" y="2229009"/>
              <a:ext cx="81772" cy="74685"/>
            </a:xfrm>
            <a:prstGeom prst="chord">
              <a:avLst/>
            </a:prstGeom>
            <a:solidFill>
              <a:srgbClr val="DFB87F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94F6BDE8-A2E7-C79B-7078-5421C299EA31}"/>
                </a:ext>
              </a:extLst>
            </p:cNvPr>
            <p:cNvSpPr/>
            <p:nvPr/>
          </p:nvSpPr>
          <p:spPr>
            <a:xfrm rot="5400000">
              <a:off x="1471040" y="2392356"/>
              <a:ext cx="453638" cy="190312"/>
            </a:xfrm>
            <a:custGeom>
              <a:avLst/>
              <a:gdLst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300942 w 432121"/>
                <a:gd name="connsiteY16" fmla="*/ 123463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04"/>
                <a:gd name="connsiteX1" fmla="*/ 84881 w 432121"/>
                <a:gd name="connsiteY1" fmla="*/ 23149 h 165904"/>
                <a:gd name="connsiteX2" fmla="*/ 84881 w 432121"/>
                <a:gd name="connsiteY2" fmla="*/ 23149 h 165904"/>
                <a:gd name="connsiteX3" fmla="*/ 115747 w 432121"/>
                <a:gd name="connsiteY3" fmla="*/ 46299 h 165904"/>
                <a:gd name="connsiteX4" fmla="*/ 123463 w 432121"/>
                <a:gd name="connsiteY4" fmla="*/ 69448 h 165904"/>
                <a:gd name="connsiteX5" fmla="*/ 131180 w 432121"/>
                <a:gd name="connsiteY5" fmla="*/ 84881 h 165904"/>
                <a:gd name="connsiteX6" fmla="*/ 146613 w 432121"/>
                <a:gd name="connsiteY6" fmla="*/ 104172 h 165904"/>
                <a:gd name="connsiteX7" fmla="*/ 154329 w 432121"/>
                <a:gd name="connsiteY7" fmla="*/ 111888 h 165904"/>
                <a:gd name="connsiteX8" fmla="*/ 158187 w 432121"/>
                <a:gd name="connsiteY8" fmla="*/ 119605 h 165904"/>
                <a:gd name="connsiteX9" fmla="*/ 169762 w 432121"/>
                <a:gd name="connsiteY9" fmla="*/ 135038 h 165904"/>
                <a:gd name="connsiteX10" fmla="*/ 185195 w 432121"/>
                <a:gd name="connsiteY10" fmla="*/ 142754 h 165904"/>
                <a:gd name="connsiteX11" fmla="*/ 200628 w 432121"/>
                <a:gd name="connsiteY11" fmla="*/ 150471 h 165904"/>
                <a:gd name="connsiteX12" fmla="*/ 223777 w 432121"/>
                <a:gd name="connsiteY12" fmla="*/ 154329 h 165904"/>
                <a:gd name="connsiteX13" fmla="*/ 235352 w 432121"/>
                <a:gd name="connsiteY13" fmla="*/ 154329 h 165904"/>
                <a:gd name="connsiteX14" fmla="*/ 235352 w 432121"/>
                <a:gd name="connsiteY14" fmla="*/ 154329 h 165904"/>
                <a:gd name="connsiteX15" fmla="*/ 277792 w 432121"/>
                <a:gd name="connsiteY15" fmla="*/ 135038 h 165904"/>
                <a:gd name="connsiteX16" fmla="*/ 298514 w 432121"/>
                <a:gd name="connsiteY16" fmla="*/ 121035 h 165904"/>
                <a:gd name="connsiteX17" fmla="*/ 308658 w 432121"/>
                <a:gd name="connsiteY17" fmla="*/ 100314 h 165904"/>
                <a:gd name="connsiteX18" fmla="*/ 316375 w 432121"/>
                <a:gd name="connsiteY18" fmla="*/ 84881 h 165904"/>
                <a:gd name="connsiteX19" fmla="*/ 320233 w 432121"/>
                <a:gd name="connsiteY19" fmla="*/ 69448 h 165904"/>
                <a:gd name="connsiteX20" fmla="*/ 320233 w 432121"/>
                <a:gd name="connsiteY20" fmla="*/ 50157 h 165904"/>
                <a:gd name="connsiteX21" fmla="*/ 324091 w 432121"/>
                <a:gd name="connsiteY21" fmla="*/ 30866 h 165904"/>
                <a:gd name="connsiteX22" fmla="*/ 385823 w 432121"/>
                <a:gd name="connsiteY22" fmla="*/ 0 h 165904"/>
                <a:gd name="connsiteX23" fmla="*/ 432121 w 432121"/>
                <a:gd name="connsiteY23" fmla="*/ 92597 h 165904"/>
                <a:gd name="connsiteX24" fmla="*/ 416689 w 432121"/>
                <a:gd name="connsiteY24" fmla="*/ 104172 h 165904"/>
                <a:gd name="connsiteX25" fmla="*/ 397397 w 432121"/>
                <a:gd name="connsiteY25" fmla="*/ 119605 h 165904"/>
                <a:gd name="connsiteX26" fmla="*/ 397397 w 432121"/>
                <a:gd name="connsiteY26" fmla="*/ 119605 h 165904"/>
                <a:gd name="connsiteX27" fmla="*/ 351099 w 432121"/>
                <a:gd name="connsiteY27" fmla="*/ 138896 h 165904"/>
                <a:gd name="connsiteX28" fmla="*/ 316375 w 432121"/>
                <a:gd name="connsiteY28" fmla="*/ 146613 h 165904"/>
                <a:gd name="connsiteX29" fmla="*/ 273934 w 432121"/>
                <a:gd name="connsiteY29" fmla="*/ 154329 h 165904"/>
                <a:gd name="connsiteX30" fmla="*/ 235352 w 432121"/>
                <a:gd name="connsiteY30" fmla="*/ 165904 h 165904"/>
                <a:gd name="connsiteX31" fmla="*/ 200628 w 432121"/>
                <a:gd name="connsiteY31" fmla="*/ 162045 h 165904"/>
                <a:gd name="connsiteX32" fmla="*/ 162046 w 432121"/>
                <a:gd name="connsiteY32" fmla="*/ 158187 h 165904"/>
                <a:gd name="connsiteX33" fmla="*/ 115747 w 432121"/>
                <a:gd name="connsiteY33" fmla="*/ 150471 h 165904"/>
                <a:gd name="connsiteX34" fmla="*/ 81023 w 432121"/>
                <a:gd name="connsiteY34" fmla="*/ 142754 h 165904"/>
                <a:gd name="connsiteX35" fmla="*/ 81023 w 432121"/>
                <a:gd name="connsiteY35" fmla="*/ 142754 h 165904"/>
                <a:gd name="connsiteX36" fmla="*/ 34724 w 432121"/>
                <a:gd name="connsiteY36" fmla="*/ 119605 h 165904"/>
                <a:gd name="connsiteX37" fmla="*/ 19291 w 432121"/>
                <a:gd name="connsiteY37" fmla="*/ 111888 h 165904"/>
                <a:gd name="connsiteX38" fmla="*/ 0 w 432121"/>
                <a:gd name="connsiteY38" fmla="*/ 92597 h 165904"/>
                <a:gd name="connsiteX39" fmla="*/ 50157 w 432121"/>
                <a:gd name="connsiteY39" fmla="*/ 0 h 165904"/>
                <a:gd name="connsiteX0" fmla="*/ 50157 w 432121"/>
                <a:gd name="connsiteY0" fmla="*/ 0 h 165954"/>
                <a:gd name="connsiteX1" fmla="*/ 84881 w 432121"/>
                <a:gd name="connsiteY1" fmla="*/ 23149 h 165954"/>
                <a:gd name="connsiteX2" fmla="*/ 84881 w 432121"/>
                <a:gd name="connsiteY2" fmla="*/ 23149 h 165954"/>
                <a:gd name="connsiteX3" fmla="*/ 115747 w 432121"/>
                <a:gd name="connsiteY3" fmla="*/ 46299 h 165954"/>
                <a:gd name="connsiteX4" fmla="*/ 123463 w 432121"/>
                <a:gd name="connsiteY4" fmla="*/ 69448 h 165954"/>
                <a:gd name="connsiteX5" fmla="*/ 131180 w 432121"/>
                <a:gd name="connsiteY5" fmla="*/ 84881 h 165954"/>
                <a:gd name="connsiteX6" fmla="*/ 146613 w 432121"/>
                <a:gd name="connsiteY6" fmla="*/ 104172 h 165954"/>
                <a:gd name="connsiteX7" fmla="*/ 154329 w 432121"/>
                <a:gd name="connsiteY7" fmla="*/ 111888 h 165954"/>
                <a:gd name="connsiteX8" fmla="*/ 158187 w 432121"/>
                <a:gd name="connsiteY8" fmla="*/ 119605 h 165954"/>
                <a:gd name="connsiteX9" fmla="*/ 169762 w 432121"/>
                <a:gd name="connsiteY9" fmla="*/ 135038 h 165954"/>
                <a:gd name="connsiteX10" fmla="*/ 185195 w 432121"/>
                <a:gd name="connsiteY10" fmla="*/ 142754 h 165954"/>
                <a:gd name="connsiteX11" fmla="*/ 200628 w 432121"/>
                <a:gd name="connsiteY11" fmla="*/ 150471 h 165954"/>
                <a:gd name="connsiteX12" fmla="*/ 223777 w 432121"/>
                <a:gd name="connsiteY12" fmla="*/ 154329 h 165954"/>
                <a:gd name="connsiteX13" fmla="*/ 235352 w 432121"/>
                <a:gd name="connsiteY13" fmla="*/ 154329 h 165954"/>
                <a:gd name="connsiteX14" fmla="*/ 235352 w 432121"/>
                <a:gd name="connsiteY14" fmla="*/ 154329 h 165954"/>
                <a:gd name="connsiteX15" fmla="*/ 277792 w 432121"/>
                <a:gd name="connsiteY15" fmla="*/ 135038 h 165954"/>
                <a:gd name="connsiteX16" fmla="*/ 298514 w 432121"/>
                <a:gd name="connsiteY16" fmla="*/ 121035 h 165954"/>
                <a:gd name="connsiteX17" fmla="*/ 308658 w 432121"/>
                <a:gd name="connsiteY17" fmla="*/ 100314 h 165954"/>
                <a:gd name="connsiteX18" fmla="*/ 316375 w 432121"/>
                <a:gd name="connsiteY18" fmla="*/ 84881 h 165954"/>
                <a:gd name="connsiteX19" fmla="*/ 320233 w 432121"/>
                <a:gd name="connsiteY19" fmla="*/ 69448 h 165954"/>
                <a:gd name="connsiteX20" fmla="*/ 320233 w 432121"/>
                <a:gd name="connsiteY20" fmla="*/ 50157 h 165954"/>
                <a:gd name="connsiteX21" fmla="*/ 324091 w 432121"/>
                <a:gd name="connsiteY21" fmla="*/ 30866 h 165954"/>
                <a:gd name="connsiteX22" fmla="*/ 385823 w 432121"/>
                <a:gd name="connsiteY22" fmla="*/ 0 h 165954"/>
                <a:gd name="connsiteX23" fmla="*/ 432121 w 432121"/>
                <a:gd name="connsiteY23" fmla="*/ 92597 h 165954"/>
                <a:gd name="connsiteX24" fmla="*/ 416689 w 432121"/>
                <a:gd name="connsiteY24" fmla="*/ 104172 h 165954"/>
                <a:gd name="connsiteX25" fmla="*/ 397397 w 432121"/>
                <a:gd name="connsiteY25" fmla="*/ 119605 h 165954"/>
                <a:gd name="connsiteX26" fmla="*/ 397397 w 432121"/>
                <a:gd name="connsiteY26" fmla="*/ 119605 h 165954"/>
                <a:gd name="connsiteX27" fmla="*/ 351099 w 432121"/>
                <a:gd name="connsiteY27" fmla="*/ 138896 h 165954"/>
                <a:gd name="connsiteX28" fmla="*/ 316375 w 432121"/>
                <a:gd name="connsiteY28" fmla="*/ 146613 h 165954"/>
                <a:gd name="connsiteX29" fmla="*/ 277575 w 432121"/>
                <a:gd name="connsiteY29" fmla="*/ 159184 h 165954"/>
                <a:gd name="connsiteX30" fmla="*/ 235352 w 432121"/>
                <a:gd name="connsiteY30" fmla="*/ 165904 h 165954"/>
                <a:gd name="connsiteX31" fmla="*/ 200628 w 432121"/>
                <a:gd name="connsiteY31" fmla="*/ 162045 h 165954"/>
                <a:gd name="connsiteX32" fmla="*/ 162046 w 432121"/>
                <a:gd name="connsiteY32" fmla="*/ 158187 h 165954"/>
                <a:gd name="connsiteX33" fmla="*/ 115747 w 432121"/>
                <a:gd name="connsiteY33" fmla="*/ 150471 h 165954"/>
                <a:gd name="connsiteX34" fmla="*/ 81023 w 432121"/>
                <a:gd name="connsiteY34" fmla="*/ 142754 h 165954"/>
                <a:gd name="connsiteX35" fmla="*/ 81023 w 432121"/>
                <a:gd name="connsiteY35" fmla="*/ 142754 h 165954"/>
                <a:gd name="connsiteX36" fmla="*/ 34724 w 432121"/>
                <a:gd name="connsiteY36" fmla="*/ 119605 h 165954"/>
                <a:gd name="connsiteX37" fmla="*/ 19291 w 432121"/>
                <a:gd name="connsiteY37" fmla="*/ 111888 h 165954"/>
                <a:gd name="connsiteX38" fmla="*/ 0 w 432121"/>
                <a:gd name="connsiteY38" fmla="*/ 92597 h 165954"/>
                <a:gd name="connsiteX39" fmla="*/ 50157 w 432121"/>
                <a:gd name="connsiteY39" fmla="*/ 0 h 165954"/>
                <a:gd name="connsiteX0" fmla="*/ 50157 w 432121"/>
                <a:gd name="connsiteY0" fmla="*/ 0 h 165944"/>
                <a:gd name="connsiteX1" fmla="*/ 84881 w 432121"/>
                <a:gd name="connsiteY1" fmla="*/ 23149 h 165944"/>
                <a:gd name="connsiteX2" fmla="*/ 84881 w 432121"/>
                <a:gd name="connsiteY2" fmla="*/ 23149 h 165944"/>
                <a:gd name="connsiteX3" fmla="*/ 115747 w 432121"/>
                <a:gd name="connsiteY3" fmla="*/ 46299 h 165944"/>
                <a:gd name="connsiteX4" fmla="*/ 123463 w 432121"/>
                <a:gd name="connsiteY4" fmla="*/ 69448 h 165944"/>
                <a:gd name="connsiteX5" fmla="*/ 131180 w 432121"/>
                <a:gd name="connsiteY5" fmla="*/ 84881 h 165944"/>
                <a:gd name="connsiteX6" fmla="*/ 146613 w 432121"/>
                <a:gd name="connsiteY6" fmla="*/ 104172 h 165944"/>
                <a:gd name="connsiteX7" fmla="*/ 154329 w 432121"/>
                <a:gd name="connsiteY7" fmla="*/ 111888 h 165944"/>
                <a:gd name="connsiteX8" fmla="*/ 158187 w 432121"/>
                <a:gd name="connsiteY8" fmla="*/ 119605 h 165944"/>
                <a:gd name="connsiteX9" fmla="*/ 169762 w 432121"/>
                <a:gd name="connsiteY9" fmla="*/ 135038 h 165944"/>
                <a:gd name="connsiteX10" fmla="*/ 185195 w 432121"/>
                <a:gd name="connsiteY10" fmla="*/ 142754 h 165944"/>
                <a:gd name="connsiteX11" fmla="*/ 200628 w 432121"/>
                <a:gd name="connsiteY11" fmla="*/ 150471 h 165944"/>
                <a:gd name="connsiteX12" fmla="*/ 223777 w 432121"/>
                <a:gd name="connsiteY12" fmla="*/ 154329 h 165944"/>
                <a:gd name="connsiteX13" fmla="*/ 235352 w 432121"/>
                <a:gd name="connsiteY13" fmla="*/ 154329 h 165944"/>
                <a:gd name="connsiteX14" fmla="*/ 235352 w 432121"/>
                <a:gd name="connsiteY14" fmla="*/ 154329 h 165944"/>
                <a:gd name="connsiteX15" fmla="*/ 277792 w 432121"/>
                <a:gd name="connsiteY15" fmla="*/ 135038 h 165944"/>
                <a:gd name="connsiteX16" fmla="*/ 298514 w 432121"/>
                <a:gd name="connsiteY16" fmla="*/ 121035 h 165944"/>
                <a:gd name="connsiteX17" fmla="*/ 308658 w 432121"/>
                <a:gd name="connsiteY17" fmla="*/ 100314 h 165944"/>
                <a:gd name="connsiteX18" fmla="*/ 316375 w 432121"/>
                <a:gd name="connsiteY18" fmla="*/ 84881 h 165944"/>
                <a:gd name="connsiteX19" fmla="*/ 320233 w 432121"/>
                <a:gd name="connsiteY19" fmla="*/ 69448 h 165944"/>
                <a:gd name="connsiteX20" fmla="*/ 320233 w 432121"/>
                <a:gd name="connsiteY20" fmla="*/ 50157 h 165944"/>
                <a:gd name="connsiteX21" fmla="*/ 324091 w 432121"/>
                <a:gd name="connsiteY21" fmla="*/ 30866 h 165944"/>
                <a:gd name="connsiteX22" fmla="*/ 385823 w 432121"/>
                <a:gd name="connsiteY22" fmla="*/ 0 h 165944"/>
                <a:gd name="connsiteX23" fmla="*/ 432121 w 432121"/>
                <a:gd name="connsiteY23" fmla="*/ 92597 h 165944"/>
                <a:gd name="connsiteX24" fmla="*/ 416689 w 432121"/>
                <a:gd name="connsiteY24" fmla="*/ 104172 h 165944"/>
                <a:gd name="connsiteX25" fmla="*/ 397397 w 432121"/>
                <a:gd name="connsiteY25" fmla="*/ 119605 h 165944"/>
                <a:gd name="connsiteX26" fmla="*/ 397397 w 432121"/>
                <a:gd name="connsiteY26" fmla="*/ 119605 h 165944"/>
                <a:gd name="connsiteX27" fmla="*/ 351099 w 432121"/>
                <a:gd name="connsiteY27" fmla="*/ 138896 h 165944"/>
                <a:gd name="connsiteX28" fmla="*/ 316375 w 432121"/>
                <a:gd name="connsiteY28" fmla="*/ 146613 h 165944"/>
                <a:gd name="connsiteX29" fmla="*/ 277575 w 432121"/>
                <a:gd name="connsiteY29" fmla="*/ 159184 h 165944"/>
                <a:gd name="connsiteX30" fmla="*/ 235352 w 432121"/>
                <a:gd name="connsiteY30" fmla="*/ 165904 h 165944"/>
                <a:gd name="connsiteX31" fmla="*/ 200628 w 432121"/>
                <a:gd name="connsiteY31" fmla="*/ 162045 h 165944"/>
                <a:gd name="connsiteX32" fmla="*/ 162046 w 432121"/>
                <a:gd name="connsiteY32" fmla="*/ 163042 h 165944"/>
                <a:gd name="connsiteX33" fmla="*/ 115747 w 432121"/>
                <a:gd name="connsiteY33" fmla="*/ 150471 h 165944"/>
                <a:gd name="connsiteX34" fmla="*/ 81023 w 432121"/>
                <a:gd name="connsiteY34" fmla="*/ 142754 h 165944"/>
                <a:gd name="connsiteX35" fmla="*/ 81023 w 432121"/>
                <a:gd name="connsiteY35" fmla="*/ 142754 h 165944"/>
                <a:gd name="connsiteX36" fmla="*/ 34724 w 432121"/>
                <a:gd name="connsiteY36" fmla="*/ 119605 h 165944"/>
                <a:gd name="connsiteX37" fmla="*/ 19291 w 432121"/>
                <a:gd name="connsiteY37" fmla="*/ 111888 h 165944"/>
                <a:gd name="connsiteX38" fmla="*/ 0 w 432121"/>
                <a:gd name="connsiteY38" fmla="*/ 92597 h 165944"/>
                <a:gd name="connsiteX39" fmla="*/ 50157 w 432121"/>
                <a:gd name="connsiteY39" fmla="*/ 0 h 165944"/>
                <a:gd name="connsiteX0" fmla="*/ 50157 w 432121"/>
                <a:gd name="connsiteY0" fmla="*/ 0 h 174208"/>
                <a:gd name="connsiteX1" fmla="*/ 84881 w 432121"/>
                <a:gd name="connsiteY1" fmla="*/ 23149 h 174208"/>
                <a:gd name="connsiteX2" fmla="*/ 84881 w 432121"/>
                <a:gd name="connsiteY2" fmla="*/ 23149 h 174208"/>
                <a:gd name="connsiteX3" fmla="*/ 115747 w 432121"/>
                <a:gd name="connsiteY3" fmla="*/ 46299 h 174208"/>
                <a:gd name="connsiteX4" fmla="*/ 123463 w 432121"/>
                <a:gd name="connsiteY4" fmla="*/ 69448 h 174208"/>
                <a:gd name="connsiteX5" fmla="*/ 131180 w 432121"/>
                <a:gd name="connsiteY5" fmla="*/ 84881 h 174208"/>
                <a:gd name="connsiteX6" fmla="*/ 146613 w 432121"/>
                <a:gd name="connsiteY6" fmla="*/ 104172 h 174208"/>
                <a:gd name="connsiteX7" fmla="*/ 154329 w 432121"/>
                <a:gd name="connsiteY7" fmla="*/ 111888 h 174208"/>
                <a:gd name="connsiteX8" fmla="*/ 158187 w 432121"/>
                <a:gd name="connsiteY8" fmla="*/ 119605 h 174208"/>
                <a:gd name="connsiteX9" fmla="*/ 169762 w 432121"/>
                <a:gd name="connsiteY9" fmla="*/ 135038 h 174208"/>
                <a:gd name="connsiteX10" fmla="*/ 185195 w 432121"/>
                <a:gd name="connsiteY10" fmla="*/ 142754 h 174208"/>
                <a:gd name="connsiteX11" fmla="*/ 200628 w 432121"/>
                <a:gd name="connsiteY11" fmla="*/ 150471 h 174208"/>
                <a:gd name="connsiteX12" fmla="*/ 223777 w 432121"/>
                <a:gd name="connsiteY12" fmla="*/ 154329 h 174208"/>
                <a:gd name="connsiteX13" fmla="*/ 235352 w 432121"/>
                <a:gd name="connsiteY13" fmla="*/ 154329 h 174208"/>
                <a:gd name="connsiteX14" fmla="*/ 235352 w 432121"/>
                <a:gd name="connsiteY14" fmla="*/ 154329 h 174208"/>
                <a:gd name="connsiteX15" fmla="*/ 277792 w 432121"/>
                <a:gd name="connsiteY15" fmla="*/ 135038 h 174208"/>
                <a:gd name="connsiteX16" fmla="*/ 298514 w 432121"/>
                <a:gd name="connsiteY16" fmla="*/ 121035 h 174208"/>
                <a:gd name="connsiteX17" fmla="*/ 308658 w 432121"/>
                <a:gd name="connsiteY17" fmla="*/ 100314 h 174208"/>
                <a:gd name="connsiteX18" fmla="*/ 316375 w 432121"/>
                <a:gd name="connsiteY18" fmla="*/ 84881 h 174208"/>
                <a:gd name="connsiteX19" fmla="*/ 320233 w 432121"/>
                <a:gd name="connsiteY19" fmla="*/ 69448 h 174208"/>
                <a:gd name="connsiteX20" fmla="*/ 320233 w 432121"/>
                <a:gd name="connsiteY20" fmla="*/ 50157 h 174208"/>
                <a:gd name="connsiteX21" fmla="*/ 324091 w 432121"/>
                <a:gd name="connsiteY21" fmla="*/ 30866 h 174208"/>
                <a:gd name="connsiteX22" fmla="*/ 385823 w 432121"/>
                <a:gd name="connsiteY22" fmla="*/ 0 h 174208"/>
                <a:gd name="connsiteX23" fmla="*/ 432121 w 432121"/>
                <a:gd name="connsiteY23" fmla="*/ 92597 h 174208"/>
                <a:gd name="connsiteX24" fmla="*/ 416689 w 432121"/>
                <a:gd name="connsiteY24" fmla="*/ 104172 h 174208"/>
                <a:gd name="connsiteX25" fmla="*/ 397397 w 432121"/>
                <a:gd name="connsiteY25" fmla="*/ 119605 h 174208"/>
                <a:gd name="connsiteX26" fmla="*/ 397397 w 432121"/>
                <a:gd name="connsiteY26" fmla="*/ 119605 h 174208"/>
                <a:gd name="connsiteX27" fmla="*/ 351099 w 432121"/>
                <a:gd name="connsiteY27" fmla="*/ 138896 h 174208"/>
                <a:gd name="connsiteX28" fmla="*/ 316375 w 432121"/>
                <a:gd name="connsiteY28" fmla="*/ 146613 h 174208"/>
                <a:gd name="connsiteX29" fmla="*/ 277575 w 432121"/>
                <a:gd name="connsiteY29" fmla="*/ 159184 h 174208"/>
                <a:gd name="connsiteX30" fmla="*/ 235352 w 432121"/>
                <a:gd name="connsiteY30" fmla="*/ 165904 h 174208"/>
                <a:gd name="connsiteX31" fmla="*/ 201842 w 432121"/>
                <a:gd name="connsiteY31" fmla="*/ 174183 h 174208"/>
                <a:gd name="connsiteX32" fmla="*/ 162046 w 432121"/>
                <a:gd name="connsiteY32" fmla="*/ 163042 h 174208"/>
                <a:gd name="connsiteX33" fmla="*/ 115747 w 432121"/>
                <a:gd name="connsiteY33" fmla="*/ 150471 h 174208"/>
                <a:gd name="connsiteX34" fmla="*/ 81023 w 432121"/>
                <a:gd name="connsiteY34" fmla="*/ 142754 h 174208"/>
                <a:gd name="connsiteX35" fmla="*/ 81023 w 432121"/>
                <a:gd name="connsiteY35" fmla="*/ 142754 h 174208"/>
                <a:gd name="connsiteX36" fmla="*/ 34724 w 432121"/>
                <a:gd name="connsiteY36" fmla="*/ 119605 h 174208"/>
                <a:gd name="connsiteX37" fmla="*/ 19291 w 432121"/>
                <a:gd name="connsiteY37" fmla="*/ 111888 h 174208"/>
                <a:gd name="connsiteX38" fmla="*/ 0 w 432121"/>
                <a:gd name="connsiteY38" fmla="*/ 92597 h 174208"/>
                <a:gd name="connsiteX39" fmla="*/ 50157 w 432121"/>
                <a:gd name="connsiteY39" fmla="*/ 0 h 174208"/>
                <a:gd name="connsiteX0" fmla="*/ 50157 w 432121"/>
                <a:gd name="connsiteY0" fmla="*/ 0 h 175288"/>
                <a:gd name="connsiteX1" fmla="*/ 84881 w 432121"/>
                <a:gd name="connsiteY1" fmla="*/ 23149 h 175288"/>
                <a:gd name="connsiteX2" fmla="*/ 84881 w 432121"/>
                <a:gd name="connsiteY2" fmla="*/ 23149 h 175288"/>
                <a:gd name="connsiteX3" fmla="*/ 115747 w 432121"/>
                <a:gd name="connsiteY3" fmla="*/ 46299 h 175288"/>
                <a:gd name="connsiteX4" fmla="*/ 123463 w 432121"/>
                <a:gd name="connsiteY4" fmla="*/ 69448 h 175288"/>
                <a:gd name="connsiteX5" fmla="*/ 131180 w 432121"/>
                <a:gd name="connsiteY5" fmla="*/ 84881 h 175288"/>
                <a:gd name="connsiteX6" fmla="*/ 146613 w 432121"/>
                <a:gd name="connsiteY6" fmla="*/ 104172 h 175288"/>
                <a:gd name="connsiteX7" fmla="*/ 154329 w 432121"/>
                <a:gd name="connsiteY7" fmla="*/ 111888 h 175288"/>
                <a:gd name="connsiteX8" fmla="*/ 158187 w 432121"/>
                <a:gd name="connsiteY8" fmla="*/ 119605 h 175288"/>
                <a:gd name="connsiteX9" fmla="*/ 169762 w 432121"/>
                <a:gd name="connsiteY9" fmla="*/ 135038 h 175288"/>
                <a:gd name="connsiteX10" fmla="*/ 185195 w 432121"/>
                <a:gd name="connsiteY10" fmla="*/ 142754 h 175288"/>
                <a:gd name="connsiteX11" fmla="*/ 200628 w 432121"/>
                <a:gd name="connsiteY11" fmla="*/ 150471 h 175288"/>
                <a:gd name="connsiteX12" fmla="*/ 223777 w 432121"/>
                <a:gd name="connsiteY12" fmla="*/ 154329 h 175288"/>
                <a:gd name="connsiteX13" fmla="*/ 235352 w 432121"/>
                <a:gd name="connsiteY13" fmla="*/ 154329 h 175288"/>
                <a:gd name="connsiteX14" fmla="*/ 235352 w 432121"/>
                <a:gd name="connsiteY14" fmla="*/ 154329 h 175288"/>
                <a:gd name="connsiteX15" fmla="*/ 277792 w 432121"/>
                <a:gd name="connsiteY15" fmla="*/ 135038 h 175288"/>
                <a:gd name="connsiteX16" fmla="*/ 298514 w 432121"/>
                <a:gd name="connsiteY16" fmla="*/ 121035 h 175288"/>
                <a:gd name="connsiteX17" fmla="*/ 308658 w 432121"/>
                <a:gd name="connsiteY17" fmla="*/ 100314 h 175288"/>
                <a:gd name="connsiteX18" fmla="*/ 316375 w 432121"/>
                <a:gd name="connsiteY18" fmla="*/ 84881 h 175288"/>
                <a:gd name="connsiteX19" fmla="*/ 320233 w 432121"/>
                <a:gd name="connsiteY19" fmla="*/ 69448 h 175288"/>
                <a:gd name="connsiteX20" fmla="*/ 320233 w 432121"/>
                <a:gd name="connsiteY20" fmla="*/ 50157 h 175288"/>
                <a:gd name="connsiteX21" fmla="*/ 324091 w 432121"/>
                <a:gd name="connsiteY21" fmla="*/ 30866 h 175288"/>
                <a:gd name="connsiteX22" fmla="*/ 385823 w 432121"/>
                <a:gd name="connsiteY22" fmla="*/ 0 h 175288"/>
                <a:gd name="connsiteX23" fmla="*/ 432121 w 432121"/>
                <a:gd name="connsiteY23" fmla="*/ 92597 h 175288"/>
                <a:gd name="connsiteX24" fmla="*/ 416689 w 432121"/>
                <a:gd name="connsiteY24" fmla="*/ 104172 h 175288"/>
                <a:gd name="connsiteX25" fmla="*/ 397397 w 432121"/>
                <a:gd name="connsiteY25" fmla="*/ 119605 h 175288"/>
                <a:gd name="connsiteX26" fmla="*/ 397397 w 432121"/>
                <a:gd name="connsiteY26" fmla="*/ 119605 h 175288"/>
                <a:gd name="connsiteX27" fmla="*/ 351099 w 432121"/>
                <a:gd name="connsiteY27" fmla="*/ 138896 h 175288"/>
                <a:gd name="connsiteX28" fmla="*/ 316375 w 432121"/>
                <a:gd name="connsiteY28" fmla="*/ 146613 h 175288"/>
                <a:gd name="connsiteX29" fmla="*/ 277575 w 432121"/>
                <a:gd name="connsiteY29" fmla="*/ 159184 h 175288"/>
                <a:gd name="connsiteX30" fmla="*/ 245062 w 432121"/>
                <a:gd name="connsiteY30" fmla="*/ 173187 h 175288"/>
                <a:gd name="connsiteX31" fmla="*/ 201842 w 432121"/>
                <a:gd name="connsiteY31" fmla="*/ 174183 h 175288"/>
                <a:gd name="connsiteX32" fmla="*/ 162046 w 432121"/>
                <a:gd name="connsiteY32" fmla="*/ 163042 h 175288"/>
                <a:gd name="connsiteX33" fmla="*/ 115747 w 432121"/>
                <a:gd name="connsiteY33" fmla="*/ 150471 h 175288"/>
                <a:gd name="connsiteX34" fmla="*/ 81023 w 432121"/>
                <a:gd name="connsiteY34" fmla="*/ 142754 h 175288"/>
                <a:gd name="connsiteX35" fmla="*/ 81023 w 432121"/>
                <a:gd name="connsiteY35" fmla="*/ 142754 h 175288"/>
                <a:gd name="connsiteX36" fmla="*/ 34724 w 432121"/>
                <a:gd name="connsiteY36" fmla="*/ 119605 h 175288"/>
                <a:gd name="connsiteX37" fmla="*/ 19291 w 432121"/>
                <a:gd name="connsiteY37" fmla="*/ 111888 h 175288"/>
                <a:gd name="connsiteX38" fmla="*/ 0 w 432121"/>
                <a:gd name="connsiteY38" fmla="*/ 92597 h 175288"/>
                <a:gd name="connsiteX39" fmla="*/ 50157 w 432121"/>
                <a:gd name="connsiteY39" fmla="*/ 0 h 175288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16375 w 432121"/>
                <a:gd name="connsiteY28" fmla="*/ 146613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97397 w 432121"/>
                <a:gd name="connsiteY26" fmla="*/ 119605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35352 w 432121"/>
                <a:gd name="connsiteY14" fmla="*/ 154329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4919"/>
                <a:gd name="connsiteX1" fmla="*/ 84881 w 432121"/>
                <a:gd name="connsiteY1" fmla="*/ 23149 h 174919"/>
                <a:gd name="connsiteX2" fmla="*/ 84881 w 432121"/>
                <a:gd name="connsiteY2" fmla="*/ 23149 h 174919"/>
                <a:gd name="connsiteX3" fmla="*/ 115747 w 432121"/>
                <a:gd name="connsiteY3" fmla="*/ 46299 h 174919"/>
                <a:gd name="connsiteX4" fmla="*/ 123463 w 432121"/>
                <a:gd name="connsiteY4" fmla="*/ 69448 h 174919"/>
                <a:gd name="connsiteX5" fmla="*/ 131180 w 432121"/>
                <a:gd name="connsiteY5" fmla="*/ 84881 h 174919"/>
                <a:gd name="connsiteX6" fmla="*/ 146613 w 432121"/>
                <a:gd name="connsiteY6" fmla="*/ 104172 h 174919"/>
                <a:gd name="connsiteX7" fmla="*/ 154329 w 432121"/>
                <a:gd name="connsiteY7" fmla="*/ 111888 h 174919"/>
                <a:gd name="connsiteX8" fmla="*/ 158187 w 432121"/>
                <a:gd name="connsiteY8" fmla="*/ 119605 h 174919"/>
                <a:gd name="connsiteX9" fmla="*/ 169762 w 432121"/>
                <a:gd name="connsiteY9" fmla="*/ 135038 h 174919"/>
                <a:gd name="connsiteX10" fmla="*/ 185195 w 432121"/>
                <a:gd name="connsiteY10" fmla="*/ 142754 h 174919"/>
                <a:gd name="connsiteX11" fmla="*/ 200628 w 432121"/>
                <a:gd name="connsiteY11" fmla="*/ 150471 h 174919"/>
                <a:gd name="connsiteX12" fmla="*/ 223777 w 432121"/>
                <a:gd name="connsiteY12" fmla="*/ 154329 h 174919"/>
                <a:gd name="connsiteX13" fmla="*/ 235352 w 432121"/>
                <a:gd name="connsiteY13" fmla="*/ 154329 h 174919"/>
                <a:gd name="connsiteX14" fmla="*/ 253559 w 432121"/>
                <a:gd name="connsiteY14" fmla="*/ 153115 h 174919"/>
                <a:gd name="connsiteX15" fmla="*/ 277792 w 432121"/>
                <a:gd name="connsiteY15" fmla="*/ 135038 h 174919"/>
                <a:gd name="connsiteX16" fmla="*/ 298514 w 432121"/>
                <a:gd name="connsiteY16" fmla="*/ 121035 h 174919"/>
                <a:gd name="connsiteX17" fmla="*/ 308658 w 432121"/>
                <a:gd name="connsiteY17" fmla="*/ 100314 h 174919"/>
                <a:gd name="connsiteX18" fmla="*/ 316375 w 432121"/>
                <a:gd name="connsiteY18" fmla="*/ 84881 h 174919"/>
                <a:gd name="connsiteX19" fmla="*/ 320233 w 432121"/>
                <a:gd name="connsiteY19" fmla="*/ 69448 h 174919"/>
                <a:gd name="connsiteX20" fmla="*/ 320233 w 432121"/>
                <a:gd name="connsiteY20" fmla="*/ 50157 h 174919"/>
                <a:gd name="connsiteX21" fmla="*/ 324091 w 432121"/>
                <a:gd name="connsiteY21" fmla="*/ 30866 h 174919"/>
                <a:gd name="connsiteX22" fmla="*/ 385823 w 432121"/>
                <a:gd name="connsiteY22" fmla="*/ 0 h 174919"/>
                <a:gd name="connsiteX23" fmla="*/ 432121 w 432121"/>
                <a:gd name="connsiteY23" fmla="*/ 92597 h 174919"/>
                <a:gd name="connsiteX24" fmla="*/ 416689 w 432121"/>
                <a:gd name="connsiteY24" fmla="*/ 104172 h 174919"/>
                <a:gd name="connsiteX25" fmla="*/ 397397 w 432121"/>
                <a:gd name="connsiteY25" fmla="*/ 119605 h 174919"/>
                <a:gd name="connsiteX26" fmla="*/ 377976 w 432121"/>
                <a:gd name="connsiteY26" fmla="*/ 124460 h 174919"/>
                <a:gd name="connsiteX27" fmla="*/ 351099 w 432121"/>
                <a:gd name="connsiteY27" fmla="*/ 138896 h 174919"/>
                <a:gd name="connsiteX28" fmla="*/ 322444 w 432121"/>
                <a:gd name="connsiteY28" fmla="*/ 152682 h 174919"/>
                <a:gd name="connsiteX29" fmla="*/ 287285 w 432121"/>
                <a:gd name="connsiteY29" fmla="*/ 167681 h 174919"/>
                <a:gd name="connsiteX30" fmla="*/ 245062 w 432121"/>
                <a:gd name="connsiteY30" fmla="*/ 173187 h 174919"/>
                <a:gd name="connsiteX31" fmla="*/ 201842 w 432121"/>
                <a:gd name="connsiteY31" fmla="*/ 174183 h 174919"/>
                <a:gd name="connsiteX32" fmla="*/ 162046 w 432121"/>
                <a:gd name="connsiteY32" fmla="*/ 163042 h 174919"/>
                <a:gd name="connsiteX33" fmla="*/ 115747 w 432121"/>
                <a:gd name="connsiteY33" fmla="*/ 150471 h 174919"/>
                <a:gd name="connsiteX34" fmla="*/ 81023 w 432121"/>
                <a:gd name="connsiteY34" fmla="*/ 142754 h 174919"/>
                <a:gd name="connsiteX35" fmla="*/ 81023 w 432121"/>
                <a:gd name="connsiteY35" fmla="*/ 142754 h 174919"/>
                <a:gd name="connsiteX36" fmla="*/ 34724 w 432121"/>
                <a:gd name="connsiteY36" fmla="*/ 119605 h 174919"/>
                <a:gd name="connsiteX37" fmla="*/ 19291 w 432121"/>
                <a:gd name="connsiteY37" fmla="*/ 111888 h 174919"/>
                <a:gd name="connsiteX38" fmla="*/ 0 w 432121"/>
                <a:gd name="connsiteY38" fmla="*/ 92597 h 174919"/>
                <a:gd name="connsiteX39" fmla="*/ 50157 w 432121"/>
                <a:gd name="connsiteY39" fmla="*/ 0 h 174919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73190"/>
                <a:gd name="connsiteX1" fmla="*/ 84881 w 432121"/>
                <a:gd name="connsiteY1" fmla="*/ 23149 h 173190"/>
                <a:gd name="connsiteX2" fmla="*/ 84881 w 432121"/>
                <a:gd name="connsiteY2" fmla="*/ 23149 h 173190"/>
                <a:gd name="connsiteX3" fmla="*/ 115747 w 432121"/>
                <a:gd name="connsiteY3" fmla="*/ 46299 h 173190"/>
                <a:gd name="connsiteX4" fmla="*/ 123463 w 432121"/>
                <a:gd name="connsiteY4" fmla="*/ 69448 h 173190"/>
                <a:gd name="connsiteX5" fmla="*/ 131180 w 432121"/>
                <a:gd name="connsiteY5" fmla="*/ 84881 h 173190"/>
                <a:gd name="connsiteX6" fmla="*/ 146613 w 432121"/>
                <a:gd name="connsiteY6" fmla="*/ 104172 h 173190"/>
                <a:gd name="connsiteX7" fmla="*/ 154329 w 432121"/>
                <a:gd name="connsiteY7" fmla="*/ 111888 h 173190"/>
                <a:gd name="connsiteX8" fmla="*/ 158187 w 432121"/>
                <a:gd name="connsiteY8" fmla="*/ 119605 h 173190"/>
                <a:gd name="connsiteX9" fmla="*/ 169762 w 432121"/>
                <a:gd name="connsiteY9" fmla="*/ 135038 h 173190"/>
                <a:gd name="connsiteX10" fmla="*/ 185195 w 432121"/>
                <a:gd name="connsiteY10" fmla="*/ 142754 h 173190"/>
                <a:gd name="connsiteX11" fmla="*/ 200628 w 432121"/>
                <a:gd name="connsiteY11" fmla="*/ 150471 h 173190"/>
                <a:gd name="connsiteX12" fmla="*/ 223777 w 432121"/>
                <a:gd name="connsiteY12" fmla="*/ 154329 h 173190"/>
                <a:gd name="connsiteX13" fmla="*/ 235352 w 432121"/>
                <a:gd name="connsiteY13" fmla="*/ 154329 h 173190"/>
                <a:gd name="connsiteX14" fmla="*/ 253559 w 432121"/>
                <a:gd name="connsiteY14" fmla="*/ 153115 h 173190"/>
                <a:gd name="connsiteX15" fmla="*/ 277792 w 432121"/>
                <a:gd name="connsiteY15" fmla="*/ 135038 h 173190"/>
                <a:gd name="connsiteX16" fmla="*/ 298514 w 432121"/>
                <a:gd name="connsiteY16" fmla="*/ 121035 h 173190"/>
                <a:gd name="connsiteX17" fmla="*/ 308658 w 432121"/>
                <a:gd name="connsiteY17" fmla="*/ 100314 h 173190"/>
                <a:gd name="connsiteX18" fmla="*/ 316375 w 432121"/>
                <a:gd name="connsiteY18" fmla="*/ 84881 h 173190"/>
                <a:gd name="connsiteX19" fmla="*/ 320233 w 432121"/>
                <a:gd name="connsiteY19" fmla="*/ 69448 h 173190"/>
                <a:gd name="connsiteX20" fmla="*/ 320233 w 432121"/>
                <a:gd name="connsiteY20" fmla="*/ 50157 h 173190"/>
                <a:gd name="connsiteX21" fmla="*/ 324091 w 432121"/>
                <a:gd name="connsiteY21" fmla="*/ 30866 h 173190"/>
                <a:gd name="connsiteX22" fmla="*/ 385823 w 432121"/>
                <a:gd name="connsiteY22" fmla="*/ 0 h 173190"/>
                <a:gd name="connsiteX23" fmla="*/ 432121 w 432121"/>
                <a:gd name="connsiteY23" fmla="*/ 92597 h 173190"/>
                <a:gd name="connsiteX24" fmla="*/ 416689 w 432121"/>
                <a:gd name="connsiteY24" fmla="*/ 104172 h 173190"/>
                <a:gd name="connsiteX25" fmla="*/ 397397 w 432121"/>
                <a:gd name="connsiteY25" fmla="*/ 119605 h 173190"/>
                <a:gd name="connsiteX26" fmla="*/ 377976 w 432121"/>
                <a:gd name="connsiteY26" fmla="*/ 124460 h 173190"/>
                <a:gd name="connsiteX27" fmla="*/ 351099 w 432121"/>
                <a:gd name="connsiteY27" fmla="*/ 138896 h 173190"/>
                <a:gd name="connsiteX28" fmla="*/ 322444 w 432121"/>
                <a:gd name="connsiteY28" fmla="*/ 152682 h 173190"/>
                <a:gd name="connsiteX29" fmla="*/ 287285 w 432121"/>
                <a:gd name="connsiteY29" fmla="*/ 167681 h 173190"/>
                <a:gd name="connsiteX30" fmla="*/ 245062 w 432121"/>
                <a:gd name="connsiteY30" fmla="*/ 173187 h 173190"/>
                <a:gd name="connsiteX31" fmla="*/ 201842 w 432121"/>
                <a:gd name="connsiteY31" fmla="*/ 166900 h 173190"/>
                <a:gd name="connsiteX32" fmla="*/ 162046 w 432121"/>
                <a:gd name="connsiteY32" fmla="*/ 163042 h 173190"/>
                <a:gd name="connsiteX33" fmla="*/ 115747 w 432121"/>
                <a:gd name="connsiteY33" fmla="*/ 150471 h 173190"/>
                <a:gd name="connsiteX34" fmla="*/ 81023 w 432121"/>
                <a:gd name="connsiteY34" fmla="*/ 142754 h 173190"/>
                <a:gd name="connsiteX35" fmla="*/ 81023 w 432121"/>
                <a:gd name="connsiteY35" fmla="*/ 142754 h 173190"/>
                <a:gd name="connsiteX36" fmla="*/ 34724 w 432121"/>
                <a:gd name="connsiteY36" fmla="*/ 119605 h 173190"/>
                <a:gd name="connsiteX37" fmla="*/ 19291 w 432121"/>
                <a:gd name="connsiteY37" fmla="*/ 111888 h 173190"/>
                <a:gd name="connsiteX38" fmla="*/ 0 w 432121"/>
                <a:gd name="connsiteY38" fmla="*/ 92597 h 173190"/>
                <a:gd name="connsiteX39" fmla="*/ 50157 w 432121"/>
                <a:gd name="connsiteY39" fmla="*/ 0 h 173190"/>
                <a:gd name="connsiteX0" fmla="*/ 50157 w 432121"/>
                <a:gd name="connsiteY0" fmla="*/ 0 h 168375"/>
                <a:gd name="connsiteX1" fmla="*/ 84881 w 432121"/>
                <a:gd name="connsiteY1" fmla="*/ 23149 h 168375"/>
                <a:gd name="connsiteX2" fmla="*/ 84881 w 432121"/>
                <a:gd name="connsiteY2" fmla="*/ 23149 h 168375"/>
                <a:gd name="connsiteX3" fmla="*/ 115747 w 432121"/>
                <a:gd name="connsiteY3" fmla="*/ 46299 h 168375"/>
                <a:gd name="connsiteX4" fmla="*/ 123463 w 432121"/>
                <a:gd name="connsiteY4" fmla="*/ 69448 h 168375"/>
                <a:gd name="connsiteX5" fmla="*/ 131180 w 432121"/>
                <a:gd name="connsiteY5" fmla="*/ 84881 h 168375"/>
                <a:gd name="connsiteX6" fmla="*/ 146613 w 432121"/>
                <a:gd name="connsiteY6" fmla="*/ 104172 h 168375"/>
                <a:gd name="connsiteX7" fmla="*/ 154329 w 432121"/>
                <a:gd name="connsiteY7" fmla="*/ 111888 h 168375"/>
                <a:gd name="connsiteX8" fmla="*/ 158187 w 432121"/>
                <a:gd name="connsiteY8" fmla="*/ 119605 h 168375"/>
                <a:gd name="connsiteX9" fmla="*/ 169762 w 432121"/>
                <a:gd name="connsiteY9" fmla="*/ 135038 h 168375"/>
                <a:gd name="connsiteX10" fmla="*/ 185195 w 432121"/>
                <a:gd name="connsiteY10" fmla="*/ 142754 h 168375"/>
                <a:gd name="connsiteX11" fmla="*/ 200628 w 432121"/>
                <a:gd name="connsiteY11" fmla="*/ 150471 h 168375"/>
                <a:gd name="connsiteX12" fmla="*/ 223777 w 432121"/>
                <a:gd name="connsiteY12" fmla="*/ 154329 h 168375"/>
                <a:gd name="connsiteX13" fmla="*/ 235352 w 432121"/>
                <a:gd name="connsiteY13" fmla="*/ 154329 h 168375"/>
                <a:gd name="connsiteX14" fmla="*/ 253559 w 432121"/>
                <a:gd name="connsiteY14" fmla="*/ 153115 h 168375"/>
                <a:gd name="connsiteX15" fmla="*/ 277792 w 432121"/>
                <a:gd name="connsiteY15" fmla="*/ 135038 h 168375"/>
                <a:gd name="connsiteX16" fmla="*/ 298514 w 432121"/>
                <a:gd name="connsiteY16" fmla="*/ 121035 h 168375"/>
                <a:gd name="connsiteX17" fmla="*/ 308658 w 432121"/>
                <a:gd name="connsiteY17" fmla="*/ 100314 h 168375"/>
                <a:gd name="connsiteX18" fmla="*/ 316375 w 432121"/>
                <a:gd name="connsiteY18" fmla="*/ 84881 h 168375"/>
                <a:gd name="connsiteX19" fmla="*/ 320233 w 432121"/>
                <a:gd name="connsiteY19" fmla="*/ 69448 h 168375"/>
                <a:gd name="connsiteX20" fmla="*/ 320233 w 432121"/>
                <a:gd name="connsiteY20" fmla="*/ 50157 h 168375"/>
                <a:gd name="connsiteX21" fmla="*/ 324091 w 432121"/>
                <a:gd name="connsiteY21" fmla="*/ 30866 h 168375"/>
                <a:gd name="connsiteX22" fmla="*/ 385823 w 432121"/>
                <a:gd name="connsiteY22" fmla="*/ 0 h 168375"/>
                <a:gd name="connsiteX23" fmla="*/ 432121 w 432121"/>
                <a:gd name="connsiteY23" fmla="*/ 92597 h 168375"/>
                <a:gd name="connsiteX24" fmla="*/ 416689 w 432121"/>
                <a:gd name="connsiteY24" fmla="*/ 104172 h 168375"/>
                <a:gd name="connsiteX25" fmla="*/ 397397 w 432121"/>
                <a:gd name="connsiteY25" fmla="*/ 119605 h 168375"/>
                <a:gd name="connsiteX26" fmla="*/ 377976 w 432121"/>
                <a:gd name="connsiteY26" fmla="*/ 124460 h 168375"/>
                <a:gd name="connsiteX27" fmla="*/ 351099 w 432121"/>
                <a:gd name="connsiteY27" fmla="*/ 138896 h 168375"/>
                <a:gd name="connsiteX28" fmla="*/ 322444 w 432121"/>
                <a:gd name="connsiteY28" fmla="*/ 152682 h 168375"/>
                <a:gd name="connsiteX29" fmla="*/ 287285 w 432121"/>
                <a:gd name="connsiteY29" fmla="*/ 167681 h 168375"/>
                <a:gd name="connsiteX30" fmla="*/ 253559 w 432121"/>
                <a:gd name="connsiteY30" fmla="*/ 165904 h 168375"/>
                <a:gd name="connsiteX31" fmla="*/ 201842 w 432121"/>
                <a:gd name="connsiteY31" fmla="*/ 166900 h 168375"/>
                <a:gd name="connsiteX32" fmla="*/ 162046 w 432121"/>
                <a:gd name="connsiteY32" fmla="*/ 163042 h 168375"/>
                <a:gd name="connsiteX33" fmla="*/ 115747 w 432121"/>
                <a:gd name="connsiteY33" fmla="*/ 150471 h 168375"/>
                <a:gd name="connsiteX34" fmla="*/ 81023 w 432121"/>
                <a:gd name="connsiteY34" fmla="*/ 142754 h 168375"/>
                <a:gd name="connsiteX35" fmla="*/ 81023 w 432121"/>
                <a:gd name="connsiteY35" fmla="*/ 142754 h 168375"/>
                <a:gd name="connsiteX36" fmla="*/ 34724 w 432121"/>
                <a:gd name="connsiteY36" fmla="*/ 119605 h 168375"/>
                <a:gd name="connsiteX37" fmla="*/ 19291 w 432121"/>
                <a:gd name="connsiteY37" fmla="*/ 111888 h 168375"/>
                <a:gd name="connsiteX38" fmla="*/ 0 w 432121"/>
                <a:gd name="connsiteY38" fmla="*/ 92597 h 168375"/>
                <a:gd name="connsiteX39" fmla="*/ 50157 w 432121"/>
                <a:gd name="connsiteY39" fmla="*/ 0 h 168375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1099 w 432121"/>
                <a:gd name="connsiteY27" fmla="*/ 138896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77976 w 432121"/>
                <a:gd name="connsiteY26" fmla="*/ 124460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397397 w 432121"/>
                <a:gd name="connsiteY25" fmla="*/ 119605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16689 w 432121"/>
                <a:gd name="connsiteY24" fmla="*/ 104172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2121"/>
                <a:gd name="connsiteY0" fmla="*/ 0 h 167139"/>
                <a:gd name="connsiteX1" fmla="*/ 84881 w 432121"/>
                <a:gd name="connsiteY1" fmla="*/ 23149 h 167139"/>
                <a:gd name="connsiteX2" fmla="*/ 84881 w 432121"/>
                <a:gd name="connsiteY2" fmla="*/ 23149 h 167139"/>
                <a:gd name="connsiteX3" fmla="*/ 115747 w 432121"/>
                <a:gd name="connsiteY3" fmla="*/ 46299 h 167139"/>
                <a:gd name="connsiteX4" fmla="*/ 123463 w 432121"/>
                <a:gd name="connsiteY4" fmla="*/ 69448 h 167139"/>
                <a:gd name="connsiteX5" fmla="*/ 131180 w 432121"/>
                <a:gd name="connsiteY5" fmla="*/ 84881 h 167139"/>
                <a:gd name="connsiteX6" fmla="*/ 146613 w 432121"/>
                <a:gd name="connsiteY6" fmla="*/ 104172 h 167139"/>
                <a:gd name="connsiteX7" fmla="*/ 154329 w 432121"/>
                <a:gd name="connsiteY7" fmla="*/ 111888 h 167139"/>
                <a:gd name="connsiteX8" fmla="*/ 158187 w 432121"/>
                <a:gd name="connsiteY8" fmla="*/ 119605 h 167139"/>
                <a:gd name="connsiteX9" fmla="*/ 169762 w 432121"/>
                <a:gd name="connsiteY9" fmla="*/ 135038 h 167139"/>
                <a:gd name="connsiteX10" fmla="*/ 185195 w 432121"/>
                <a:gd name="connsiteY10" fmla="*/ 142754 h 167139"/>
                <a:gd name="connsiteX11" fmla="*/ 200628 w 432121"/>
                <a:gd name="connsiteY11" fmla="*/ 150471 h 167139"/>
                <a:gd name="connsiteX12" fmla="*/ 223777 w 432121"/>
                <a:gd name="connsiteY12" fmla="*/ 154329 h 167139"/>
                <a:gd name="connsiteX13" fmla="*/ 235352 w 432121"/>
                <a:gd name="connsiteY13" fmla="*/ 154329 h 167139"/>
                <a:gd name="connsiteX14" fmla="*/ 253559 w 432121"/>
                <a:gd name="connsiteY14" fmla="*/ 153115 h 167139"/>
                <a:gd name="connsiteX15" fmla="*/ 277792 w 432121"/>
                <a:gd name="connsiteY15" fmla="*/ 135038 h 167139"/>
                <a:gd name="connsiteX16" fmla="*/ 298514 w 432121"/>
                <a:gd name="connsiteY16" fmla="*/ 121035 h 167139"/>
                <a:gd name="connsiteX17" fmla="*/ 308658 w 432121"/>
                <a:gd name="connsiteY17" fmla="*/ 100314 h 167139"/>
                <a:gd name="connsiteX18" fmla="*/ 316375 w 432121"/>
                <a:gd name="connsiteY18" fmla="*/ 84881 h 167139"/>
                <a:gd name="connsiteX19" fmla="*/ 320233 w 432121"/>
                <a:gd name="connsiteY19" fmla="*/ 69448 h 167139"/>
                <a:gd name="connsiteX20" fmla="*/ 320233 w 432121"/>
                <a:gd name="connsiteY20" fmla="*/ 50157 h 167139"/>
                <a:gd name="connsiteX21" fmla="*/ 324091 w 432121"/>
                <a:gd name="connsiteY21" fmla="*/ 30866 h 167139"/>
                <a:gd name="connsiteX22" fmla="*/ 385823 w 432121"/>
                <a:gd name="connsiteY22" fmla="*/ 0 h 167139"/>
                <a:gd name="connsiteX23" fmla="*/ 432121 w 432121"/>
                <a:gd name="connsiteY23" fmla="*/ 92597 h 167139"/>
                <a:gd name="connsiteX24" fmla="*/ 427613 w 432121"/>
                <a:gd name="connsiteY24" fmla="*/ 106600 h 167139"/>
                <a:gd name="connsiteX25" fmla="*/ 408321 w 432121"/>
                <a:gd name="connsiteY25" fmla="*/ 120819 h 167139"/>
                <a:gd name="connsiteX26" fmla="*/ 382831 w 432121"/>
                <a:gd name="connsiteY26" fmla="*/ 130529 h 167139"/>
                <a:gd name="connsiteX27" fmla="*/ 354740 w 432121"/>
                <a:gd name="connsiteY27" fmla="*/ 144965 h 167139"/>
                <a:gd name="connsiteX28" fmla="*/ 322444 w 432121"/>
                <a:gd name="connsiteY28" fmla="*/ 152682 h 167139"/>
                <a:gd name="connsiteX29" fmla="*/ 295782 w 432121"/>
                <a:gd name="connsiteY29" fmla="*/ 159184 h 167139"/>
                <a:gd name="connsiteX30" fmla="*/ 253559 w 432121"/>
                <a:gd name="connsiteY30" fmla="*/ 165904 h 167139"/>
                <a:gd name="connsiteX31" fmla="*/ 201842 w 432121"/>
                <a:gd name="connsiteY31" fmla="*/ 166900 h 167139"/>
                <a:gd name="connsiteX32" fmla="*/ 162046 w 432121"/>
                <a:gd name="connsiteY32" fmla="*/ 163042 h 167139"/>
                <a:gd name="connsiteX33" fmla="*/ 115747 w 432121"/>
                <a:gd name="connsiteY33" fmla="*/ 150471 h 167139"/>
                <a:gd name="connsiteX34" fmla="*/ 81023 w 432121"/>
                <a:gd name="connsiteY34" fmla="*/ 142754 h 167139"/>
                <a:gd name="connsiteX35" fmla="*/ 81023 w 432121"/>
                <a:gd name="connsiteY35" fmla="*/ 142754 h 167139"/>
                <a:gd name="connsiteX36" fmla="*/ 34724 w 432121"/>
                <a:gd name="connsiteY36" fmla="*/ 119605 h 167139"/>
                <a:gd name="connsiteX37" fmla="*/ 19291 w 432121"/>
                <a:gd name="connsiteY37" fmla="*/ 111888 h 167139"/>
                <a:gd name="connsiteX38" fmla="*/ 0 w 432121"/>
                <a:gd name="connsiteY38" fmla="*/ 92597 h 167139"/>
                <a:gd name="connsiteX39" fmla="*/ 50157 w 432121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15747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23463 w 439404"/>
                <a:gd name="connsiteY4" fmla="*/ 69448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1180 w 439404"/>
                <a:gd name="connsiteY5" fmla="*/ 84881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58187 w 439404"/>
                <a:gd name="connsiteY8" fmla="*/ 11960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69762 w 439404"/>
                <a:gd name="connsiteY9" fmla="*/ 135038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53115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21035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6375 w 439404"/>
                <a:gd name="connsiteY18" fmla="*/ 84881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20233 w 439404"/>
                <a:gd name="connsiteY19" fmla="*/ 69448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24091 w 439404"/>
                <a:gd name="connsiteY21" fmla="*/ 30866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20233 w 439404"/>
                <a:gd name="connsiteY20" fmla="*/ 50157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5747 w 439404"/>
                <a:gd name="connsiteY33" fmla="*/ 15047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1842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139"/>
                <a:gd name="connsiteX1" fmla="*/ 84881 w 439404"/>
                <a:gd name="connsiteY1" fmla="*/ 23149 h 167139"/>
                <a:gd name="connsiteX2" fmla="*/ 84881 w 439404"/>
                <a:gd name="connsiteY2" fmla="*/ 23149 h 167139"/>
                <a:gd name="connsiteX3" fmla="*/ 132740 w 439404"/>
                <a:gd name="connsiteY3" fmla="*/ 46299 h 167139"/>
                <a:gd name="connsiteX4" fmla="*/ 135601 w 439404"/>
                <a:gd name="connsiteY4" fmla="*/ 74303 h 167139"/>
                <a:gd name="connsiteX5" fmla="*/ 139677 w 439404"/>
                <a:gd name="connsiteY5" fmla="*/ 89736 h 167139"/>
                <a:gd name="connsiteX6" fmla="*/ 146613 w 439404"/>
                <a:gd name="connsiteY6" fmla="*/ 104172 h 167139"/>
                <a:gd name="connsiteX7" fmla="*/ 154329 w 439404"/>
                <a:gd name="connsiteY7" fmla="*/ 111888 h 167139"/>
                <a:gd name="connsiteX8" fmla="*/ 162337 w 439404"/>
                <a:gd name="connsiteY8" fmla="*/ 123755 h 167139"/>
                <a:gd name="connsiteX9" fmla="*/ 175296 w 439404"/>
                <a:gd name="connsiteY9" fmla="*/ 136422 h 167139"/>
                <a:gd name="connsiteX10" fmla="*/ 185195 w 439404"/>
                <a:gd name="connsiteY10" fmla="*/ 142754 h 167139"/>
                <a:gd name="connsiteX11" fmla="*/ 200628 w 439404"/>
                <a:gd name="connsiteY11" fmla="*/ 150471 h 167139"/>
                <a:gd name="connsiteX12" fmla="*/ 223777 w 439404"/>
                <a:gd name="connsiteY12" fmla="*/ 154329 h 167139"/>
                <a:gd name="connsiteX13" fmla="*/ 235352 w 439404"/>
                <a:gd name="connsiteY13" fmla="*/ 154329 h 167139"/>
                <a:gd name="connsiteX14" fmla="*/ 253559 w 439404"/>
                <a:gd name="connsiteY14" fmla="*/ 146198 h 167139"/>
                <a:gd name="connsiteX15" fmla="*/ 277792 w 439404"/>
                <a:gd name="connsiteY15" fmla="*/ 135038 h 167139"/>
                <a:gd name="connsiteX16" fmla="*/ 298514 w 439404"/>
                <a:gd name="connsiteY16" fmla="*/ 117576 h 167139"/>
                <a:gd name="connsiteX17" fmla="*/ 308658 w 439404"/>
                <a:gd name="connsiteY17" fmla="*/ 100314 h 167139"/>
                <a:gd name="connsiteX18" fmla="*/ 315683 w 439404"/>
                <a:gd name="connsiteY18" fmla="*/ 81422 h 167139"/>
                <a:gd name="connsiteX19" fmla="*/ 318158 w 439404"/>
                <a:gd name="connsiteY19" fmla="*/ 63914 h 167139"/>
                <a:gd name="connsiteX20" fmla="*/ 318158 w 439404"/>
                <a:gd name="connsiteY20" fmla="*/ 53616 h 167139"/>
                <a:gd name="connsiteX21" fmla="*/ 316482 w 439404"/>
                <a:gd name="connsiteY21" fmla="*/ 37092 h 167139"/>
                <a:gd name="connsiteX22" fmla="*/ 385823 w 439404"/>
                <a:gd name="connsiteY22" fmla="*/ 0 h 167139"/>
                <a:gd name="connsiteX23" fmla="*/ 439404 w 439404"/>
                <a:gd name="connsiteY23" fmla="*/ 96238 h 167139"/>
                <a:gd name="connsiteX24" fmla="*/ 427613 w 439404"/>
                <a:gd name="connsiteY24" fmla="*/ 106600 h 167139"/>
                <a:gd name="connsiteX25" fmla="*/ 408321 w 439404"/>
                <a:gd name="connsiteY25" fmla="*/ 120819 h 167139"/>
                <a:gd name="connsiteX26" fmla="*/ 382831 w 439404"/>
                <a:gd name="connsiteY26" fmla="*/ 130529 h 167139"/>
                <a:gd name="connsiteX27" fmla="*/ 354740 w 439404"/>
                <a:gd name="connsiteY27" fmla="*/ 144965 h 167139"/>
                <a:gd name="connsiteX28" fmla="*/ 322444 w 439404"/>
                <a:gd name="connsiteY28" fmla="*/ 152682 h 167139"/>
                <a:gd name="connsiteX29" fmla="*/ 295782 w 439404"/>
                <a:gd name="connsiteY29" fmla="*/ 159184 h 167139"/>
                <a:gd name="connsiteX30" fmla="*/ 253559 w 439404"/>
                <a:gd name="connsiteY30" fmla="*/ 165904 h 167139"/>
                <a:gd name="connsiteX31" fmla="*/ 204609 w 439404"/>
                <a:gd name="connsiteY31" fmla="*/ 166900 h 167139"/>
                <a:gd name="connsiteX32" fmla="*/ 162046 w 439404"/>
                <a:gd name="connsiteY32" fmla="*/ 163042 h 167139"/>
                <a:gd name="connsiteX33" fmla="*/ 116439 w 439404"/>
                <a:gd name="connsiteY33" fmla="*/ 154621 h 167139"/>
                <a:gd name="connsiteX34" fmla="*/ 81023 w 439404"/>
                <a:gd name="connsiteY34" fmla="*/ 142754 h 167139"/>
                <a:gd name="connsiteX35" fmla="*/ 81023 w 439404"/>
                <a:gd name="connsiteY35" fmla="*/ 142754 h 167139"/>
                <a:gd name="connsiteX36" fmla="*/ 34724 w 439404"/>
                <a:gd name="connsiteY36" fmla="*/ 119605 h 167139"/>
                <a:gd name="connsiteX37" fmla="*/ 19291 w 439404"/>
                <a:gd name="connsiteY37" fmla="*/ 111888 h 167139"/>
                <a:gd name="connsiteX38" fmla="*/ 0 w 439404"/>
                <a:gd name="connsiteY38" fmla="*/ 92597 h 167139"/>
                <a:gd name="connsiteX39" fmla="*/ 50157 w 439404"/>
                <a:gd name="connsiteY39" fmla="*/ 0 h 167139"/>
                <a:gd name="connsiteX0" fmla="*/ 50157 w 439404"/>
                <a:gd name="connsiteY0" fmla="*/ 0 h 167917"/>
                <a:gd name="connsiteX1" fmla="*/ 84881 w 439404"/>
                <a:gd name="connsiteY1" fmla="*/ 23149 h 167917"/>
                <a:gd name="connsiteX2" fmla="*/ 84881 w 439404"/>
                <a:gd name="connsiteY2" fmla="*/ 23149 h 167917"/>
                <a:gd name="connsiteX3" fmla="*/ 132740 w 439404"/>
                <a:gd name="connsiteY3" fmla="*/ 46299 h 167917"/>
                <a:gd name="connsiteX4" fmla="*/ 135601 w 439404"/>
                <a:gd name="connsiteY4" fmla="*/ 74303 h 167917"/>
                <a:gd name="connsiteX5" fmla="*/ 139677 w 439404"/>
                <a:gd name="connsiteY5" fmla="*/ 89736 h 167917"/>
                <a:gd name="connsiteX6" fmla="*/ 146613 w 439404"/>
                <a:gd name="connsiteY6" fmla="*/ 104172 h 167917"/>
                <a:gd name="connsiteX7" fmla="*/ 154329 w 439404"/>
                <a:gd name="connsiteY7" fmla="*/ 111888 h 167917"/>
                <a:gd name="connsiteX8" fmla="*/ 162337 w 439404"/>
                <a:gd name="connsiteY8" fmla="*/ 123755 h 167917"/>
                <a:gd name="connsiteX9" fmla="*/ 175296 w 439404"/>
                <a:gd name="connsiteY9" fmla="*/ 136422 h 167917"/>
                <a:gd name="connsiteX10" fmla="*/ 185195 w 439404"/>
                <a:gd name="connsiteY10" fmla="*/ 142754 h 167917"/>
                <a:gd name="connsiteX11" fmla="*/ 200628 w 439404"/>
                <a:gd name="connsiteY11" fmla="*/ 150471 h 167917"/>
                <a:gd name="connsiteX12" fmla="*/ 223777 w 439404"/>
                <a:gd name="connsiteY12" fmla="*/ 154329 h 167917"/>
                <a:gd name="connsiteX13" fmla="*/ 235352 w 439404"/>
                <a:gd name="connsiteY13" fmla="*/ 154329 h 167917"/>
                <a:gd name="connsiteX14" fmla="*/ 253559 w 439404"/>
                <a:gd name="connsiteY14" fmla="*/ 146198 h 167917"/>
                <a:gd name="connsiteX15" fmla="*/ 277792 w 439404"/>
                <a:gd name="connsiteY15" fmla="*/ 135038 h 167917"/>
                <a:gd name="connsiteX16" fmla="*/ 298514 w 439404"/>
                <a:gd name="connsiteY16" fmla="*/ 117576 h 167917"/>
                <a:gd name="connsiteX17" fmla="*/ 308658 w 439404"/>
                <a:gd name="connsiteY17" fmla="*/ 100314 h 167917"/>
                <a:gd name="connsiteX18" fmla="*/ 315683 w 439404"/>
                <a:gd name="connsiteY18" fmla="*/ 81422 h 167917"/>
                <a:gd name="connsiteX19" fmla="*/ 318158 w 439404"/>
                <a:gd name="connsiteY19" fmla="*/ 63914 h 167917"/>
                <a:gd name="connsiteX20" fmla="*/ 318158 w 439404"/>
                <a:gd name="connsiteY20" fmla="*/ 53616 h 167917"/>
                <a:gd name="connsiteX21" fmla="*/ 316482 w 439404"/>
                <a:gd name="connsiteY21" fmla="*/ 37092 h 167917"/>
                <a:gd name="connsiteX22" fmla="*/ 385823 w 439404"/>
                <a:gd name="connsiteY22" fmla="*/ 0 h 167917"/>
                <a:gd name="connsiteX23" fmla="*/ 439404 w 439404"/>
                <a:gd name="connsiteY23" fmla="*/ 96238 h 167917"/>
                <a:gd name="connsiteX24" fmla="*/ 427613 w 439404"/>
                <a:gd name="connsiteY24" fmla="*/ 106600 h 167917"/>
                <a:gd name="connsiteX25" fmla="*/ 408321 w 439404"/>
                <a:gd name="connsiteY25" fmla="*/ 120819 h 167917"/>
                <a:gd name="connsiteX26" fmla="*/ 382831 w 439404"/>
                <a:gd name="connsiteY26" fmla="*/ 130529 h 167917"/>
                <a:gd name="connsiteX27" fmla="*/ 354740 w 439404"/>
                <a:gd name="connsiteY27" fmla="*/ 144965 h 167917"/>
                <a:gd name="connsiteX28" fmla="*/ 322444 w 439404"/>
                <a:gd name="connsiteY28" fmla="*/ 152682 h 167917"/>
                <a:gd name="connsiteX29" fmla="*/ 295782 w 439404"/>
                <a:gd name="connsiteY29" fmla="*/ 159184 h 167917"/>
                <a:gd name="connsiteX30" fmla="*/ 225889 w 439404"/>
                <a:gd name="connsiteY30" fmla="*/ 167287 h 167917"/>
                <a:gd name="connsiteX31" fmla="*/ 204609 w 439404"/>
                <a:gd name="connsiteY31" fmla="*/ 166900 h 167917"/>
                <a:gd name="connsiteX32" fmla="*/ 162046 w 439404"/>
                <a:gd name="connsiteY32" fmla="*/ 163042 h 167917"/>
                <a:gd name="connsiteX33" fmla="*/ 116439 w 439404"/>
                <a:gd name="connsiteY33" fmla="*/ 154621 h 167917"/>
                <a:gd name="connsiteX34" fmla="*/ 81023 w 439404"/>
                <a:gd name="connsiteY34" fmla="*/ 142754 h 167917"/>
                <a:gd name="connsiteX35" fmla="*/ 81023 w 439404"/>
                <a:gd name="connsiteY35" fmla="*/ 142754 h 167917"/>
                <a:gd name="connsiteX36" fmla="*/ 34724 w 439404"/>
                <a:gd name="connsiteY36" fmla="*/ 119605 h 167917"/>
                <a:gd name="connsiteX37" fmla="*/ 19291 w 439404"/>
                <a:gd name="connsiteY37" fmla="*/ 111888 h 167917"/>
                <a:gd name="connsiteX38" fmla="*/ 0 w 439404"/>
                <a:gd name="connsiteY38" fmla="*/ 92597 h 167917"/>
                <a:gd name="connsiteX39" fmla="*/ 50157 w 439404"/>
                <a:gd name="connsiteY39" fmla="*/ 0 h 167917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2831 w 439404"/>
                <a:gd name="connsiteY26" fmla="*/ 130529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08321 w 439404"/>
                <a:gd name="connsiteY25" fmla="*/ 120819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7613 w 439404"/>
                <a:gd name="connsiteY24" fmla="*/ 106600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9404"/>
                <a:gd name="connsiteY0" fmla="*/ 0 h 167461"/>
                <a:gd name="connsiteX1" fmla="*/ 84881 w 439404"/>
                <a:gd name="connsiteY1" fmla="*/ 23149 h 167461"/>
                <a:gd name="connsiteX2" fmla="*/ 84881 w 439404"/>
                <a:gd name="connsiteY2" fmla="*/ 23149 h 167461"/>
                <a:gd name="connsiteX3" fmla="*/ 132740 w 439404"/>
                <a:gd name="connsiteY3" fmla="*/ 46299 h 167461"/>
                <a:gd name="connsiteX4" fmla="*/ 135601 w 439404"/>
                <a:gd name="connsiteY4" fmla="*/ 74303 h 167461"/>
                <a:gd name="connsiteX5" fmla="*/ 139677 w 439404"/>
                <a:gd name="connsiteY5" fmla="*/ 89736 h 167461"/>
                <a:gd name="connsiteX6" fmla="*/ 146613 w 439404"/>
                <a:gd name="connsiteY6" fmla="*/ 104172 h 167461"/>
                <a:gd name="connsiteX7" fmla="*/ 154329 w 439404"/>
                <a:gd name="connsiteY7" fmla="*/ 111888 h 167461"/>
                <a:gd name="connsiteX8" fmla="*/ 162337 w 439404"/>
                <a:gd name="connsiteY8" fmla="*/ 123755 h 167461"/>
                <a:gd name="connsiteX9" fmla="*/ 175296 w 439404"/>
                <a:gd name="connsiteY9" fmla="*/ 136422 h 167461"/>
                <a:gd name="connsiteX10" fmla="*/ 185195 w 439404"/>
                <a:gd name="connsiteY10" fmla="*/ 142754 h 167461"/>
                <a:gd name="connsiteX11" fmla="*/ 200628 w 439404"/>
                <a:gd name="connsiteY11" fmla="*/ 150471 h 167461"/>
                <a:gd name="connsiteX12" fmla="*/ 223777 w 439404"/>
                <a:gd name="connsiteY12" fmla="*/ 154329 h 167461"/>
                <a:gd name="connsiteX13" fmla="*/ 235352 w 439404"/>
                <a:gd name="connsiteY13" fmla="*/ 154329 h 167461"/>
                <a:gd name="connsiteX14" fmla="*/ 253559 w 439404"/>
                <a:gd name="connsiteY14" fmla="*/ 146198 h 167461"/>
                <a:gd name="connsiteX15" fmla="*/ 277792 w 439404"/>
                <a:gd name="connsiteY15" fmla="*/ 135038 h 167461"/>
                <a:gd name="connsiteX16" fmla="*/ 298514 w 439404"/>
                <a:gd name="connsiteY16" fmla="*/ 117576 h 167461"/>
                <a:gd name="connsiteX17" fmla="*/ 308658 w 439404"/>
                <a:gd name="connsiteY17" fmla="*/ 100314 h 167461"/>
                <a:gd name="connsiteX18" fmla="*/ 315683 w 439404"/>
                <a:gd name="connsiteY18" fmla="*/ 81422 h 167461"/>
                <a:gd name="connsiteX19" fmla="*/ 318158 w 439404"/>
                <a:gd name="connsiteY19" fmla="*/ 63914 h 167461"/>
                <a:gd name="connsiteX20" fmla="*/ 318158 w 439404"/>
                <a:gd name="connsiteY20" fmla="*/ 53616 h 167461"/>
                <a:gd name="connsiteX21" fmla="*/ 316482 w 439404"/>
                <a:gd name="connsiteY21" fmla="*/ 37092 h 167461"/>
                <a:gd name="connsiteX22" fmla="*/ 385823 w 439404"/>
                <a:gd name="connsiteY22" fmla="*/ 0 h 167461"/>
                <a:gd name="connsiteX23" fmla="*/ 439404 w 439404"/>
                <a:gd name="connsiteY23" fmla="*/ 96238 h 167461"/>
                <a:gd name="connsiteX24" fmla="*/ 426921 w 439404"/>
                <a:gd name="connsiteY24" fmla="*/ 103141 h 167461"/>
                <a:gd name="connsiteX25" fmla="*/ 411780 w 439404"/>
                <a:gd name="connsiteY25" fmla="*/ 115977 h 167461"/>
                <a:gd name="connsiteX26" fmla="*/ 387673 w 439404"/>
                <a:gd name="connsiteY26" fmla="*/ 131912 h 167461"/>
                <a:gd name="connsiteX27" fmla="*/ 354740 w 439404"/>
                <a:gd name="connsiteY27" fmla="*/ 144965 h 167461"/>
                <a:gd name="connsiteX28" fmla="*/ 322444 w 439404"/>
                <a:gd name="connsiteY28" fmla="*/ 152682 h 167461"/>
                <a:gd name="connsiteX29" fmla="*/ 271571 w 439404"/>
                <a:gd name="connsiteY29" fmla="*/ 165410 h 167461"/>
                <a:gd name="connsiteX30" fmla="*/ 225889 w 439404"/>
                <a:gd name="connsiteY30" fmla="*/ 167287 h 167461"/>
                <a:gd name="connsiteX31" fmla="*/ 204609 w 439404"/>
                <a:gd name="connsiteY31" fmla="*/ 166900 h 167461"/>
                <a:gd name="connsiteX32" fmla="*/ 162046 w 439404"/>
                <a:gd name="connsiteY32" fmla="*/ 163042 h 167461"/>
                <a:gd name="connsiteX33" fmla="*/ 116439 w 439404"/>
                <a:gd name="connsiteY33" fmla="*/ 154621 h 167461"/>
                <a:gd name="connsiteX34" fmla="*/ 81023 w 439404"/>
                <a:gd name="connsiteY34" fmla="*/ 142754 h 167461"/>
                <a:gd name="connsiteX35" fmla="*/ 81023 w 439404"/>
                <a:gd name="connsiteY35" fmla="*/ 142754 h 167461"/>
                <a:gd name="connsiteX36" fmla="*/ 34724 w 439404"/>
                <a:gd name="connsiteY36" fmla="*/ 119605 h 167461"/>
                <a:gd name="connsiteX37" fmla="*/ 19291 w 439404"/>
                <a:gd name="connsiteY37" fmla="*/ 111888 h 167461"/>
                <a:gd name="connsiteX38" fmla="*/ 0 w 439404"/>
                <a:gd name="connsiteY38" fmla="*/ 92597 h 167461"/>
                <a:gd name="connsiteX39" fmla="*/ 50157 w 439404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35352 w 437329"/>
                <a:gd name="connsiteY13" fmla="*/ 154329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53559 w 437329"/>
                <a:gd name="connsiteY14" fmla="*/ 146198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461"/>
                <a:gd name="connsiteX1" fmla="*/ 84881 w 437329"/>
                <a:gd name="connsiteY1" fmla="*/ 23149 h 167461"/>
                <a:gd name="connsiteX2" fmla="*/ 84881 w 437329"/>
                <a:gd name="connsiteY2" fmla="*/ 23149 h 167461"/>
                <a:gd name="connsiteX3" fmla="*/ 132740 w 437329"/>
                <a:gd name="connsiteY3" fmla="*/ 46299 h 167461"/>
                <a:gd name="connsiteX4" fmla="*/ 135601 w 437329"/>
                <a:gd name="connsiteY4" fmla="*/ 74303 h 167461"/>
                <a:gd name="connsiteX5" fmla="*/ 139677 w 437329"/>
                <a:gd name="connsiteY5" fmla="*/ 89736 h 167461"/>
                <a:gd name="connsiteX6" fmla="*/ 146613 w 437329"/>
                <a:gd name="connsiteY6" fmla="*/ 104172 h 167461"/>
                <a:gd name="connsiteX7" fmla="*/ 154329 w 437329"/>
                <a:gd name="connsiteY7" fmla="*/ 111888 h 167461"/>
                <a:gd name="connsiteX8" fmla="*/ 162337 w 437329"/>
                <a:gd name="connsiteY8" fmla="*/ 123755 h 167461"/>
                <a:gd name="connsiteX9" fmla="*/ 175296 w 437329"/>
                <a:gd name="connsiteY9" fmla="*/ 136422 h 167461"/>
                <a:gd name="connsiteX10" fmla="*/ 185195 w 437329"/>
                <a:gd name="connsiteY10" fmla="*/ 142754 h 167461"/>
                <a:gd name="connsiteX11" fmla="*/ 200628 w 437329"/>
                <a:gd name="connsiteY11" fmla="*/ 150471 h 167461"/>
                <a:gd name="connsiteX12" fmla="*/ 223777 w 437329"/>
                <a:gd name="connsiteY12" fmla="*/ 154329 h 167461"/>
                <a:gd name="connsiteX13" fmla="*/ 243653 w 437329"/>
                <a:gd name="connsiteY13" fmla="*/ 151562 h 167461"/>
                <a:gd name="connsiteX14" fmla="*/ 265319 w 437329"/>
                <a:gd name="connsiteY14" fmla="*/ 143431 h 167461"/>
                <a:gd name="connsiteX15" fmla="*/ 277792 w 437329"/>
                <a:gd name="connsiteY15" fmla="*/ 135038 h 167461"/>
                <a:gd name="connsiteX16" fmla="*/ 298514 w 437329"/>
                <a:gd name="connsiteY16" fmla="*/ 117576 h 167461"/>
                <a:gd name="connsiteX17" fmla="*/ 308658 w 437329"/>
                <a:gd name="connsiteY17" fmla="*/ 100314 h 167461"/>
                <a:gd name="connsiteX18" fmla="*/ 315683 w 437329"/>
                <a:gd name="connsiteY18" fmla="*/ 81422 h 167461"/>
                <a:gd name="connsiteX19" fmla="*/ 318158 w 437329"/>
                <a:gd name="connsiteY19" fmla="*/ 63914 h 167461"/>
                <a:gd name="connsiteX20" fmla="*/ 318158 w 437329"/>
                <a:gd name="connsiteY20" fmla="*/ 53616 h 167461"/>
                <a:gd name="connsiteX21" fmla="*/ 316482 w 437329"/>
                <a:gd name="connsiteY21" fmla="*/ 37092 h 167461"/>
                <a:gd name="connsiteX22" fmla="*/ 385823 w 437329"/>
                <a:gd name="connsiteY22" fmla="*/ 0 h 167461"/>
                <a:gd name="connsiteX23" fmla="*/ 437329 w 437329"/>
                <a:gd name="connsiteY23" fmla="*/ 92779 h 167461"/>
                <a:gd name="connsiteX24" fmla="*/ 426921 w 437329"/>
                <a:gd name="connsiteY24" fmla="*/ 103141 h 167461"/>
                <a:gd name="connsiteX25" fmla="*/ 411780 w 437329"/>
                <a:gd name="connsiteY25" fmla="*/ 115977 h 167461"/>
                <a:gd name="connsiteX26" fmla="*/ 387673 w 437329"/>
                <a:gd name="connsiteY26" fmla="*/ 131912 h 167461"/>
                <a:gd name="connsiteX27" fmla="*/ 354740 w 437329"/>
                <a:gd name="connsiteY27" fmla="*/ 144965 h 167461"/>
                <a:gd name="connsiteX28" fmla="*/ 322444 w 437329"/>
                <a:gd name="connsiteY28" fmla="*/ 152682 h 167461"/>
                <a:gd name="connsiteX29" fmla="*/ 271571 w 437329"/>
                <a:gd name="connsiteY29" fmla="*/ 165410 h 167461"/>
                <a:gd name="connsiteX30" fmla="*/ 225889 w 437329"/>
                <a:gd name="connsiteY30" fmla="*/ 167287 h 167461"/>
                <a:gd name="connsiteX31" fmla="*/ 204609 w 437329"/>
                <a:gd name="connsiteY31" fmla="*/ 166900 h 167461"/>
                <a:gd name="connsiteX32" fmla="*/ 162046 w 437329"/>
                <a:gd name="connsiteY32" fmla="*/ 163042 h 167461"/>
                <a:gd name="connsiteX33" fmla="*/ 116439 w 437329"/>
                <a:gd name="connsiteY33" fmla="*/ 154621 h 167461"/>
                <a:gd name="connsiteX34" fmla="*/ 81023 w 437329"/>
                <a:gd name="connsiteY34" fmla="*/ 142754 h 167461"/>
                <a:gd name="connsiteX35" fmla="*/ 81023 w 437329"/>
                <a:gd name="connsiteY35" fmla="*/ 142754 h 167461"/>
                <a:gd name="connsiteX36" fmla="*/ 34724 w 437329"/>
                <a:gd name="connsiteY36" fmla="*/ 119605 h 167461"/>
                <a:gd name="connsiteX37" fmla="*/ 19291 w 437329"/>
                <a:gd name="connsiteY37" fmla="*/ 111888 h 167461"/>
                <a:gd name="connsiteX38" fmla="*/ 0 w 437329"/>
                <a:gd name="connsiteY38" fmla="*/ 92597 h 167461"/>
                <a:gd name="connsiteX39" fmla="*/ 50157 w 437329"/>
                <a:gd name="connsiteY39" fmla="*/ 0 h 167461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2682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54740 w 437329"/>
                <a:gd name="connsiteY27" fmla="*/ 144965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87673 w 437329"/>
                <a:gd name="connsiteY26" fmla="*/ 131912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9291 w 437329"/>
                <a:gd name="connsiteY37" fmla="*/ 11188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0628 w 437329"/>
                <a:gd name="connsiteY11" fmla="*/ 150471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3777 w 437329"/>
                <a:gd name="connsiteY12" fmla="*/ 154329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1562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4329 w 437329"/>
                <a:gd name="connsiteY7" fmla="*/ 11188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337 w 437329"/>
                <a:gd name="connsiteY8" fmla="*/ 123755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7792 w 437329"/>
                <a:gd name="connsiteY15" fmla="*/ 135038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0784 w 437329"/>
                <a:gd name="connsiteY15" fmla="*/ 135537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73802 w 437329"/>
                <a:gd name="connsiteY15" fmla="*/ 130051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5771 w 437329"/>
                <a:gd name="connsiteY15" fmla="*/ 132544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  <a:gd name="connsiteX0" fmla="*/ 50157 w 437329"/>
                <a:gd name="connsiteY0" fmla="*/ 0 h 167569"/>
                <a:gd name="connsiteX1" fmla="*/ 84881 w 437329"/>
                <a:gd name="connsiteY1" fmla="*/ 23149 h 167569"/>
                <a:gd name="connsiteX2" fmla="*/ 84881 w 437329"/>
                <a:gd name="connsiteY2" fmla="*/ 23149 h 167569"/>
                <a:gd name="connsiteX3" fmla="*/ 132740 w 437329"/>
                <a:gd name="connsiteY3" fmla="*/ 46299 h 167569"/>
                <a:gd name="connsiteX4" fmla="*/ 135601 w 437329"/>
                <a:gd name="connsiteY4" fmla="*/ 74303 h 167569"/>
                <a:gd name="connsiteX5" fmla="*/ 139677 w 437329"/>
                <a:gd name="connsiteY5" fmla="*/ 89736 h 167569"/>
                <a:gd name="connsiteX6" fmla="*/ 146613 w 437329"/>
                <a:gd name="connsiteY6" fmla="*/ 104172 h 167569"/>
                <a:gd name="connsiteX7" fmla="*/ 152833 w 437329"/>
                <a:gd name="connsiteY7" fmla="*/ 115878 h 167569"/>
                <a:gd name="connsiteX8" fmla="*/ 162836 w 437329"/>
                <a:gd name="connsiteY8" fmla="*/ 126747 h 167569"/>
                <a:gd name="connsiteX9" fmla="*/ 175296 w 437329"/>
                <a:gd name="connsiteY9" fmla="*/ 136422 h 167569"/>
                <a:gd name="connsiteX10" fmla="*/ 185195 w 437329"/>
                <a:gd name="connsiteY10" fmla="*/ 142754 h 167569"/>
                <a:gd name="connsiteX11" fmla="*/ 204618 w 437329"/>
                <a:gd name="connsiteY11" fmla="*/ 149972 h 167569"/>
                <a:gd name="connsiteX12" fmla="*/ 224276 w 437329"/>
                <a:gd name="connsiteY12" fmla="*/ 151337 h 167569"/>
                <a:gd name="connsiteX13" fmla="*/ 243653 w 437329"/>
                <a:gd name="connsiteY13" fmla="*/ 150066 h 167569"/>
                <a:gd name="connsiteX14" fmla="*/ 265319 w 437329"/>
                <a:gd name="connsiteY14" fmla="*/ 143431 h 167569"/>
                <a:gd name="connsiteX15" fmla="*/ 286270 w 437329"/>
                <a:gd name="connsiteY15" fmla="*/ 130549 h 167569"/>
                <a:gd name="connsiteX16" fmla="*/ 298514 w 437329"/>
                <a:gd name="connsiteY16" fmla="*/ 117576 h 167569"/>
                <a:gd name="connsiteX17" fmla="*/ 308658 w 437329"/>
                <a:gd name="connsiteY17" fmla="*/ 100314 h 167569"/>
                <a:gd name="connsiteX18" fmla="*/ 315683 w 437329"/>
                <a:gd name="connsiteY18" fmla="*/ 81422 h 167569"/>
                <a:gd name="connsiteX19" fmla="*/ 318158 w 437329"/>
                <a:gd name="connsiteY19" fmla="*/ 63914 h 167569"/>
                <a:gd name="connsiteX20" fmla="*/ 318158 w 437329"/>
                <a:gd name="connsiteY20" fmla="*/ 53616 h 167569"/>
                <a:gd name="connsiteX21" fmla="*/ 316482 w 437329"/>
                <a:gd name="connsiteY21" fmla="*/ 37092 h 167569"/>
                <a:gd name="connsiteX22" fmla="*/ 385823 w 437329"/>
                <a:gd name="connsiteY22" fmla="*/ 0 h 167569"/>
                <a:gd name="connsiteX23" fmla="*/ 437329 w 437329"/>
                <a:gd name="connsiteY23" fmla="*/ 92779 h 167569"/>
                <a:gd name="connsiteX24" fmla="*/ 426921 w 437329"/>
                <a:gd name="connsiteY24" fmla="*/ 103141 h 167569"/>
                <a:gd name="connsiteX25" fmla="*/ 411780 w 437329"/>
                <a:gd name="connsiteY25" fmla="*/ 115977 h 167569"/>
                <a:gd name="connsiteX26" fmla="*/ 390665 w 437329"/>
                <a:gd name="connsiteY26" fmla="*/ 129418 h 167569"/>
                <a:gd name="connsiteX27" fmla="*/ 361223 w 437329"/>
                <a:gd name="connsiteY27" fmla="*/ 143469 h 167569"/>
                <a:gd name="connsiteX28" fmla="*/ 322444 w 437329"/>
                <a:gd name="connsiteY28" fmla="*/ 155175 h 167569"/>
                <a:gd name="connsiteX29" fmla="*/ 274064 w 437329"/>
                <a:gd name="connsiteY29" fmla="*/ 163914 h 167569"/>
                <a:gd name="connsiteX30" fmla="*/ 225889 w 437329"/>
                <a:gd name="connsiteY30" fmla="*/ 167287 h 167569"/>
                <a:gd name="connsiteX31" fmla="*/ 204609 w 437329"/>
                <a:gd name="connsiteY31" fmla="*/ 166900 h 167569"/>
                <a:gd name="connsiteX32" fmla="*/ 162046 w 437329"/>
                <a:gd name="connsiteY32" fmla="*/ 163042 h 167569"/>
                <a:gd name="connsiteX33" fmla="*/ 116439 w 437329"/>
                <a:gd name="connsiteY33" fmla="*/ 154621 h 167569"/>
                <a:gd name="connsiteX34" fmla="*/ 81023 w 437329"/>
                <a:gd name="connsiteY34" fmla="*/ 142754 h 167569"/>
                <a:gd name="connsiteX35" fmla="*/ 81023 w 437329"/>
                <a:gd name="connsiteY35" fmla="*/ 142754 h 167569"/>
                <a:gd name="connsiteX36" fmla="*/ 34724 w 437329"/>
                <a:gd name="connsiteY36" fmla="*/ 119605 h 167569"/>
                <a:gd name="connsiteX37" fmla="*/ 16299 w 437329"/>
                <a:gd name="connsiteY37" fmla="*/ 107898 h 167569"/>
                <a:gd name="connsiteX38" fmla="*/ 0 w 437329"/>
                <a:gd name="connsiteY38" fmla="*/ 92597 h 167569"/>
                <a:gd name="connsiteX39" fmla="*/ 50157 w 437329"/>
                <a:gd name="connsiteY39" fmla="*/ 0 h 167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37329" h="167569">
                  <a:moveTo>
                    <a:pt x="50157" y="0"/>
                  </a:moveTo>
                  <a:lnTo>
                    <a:pt x="84881" y="23149"/>
                  </a:lnTo>
                  <a:lnTo>
                    <a:pt x="84881" y="23149"/>
                  </a:lnTo>
                  <a:lnTo>
                    <a:pt x="132740" y="46299"/>
                  </a:lnTo>
                  <a:lnTo>
                    <a:pt x="135601" y="74303"/>
                  </a:lnTo>
                  <a:lnTo>
                    <a:pt x="139677" y="89736"/>
                  </a:lnTo>
                  <a:lnTo>
                    <a:pt x="146613" y="104172"/>
                  </a:lnTo>
                  <a:lnTo>
                    <a:pt x="152833" y="115878"/>
                  </a:lnTo>
                  <a:lnTo>
                    <a:pt x="162836" y="126747"/>
                  </a:lnTo>
                  <a:lnTo>
                    <a:pt x="175296" y="136422"/>
                  </a:lnTo>
                  <a:cubicBezTo>
                    <a:pt x="178596" y="138533"/>
                    <a:pt x="180308" y="140496"/>
                    <a:pt x="185195" y="142754"/>
                  </a:cubicBezTo>
                  <a:cubicBezTo>
                    <a:pt x="190082" y="145012"/>
                    <a:pt x="199474" y="147400"/>
                    <a:pt x="204618" y="149972"/>
                  </a:cubicBezTo>
                  <a:lnTo>
                    <a:pt x="224276" y="151337"/>
                  </a:lnTo>
                  <a:cubicBezTo>
                    <a:pt x="228134" y="151337"/>
                    <a:pt x="236813" y="151384"/>
                    <a:pt x="243653" y="150066"/>
                  </a:cubicBezTo>
                  <a:cubicBezTo>
                    <a:pt x="250493" y="148748"/>
                    <a:pt x="258216" y="146684"/>
                    <a:pt x="265319" y="143431"/>
                  </a:cubicBezTo>
                  <a:cubicBezTo>
                    <a:pt x="272422" y="140178"/>
                    <a:pt x="278192" y="134269"/>
                    <a:pt x="286270" y="130549"/>
                  </a:cubicBezTo>
                  <a:lnTo>
                    <a:pt x="298514" y="117576"/>
                  </a:lnTo>
                  <a:lnTo>
                    <a:pt x="308658" y="100314"/>
                  </a:lnTo>
                  <a:lnTo>
                    <a:pt x="315683" y="81422"/>
                  </a:lnTo>
                  <a:lnTo>
                    <a:pt x="318158" y="63914"/>
                  </a:lnTo>
                  <a:lnTo>
                    <a:pt x="318158" y="53616"/>
                  </a:lnTo>
                  <a:lnTo>
                    <a:pt x="316482" y="37092"/>
                  </a:lnTo>
                  <a:lnTo>
                    <a:pt x="385823" y="0"/>
                  </a:lnTo>
                  <a:lnTo>
                    <a:pt x="437329" y="92779"/>
                  </a:lnTo>
                  <a:lnTo>
                    <a:pt x="426921" y="103141"/>
                  </a:lnTo>
                  <a:cubicBezTo>
                    <a:pt x="420490" y="107881"/>
                    <a:pt x="417823" y="111598"/>
                    <a:pt x="411780" y="115977"/>
                  </a:cubicBezTo>
                  <a:cubicBezTo>
                    <a:pt x="405737" y="120356"/>
                    <a:pt x="399091" y="124836"/>
                    <a:pt x="390665" y="129418"/>
                  </a:cubicBezTo>
                  <a:cubicBezTo>
                    <a:pt x="382239" y="134000"/>
                    <a:pt x="368968" y="136634"/>
                    <a:pt x="361223" y="143469"/>
                  </a:cubicBezTo>
                  <a:cubicBezTo>
                    <a:pt x="350458" y="146872"/>
                    <a:pt x="337199" y="150775"/>
                    <a:pt x="322444" y="155175"/>
                  </a:cubicBezTo>
                  <a:lnTo>
                    <a:pt x="274064" y="163914"/>
                  </a:lnTo>
                  <a:lnTo>
                    <a:pt x="225889" y="167287"/>
                  </a:lnTo>
                  <a:cubicBezTo>
                    <a:pt x="214313" y="167785"/>
                    <a:pt x="215249" y="167607"/>
                    <a:pt x="204609" y="166900"/>
                  </a:cubicBezTo>
                  <a:cubicBezTo>
                    <a:pt x="193969" y="166193"/>
                    <a:pt x="174907" y="162710"/>
                    <a:pt x="162046" y="163042"/>
                  </a:cubicBezTo>
                  <a:lnTo>
                    <a:pt x="116439" y="154621"/>
                  </a:lnTo>
                  <a:lnTo>
                    <a:pt x="81023" y="142754"/>
                  </a:lnTo>
                  <a:lnTo>
                    <a:pt x="81023" y="142754"/>
                  </a:lnTo>
                  <a:cubicBezTo>
                    <a:pt x="65590" y="135038"/>
                    <a:pt x="45511" y="125414"/>
                    <a:pt x="34724" y="119605"/>
                  </a:cubicBezTo>
                  <a:cubicBezTo>
                    <a:pt x="23937" y="113796"/>
                    <a:pt x="22441" y="111800"/>
                    <a:pt x="16299" y="107898"/>
                  </a:cubicBezTo>
                  <a:lnTo>
                    <a:pt x="0" y="92597"/>
                  </a:lnTo>
                  <a:lnTo>
                    <a:pt x="50157" y="0"/>
                  </a:lnTo>
                  <a:close/>
                </a:path>
              </a:pathLst>
            </a:custGeom>
            <a:solidFill>
              <a:srgbClr val="50C9F5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endParaRPr lang="en-US" sz="135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47871E-9EAD-2480-5112-4C2A4410FDC9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621646" y="2384325"/>
              <a:ext cx="216000" cy="216000"/>
            </a:xfrm>
            <a:prstGeom prst="ellipse">
              <a:avLst/>
            </a:prstGeom>
            <a:solidFill>
              <a:srgbClr val="50C9F5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405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7486B76E-7921-B8D5-CA6C-846258873386}"/>
              </a:ext>
            </a:extLst>
          </p:cNvPr>
          <p:cNvSpPr>
            <a:spLocks noChangeAspect="1"/>
          </p:cNvSpPr>
          <p:nvPr/>
        </p:nvSpPr>
        <p:spPr>
          <a:xfrm rot="2184542">
            <a:off x="4048464" y="4373051"/>
            <a:ext cx="67796" cy="67796"/>
          </a:xfrm>
          <a:prstGeom prst="ellipse">
            <a:avLst/>
          </a:prstGeom>
          <a:blipFill rotWithShape="0">
            <a:blip r:embed="rId5">
              <a:duotone>
                <a:schemeClr val="accent1">
                  <a:hueOff val="0"/>
                  <a:satOff val="0"/>
                  <a:lumOff val="0"/>
                  <a:alphaOff val="0"/>
                  <a:shade val="20000"/>
                  <a:satMod val="200000"/>
                </a:schemeClr>
                <a:schemeClr val="accent1">
                  <a:hueOff val="0"/>
                  <a:satOff val="0"/>
                  <a:lumOff val="0"/>
                  <a:alphaOff val="0"/>
                  <a:tint val="12000"/>
                  <a:satMod val="190000"/>
                </a:schemeClr>
              </a:duotone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>
              <a:latin typeface="+mj-lt"/>
            </a:endParaRPr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D8D4499-1CCE-B300-2A6D-CFE1DCC813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352" t="10759" r="34689" b="10371"/>
          <a:stretch/>
        </p:blipFill>
        <p:spPr>
          <a:xfrm rot="16200000">
            <a:off x="4285875" y="4198609"/>
            <a:ext cx="127297" cy="384188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9D2062-E6E0-CA5E-25B6-BC212E95B4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352" t="10759" r="34689" b="10371"/>
          <a:stretch/>
        </p:blipFill>
        <p:spPr>
          <a:xfrm rot="16200000">
            <a:off x="4717011" y="4123540"/>
            <a:ext cx="177043" cy="53432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740E29-1630-641C-38CF-723F80D69A24}"/>
              </a:ext>
            </a:extLst>
          </p:cNvPr>
          <p:cNvSpPr/>
          <p:nvPr/>
        </p:nvSpPr>
        <p:spPr>
          <a:xfrm>
            <a:off x="4047099" y="4529096"/>
            <a:ext cx="45719" cy="309604"/>
          </a:xfrm>
          <a:custGeom>
            <a:avLst/>
            <a:gdLst>
              <a:gd name="connsiteX0" fmla="*/ 6815 w 70525"/>
              <a:gd name="connsiteY0" fmla="*/ 195533 h 195533"/>
              <a:gd name="connsiteX1" fmla="*/ 1064 w 70525"/>
              <a:gd name="connsiteY1" fmla="*/ 166778 h 195533"/>
              <a:gd name="connsiteX2" fmla="*/ 24068 w 70525"/>
              <a:gd name="connsiteY2" fmla="*/ 155276 h 195533"/>
              <a:gd name="connsiteX3" fmla="*/ 64325 w 70525"/>
              <a:gd name="connsiteY3" fmla="*/ 126521 h 195533"/>
              <a:gd name="connsiteX4" fmla="*/ 70076 w 70525"/>
              <a:gd name="connsiteY4" fmla="*/ 97766 h 195533"/>
              <a:gd name="connsiteX5" fmla="*/ 52823 w 70525"/>
              <a:gd name="connsiteY5" fmla="*/ 74763 h 195533"/>
              <a:gd name="connsiteX6" fmla="*/ 1064 w 70525"/>
              <a:gd name="connsiteY6" fmla="*/ 51759 h 195533"/>
              <a:gd name="connsiteX7" fmla="*/ 12566 w 70525"/>
              <a:gd name="connsiteY7" fmla="*/ 28755 h 195533"/>
              <a:gd name="connsiteX8" fmla="*/ 29819 w 70525"/>
              <a:gd name="connsiteY8" fmla="*/ 17253 h 195533"/>
              <a:gd name="connsiteX9" fmla="*/ 35570 w 70525"/>
              <a:gd name="connsiteY9" fmla="*/ 0 h 19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525" h="195533">
                <a:moveTo>
                  <a:pt x="6815" y="195533"/>
                </a:moveTo>
                <a:cubicBezTo>
                  <a:pt x="4898" y="185948"/>
                  <a:pt x="-2786" y="175762"/>
                  <a:pt x="1064" y="166778"/>
                </a:cubicBezTo>
                <a:cubicBezTo>
                  <a:pt x="4441" y="158898"/>
                  <a:pt x="16624" y="159529"/>
                  <a:pt x="24068" y="155276"/>
                </a:cubicBezTo>
                <a:cubicBezTo>
                  <a:pt x="35841" y="148548"/>
                  <a:pt x="54450" y="133927"/>
                  <a:pt x="64325" y="126521"/>
                </a:cubicBezTo>
                <a:cubicBezTo>
                  <a:pt x="66242" y="116936"/>
                  <a:pt x="72196" y="107308"/>
                  <a:pt x="70076" y="97766"/>
                </a:cubicBezTo>
                <a:cubicBezTo>
                  <a:pt x="67997" y="88410"/>
                  <a:pt x="60036" y="81075"/>
                  <a:pt x="52823" y="74763"/>
                </a:cubicBezTo>
                <a:cubicBezTo>
                  <a:pt x="32924" y="57352"/>
                  <a:pt x="23858" y="57457"/>
                  <a:pt x="1064" y="51759"/>
                </a:cubicBezTo>
                <a:cubicBezTo>
                  <a:pt x="4898" y="44091"/>
                  <a:pt x="7078" y="35341"/>
                  <a:pt x="12566" y="28755"/>
                </a:cubicBezTo>
                <a:cubicBezTo>
                  <a:pt x="16991" y="23445"/>
                  <a:pt x="25501" y="22650"/>
                  <a:pt x="29819" y="17253"/>
                </a:cubicBezTo>
                <a:cubicBezTo>
                  <a:pt x="33606" y="12519"/>
                  <a:pt x="35570" y="0"/>
                  <a:pt x="35570" y="0"/>
                </a:cubicBezTo>
              </a:path>
            </a:pathLst>
          </a:custGeom>
          <a:noFill/>
          <a:ln>
            <a:solidFill>
              <a:schemeClr val="accent1">
                <a:alpha val="54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FA7C1C-120E-B17F-6A8F-CF4DCBE92252}"/>
              </a:ext>
            </a:extLst>
          </p:cNvPr>
          <p:cNvCxnSpPr/>
          <p:nvPr/>
        </p:nvCxnSpPr>
        <p:spPr>
          <a:xfrm flipV="1">
            <a:off x="4183856" y="4529096"/>
            <a:ext cx="0" cy="309604"/>
          </a:xfrm>
          <a:prstGeom prst="straightConnector1">
            <a:avLst/>
          </a:prstGeom>
          <a:ln>
            <a:solidFill>
              <a:schemeClr val="accent1">
                <a:alpha val="54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8BF201B1-D06C-6D6A-263B-AE1C3F868621}"/>
              </a:ext>
            </a:extLst>
          </p:cNvPr>
          <p:cNvCxnSpPr/>
          <p:nvPr/>
        </p:nvCxnSpPr>
        <p:spPr>
          <a:xfrm flipV="1">
            <a:off x="4283392" y="4517724"/>
            <a:ext cx="0" cy="309604"/>
          </a:xfrm>
          <a:prstGeom prst="straightConnector1">
            <a:avLst/>
          </a:prstGeom>
          <a:ln>
            <a:solidFill>
              <a:srgbClr val="FF0000">
                <a:alpha val="54000"/>
              </a:srgb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4B8814A-0953-F220-E73E-BD9E286ED4A6}"/>
              </a:ext>
            </a:extLst>
          </p:cNvPr>
          <p:cNvSpPr/>
          <p:nvPr/>
        </p:nvSpPr>
        <p:spPr>
          <a:xfrm>
            <a:off x="4374431" y="4541995"/>
            <a:ext cx="45719" cy="4571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5" name="Cylinder 1024">
            <a:extLst>
              <a:ext uri="{FF2B5EF4-FFF2-40B4-BE49-F238E27FC236}">
                <a16:creationId xmlns:a16="http://schemas.microsoft.com/office/drawing/2014/main" id="{B557AA6D-9432-D15E-0B8B-805881832117}"/>
              </a:ext>
            </a:extLst>
          </p:cNvPr>
          <p:cNvSpPr/>
          <p:nvPr/>
        </p:nvSpPr>
        <p:spPr>
          <a:xfrm>
            <a:off x="4467913" y="4543183"/>
            <a:ext cx="45719" cy="254171"/>
          </a:xfrm>
          <a:prstGeom prst="can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7EF81B92-3014-0AB0-5FCC-33F979CB41B4}"/>
              </a:ext>
            </a:extLst>
          </p:cNvPr>
          <p:cNvSpPr>
            <a:spLocks/>
          </p:cNvSpPr>
          <p:nvPr/>
        </p:nvSpPr>
        <p:spPr>
          <a:xfrm>
            <a:off x="6596414" y="1331602"/>
            <a:ext cx="3309585" cy="2576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End – Activity name.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Rules Here.</a:t>
            </a:r>
          </a:p>
          <a:p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Coach Self Reflection: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Did you create a T.O.E.S environment? (Touches of the ball, Organisation, Enjoyment and Safety).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Did you start and end with play?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Did you teach technique throughout the session?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Was there smiles and laughter throughout the session?</a:t>
            </a: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567982AC-954B-5727-7243-A8C667CEE130}"/>
              </a:ext>
            </a:extLst>
          </p:cNvPr>
          <p:cNvSpPr>
            <a:spLocks/>
          </p:cNvSpPr>
          <p:nvPr/>
        </p:nvSpPr>
        <p:spPr>
          <a:xfrm>
            <a:off x="-12012" y="1331603"/>
            <a:ext cx="3309585" cy="2576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Beginning – Activity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Rules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Possible Progressions: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Progressions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Coaching Points: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Coaching Points here.</a:t>
            </a:r>
            <a:endParaRPr lang="en-US" sz="9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6C721D9F-8786-8286-BE2B-8FDD82DFDCA3}"/>
              </a:ext>
            </a:extLst>
          </p:cNvPr>
          <p:cNvSpPr>
            <a:spLocks/>
          </p:cNvSpPr>
          <p:nvPr/>
        </p:nvSpPr>
        <p:spPr>
          <a:xfrm>
            <a:off x="3319382" y="1331601"/>
            <a:ext cx="3275452" cy="2586171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Middle – Activity Name.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Rules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en-A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Possible Progressions: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Progressions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endParaRPr lang="en-AU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endParaRPr lang="en-AU" sz="9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715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02C54C2E6C4F4A9E8CF23209336A8F" ma:contentTypeVersion="20" ma:contentTypeDescription="Create a new document." ma:contentTypeScope="" ma:versionID="e075870d5c3bc9d5e9168941265f6b39">
  <xsd:schema xmlns:xsd="http://www.w3.org/2001/XMLSchema" xmlns:xs="http://www.w3.org/2001/XMLSchema" xmlns:p="http://schemas.microsoft.com/office/2006/metadata/properties" xmlns:ns1="http://schemas.microsoft.com/sharepoint/v3" xmlns:ns2="28b369a4-0b2f-4e1f-900d-bbe7ebbdcb1e" xmlns:ns3="a7927e10-486a-4771-8ab2-e726e91de1bf" targetNamespace="http://schemas.microsoft.com/office/2006/metadata/properties" ma:root="true" ma:fieldsID="d861e1fb83f2b9c344a265c8441d740d" ns1:_="" ns2:_="" ns3:_="">
    <xsd:import namespace="http://schemas.microsoft.com/sharepoint/v3"/>
    <xsd:import namespace="28b369a4-0b2f-4e1f-900d-bbe7ebbdcb1e"/>
    <xsd:import namespace="a7927e10-486a-4771-8ab2-e726e91de1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Comments" minOccurs="0"/>
                <xsd:element ref="ns1:PublishingStartDate" minOccurs="0"/>
                <xsd:element ref="ns1:PublishingExpirationDat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b369a4-0b2f-4e1f-900d-bbe7ebbdcb1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7472c071-45cb-462a-9791-9691ddb5db3a}" ma:internalName="TaxCatchAll" ma:showField="CatchAllData" ma:web="28b369a4-0b2f-4e1f-900d-bbe7ebbdcb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27e10-486a-4771-8ab2-e726e91de1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20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b67f0e94-44e9-4a36-9952-25ec6f3a94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a7927e10-486a-4771-8ab2-e726e91de1bf" xsi:nil="true"/>
    <PublishingExpirationDate xmlns="http://schemas.microsoft.com/sharepoint/v3" xsi:nil="true"/>
    <TaxCatchAll xmlns="28b369a4-0b2f-4e1f-900d-bbe7ebbdcb1e" xsi:nil="true"/>
    <lcf76f155ced4ddcb4097134ff3c332f xmlns="a7927e10-486a-4771-8ab2-e726e91de1bf">
      <Terms xmlns="http://schemas.microsoft.com/office/infopath/2007/PartnerControls"/>
    </lcf76f155ced4ddcb4097134ff3c332f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FA14B-A831-4E9D-A0F7-9E841A152C2E}">
  <ds:schemaRefs>
    <ds:schemaRef ds:uri="28b369a4-0b2f-4e1f-900d-bbe7ebbdcb1e"/>
    <ds:schemaRef ds:uri="a7927e10-486a-4771-8ab2-e726e91de1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B433C2E-C88D-4803-B6D6-63F9D655F13A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28b369a4-0b2f-4e1f-900d-bbe7ebbdcb1e"/>
    <ds:schemaRef ds:uri="http://purl.org/dc/terms/"/>
    <ds:schemaRef ds:uri="a7927e10-486a-4771-8ab2-e726e91de1bf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140FB72-1F7C-46BA-B904-44610C9E57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3384</TotalTime>
  <Words>114</Words>
  <Application>Microsoft Office PowerPoint</Application>
  <PresentationFormat>A4 Paper (210x297 mm)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Gibson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Gareth Thomson | Football Queensland</dc:creator>
  <cp:lastModifiedBy>Gareth Thomson | Football Queensland</cp:lastModifiedBy>
  <cp:revision>1</cp:revision>
  <dcterms:created xsi:type="dcterms:W3CDTF">2024-10-26T07:36:20Z</dcterms:created>
  <dcterms:modified xsi:type="dcterms:W3CDTF">2024-11-13T10:31:54Z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0x010100F002C54C2E6C4F4A9E8CF23209336A8F</vt:lpwstr>
  </property>
  <property fmtid="{D5CDD505-2E9C-101B-9397-08002B2CF9AE}" pid="3" name="MediaServiceImageTags">
    <vt:lpwstr/>
  </property>
</Properties>
</file>